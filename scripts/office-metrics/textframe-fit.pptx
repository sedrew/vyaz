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140__18pt_sp1"/>
          <p:cNvSpPr/>
          <p:nvPr/>
        </p:nvSpPr>
        <p:spPr>
          <a:xfrm>
            <a:off x="457200" y="457200"/>
            <a:ext cx="1778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  <p:sp>
        <p:nvSpPr>
          <p:cNvPr id="3" name="w140__18pt_sp1@fit"/>
          <p:cNvSpPr/>
          <p:nvPr/>
        </p:nvSpPr>
        <p:spPr>
          <a:xfrm>
            <a:off x="2692400" y="457200"/>
            <a:ext cx="177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140__18pt_sp2"/>
          <p:cNvSpPr/>
          <p:nvPr/>
        </p:nvSpPr>
        <p:spPr>
          <a:xfrm>
            <a:off x="457200" y="457200"/>
            <a:ext cx="1778000" cy="76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  <p:sp>
        <p:nvSpPr>
          <p:cNvPr id="3" name="w140__18pt_sp2@fit"/>
          <p:cNvSpPr/>
          <p:nvPr/>
        </p:nvSpPr>
        <p:spPr>
          <a:xfrm>
            <a:off x="2692400" y="457200"/>
            <a:ext cx="177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140__24pt_sp1"/>
          <p:cNvSpPr/>
          <p:nvPr/>
        </p:nvSpPr>
        <p:spPr>
          <a:xfrm>
            <a:off x="457200" y="457200"/>
            <a:ext cx="1778000" cy="731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2400" dirty="0"/>
          </a:p>
        </p:txBody>
      </p:sp>
      <p:sp>
        <p:nvSpPr>
          <p:cNvPr id="3" name="w140__24pt_sp1@fit"/>
          <p:cNvSpPr/>
          <p:nvPr/>
        </p:nvSpPr>
        <p:spPr>
          <a:xfrm>
            <a:off x="2692400" y="457200"/>
            <a:ext cx="177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200__18pt_sp1"/>
          <p:cNvSpPr/>
          <p:nvPr/>
        </p:nvSpPr>
        <p:spPr>
          <a:xfrm>
            <a:off x="457200" y="457200"/>
            <a:ext cx="2540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  <p:sp>
        <p:nvSpPr>
          <p:cNvPr id="3" name="w200__18pt_sp1@fit"/>
          <p:cNvSpPr/>
          <p:nvPr/>
        </p:nvSpPr>
        <p:spPr>
          <a:xfrm>
            <a:off x="3454400" y="457200"/>
            <a:ext cx="254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200__18pt_sp2"/>
          <p:cNvSpPr/>
          <p:nvPr/>
        </p:nvSpPr>
        <p:spPr>
          <a:xfrm>
            <a:off x="457200" y="457200"/>
            <a:ext cx="25400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  <p:sp>
        <p:nvSpPr>
          <p:cNvPr id="3" name="w200__18pt_sp2@fit"/>
          <p:cNvSpPr/>
          <p:nvPr/>
        </p:nvSpPr>
        <p:spPr>
          <a:xfrm>
            <a:off x="3454400" y="457200"/>
            <a:ext cx="254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200__24pt_sp1"/>
          <p:cNvSpPr/>
          <p:nvPr/>
        </p:nvSpPr>
        <p:spPr>
          <a:xfrm>
            <a:off x="457200" y="457200"/>
            <a:ext cx="25400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2400" dirty="0"/>
          </a:p>
        </p:txBody>
      </p:sp>
      <p:sp>
        <p:nvSpPr>
          <p:cNvPr id="3" name="w200__24pt_sp1@fit"/>
          <p:cNvSpPr/>
          <p:nvPr/>
        </p:nvSpPr>
        <p:spPr>
          <a:xfrm>
            <a:off x="3454400" y="457200"/>
            <a:ext cx="254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300__18pt_sp1"/>
          <p:cNvSpPr/>
          <p:nvPr/>
        </p:nvSpPr>
        <p:spPr>
          <a:xfrm>
            <a:off x="457200" y="457200"/>
            <a:ext cx="3810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  <p:sp>
        <p:nvSpPr>
          <p:cNvPr id="3" name="w300__18pt_sp1@fit"/>
          <p:cNvSpPr/>
          <p:nvPr/>
        </p:nvSpPr>
        <p:spPr>
          <a:xfrm>
            <a:off x="4724400" y="457200"/>
            <a:ext cx="381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300__18pt_sp2"/>
          <p:cNvSpPr/>
          <p:nvPr/>
        </p:nvSpPr>
        <p:spPr>
          <a:xfrm>
            <a:off x="457200" y="457200"/>
            <a:ext cx="3810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  <p:sp>
        <p:nvSpPr>
          <p:cNvPr id="3" name="w300__18pt_sp2@fit"/>
          <p:cNvSpPr/>
          <p:nvPr/>
        </p:nvSpPr>
        <p:spPr>
          <a:xfrm>
            <a:off x="4724400" y="457200"/>
            <a:ext cx="381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300__24pt_sp1"/>
          <p:cNvSpPr/>
          <p:nvPr/>
        </p:nvSpPr>
        <p:spPr>
          <a:xfrm>
            <a:off x="457200" y="457200"/>
            <a:ext cx="3810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2400" dirty="0"/>
          </a:p>
        </p:txBody>
      </p:sp>
      <p:sp>
        <p:nvSpPr>
          <p:cNvPr id="3" name="w300__24pt_sp1@fit"/>
          <p:cNvSpPr/>
          <p:nvPr/>
        </p:nvSpPr>
        <p:spPr>
          <a:xfrm>
            <a:off x="4724400" y="457200"/>
            <a:ext cx="381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Roboto" pitchFamily="34" charset="0"/>
                <a:ea typeface="Roboto" pitchFamily="34" charset="-122"/>
                <a:cs typeface="Roboto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140__18pt_sp1_arial"/>
          <p:cNvSpPr/>
          <p:nvPr/>
        </p:nvSpPr>
        <p:spPr>
          <a:xfrm>
            <a:off x="457200" y="457200"/>
            <a:ext cx="17780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  <p:sp>
        <p:nvSpPr>
          <p:cNvPr id="3" name="w140__18pt_sp1_arial@fit"/>
          <p:cNvSpPr/>
          <p:nvPr/>
        </p:nvSpPr>
        <p:spPr>
          <a:xfrm>
            <a:off x="2692400" y="457200"/>
            <a:ext cx="177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140__18pt_sp2_arial"/>
          <p:cNvSpPr/>
          <p:nvPr/>
        </p:nvSpPr>
        <p:spPr>
          <a:xfrm>
            <a:off x="457200" y="457200"/>
            <a:ext cx="1778000" cy="7680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  <p:sp>
        <p:nvSpPr>
          <p:cNvPr id="3" name="w140__18pt_sp2_arial@fit"/>
          <p:cNvSpPr/>
          <p:nvPr/>
        </p:nvSpPr>
        <p:spPr>
          <a:xfrm>
            <a:off x="2692400" y="457200"/>
            <a:ext cx="177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140__24pt_sp1_arial"/>
          <p:cNvSpPr/>
          <p:nvPr/>
        </p:nvSpPr>
        <p:spPr>
          <a:xfrm>
            <a:off x="457200" y="457200"/>
            <a:ext cx="1778000" cy="7315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2400" dirty="0"/>
          </a:p>
        </p:txBody>
      </p:sp>
      <p:sp>
        <p:nvSpPr>
          <p:cNvPr id="3" name="w140__24pt_sp1_arial@fit"/>
          <p:cNvSpPr/>
          <p:nvPr/>
        </p:nvSpPr>
        <p:spPr>
          <a:xfrm>
            <a:off x="2692400" y="457200"/>
            <a:ext cx="177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200__18pt_sp1_arial"/>
          <p:cNvSpPr/>
          <p:nvPr/>
        </p:nvSpPr>
        <p:spPr>
          <a:xfrm>
            <a:off x="457200" y="457200"/>
            <a:ext cx="2540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  <p:sp>
        <p:nvSpPr>
          <p:cNvPr id="3" name="w200__18pt_sp1_arial@fit"/>
          <p:cNvSpPr/>
          <p:nvPr/>
        </p:nvSpPr>
        <p:spPr>
          <a:xfrm>
            <a:off x="3454400" y="457200"/>
            <a:ext cx="254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200__18pt_sp2_arial"/>
          <p:cNvSpPr/>
          <p:nvPr/>
        </p:nvSpPr>
        <p:spPr>
          <a:xfrm>
            <a:off x="457200" y="457200"/>
            <a:ext cx="25400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  <p:sp>
        <p:nvSpPr>
          <p:cNvPr id="3" name="w200__18pt_sp2_arial@fit"/>
          <p:cNvSpPr/>
          <p:nvPr/>
        </p:nvSpPr>
        <p:spPr>
          <a:xfrm>
            <a:off x="3454400" y="457200"/>
            <a:ext cx="254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200__24pt_sp1_arial"/>
          <p:cNvSpPr/>
          <p:nvPr/>
        </p:nvSpPr>
        <p:spPr>
          <a:xfrm>
            <a:off x="457200" y="457200"/>
            <a:ext cx="25400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2400" dirty="0"/>
          </a:p>
        </p:txBody>
      </p:sp>
      <p:sp>
        <p:nvSpPr>
          <p:cNvPr id="3" name="w200__24pt_sp1_arial@fit"/>
          <p:cNvSpPr/>
          <p:nvPr/>
        </p:nvSpPr>
        <p:spPr>
          <a:xfrm>
            <a:off x="3454400" y="457200"/>
            <a:ext cx="254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300__18pt_sp1_arial"/>
          <p:cNvSpPr/>
          <p:nvPr/>
        </p:nvSpPr>
        <p:spPr>
          <a:xfrm>
            <a:off x="457200" y="457200"/>
            <a:ext cx="3810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  <p:sp>
        <p:nvSpPr>
          <p:cNvPr id="3" name="w300__18pt_sp1_arial@fit"/>
          <p:cNvSpPr/>
          <p:nvPr/>
        </p:nvSpPr>
        <p:spPr>
          <a:xfrm>
            <a:off x="4724400" y="457200"/>
            <a:ext cx="381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300__18pt_sp2_arial"/>
          <p:cNvSpPr/>
          <p:nvPr/>
        </p:nvSpPr>
        <p:spPr>
          <a:xfrm>
            <a:off x="457200" y="457200"/>
            <a:ext cx="3810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  <p:sp>
        <p:nvSpPr>
          <p:cNvPr id="3" name="w300__18pt_sp2_arial@fit"/>
          <p:cNvSpPr/>
          <p:nvPr/>
        </p:nvSpPr>
        <p:spPr>
          <a:xfrm>
            <a:off x="4724400" y="457200"/>
            <a:ext cx="381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300__24pt_sp1_arial"/>
          <p:cNvSpPr/>
          <p:nvPr/>
        </p:nvSpPr>
        <p:spPr>
          <a:xfrm>
            <a:off x="457200" y="457200"/>
            <a:ext cx="3810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2400" dirty="0"/>
          </a:p>
        </p:txBody>
      </p:sp>
      <p:sp>
        <p:nvSpPr>
          <p:cNvPr id="3" name="w300__24pt_sp1_arial@fit"/>
          <p:cNvSpPr/>
          <p:nvPr/>
        </p:nvSpPr>
        <p:spPr>
          <a:xfrm>
            <a:off x="4724400" y="457200"/>
            <a:ext cx="381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The quick brown fox jumps over the lazy dog while a TextFrame measures every line box and decides where each word wraps inside the given rectangle, with no autofit shrinking the text to make it fit.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2026-09-16T16:34:30Z</dcterms:created>
  <dcterms:modified xsi:type="dcterms:W3CDTF">2026-09-16T16:34:30Z</dcterms:modified>
</cp:coreProperties>
</file>