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140__18pt_sp1"/>
          <p:cNvSpPr/>
          <p:nvPr/>
        </p:nvSpPr>
        <p:spPr>
          <a:xfrm>
            <a:off x="457200" y="457200"/>
            <a:ext cx="1778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140__18pt_sp1@fit"/>
          <p:cNvSpPr/>
          <p:nvPr/>
        </p:nvSpPr>
        <p:spPr>
          <a:xfrm>
            <a:off x="2692400" y="4572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140__18pt_sp2"/>
          <p:cNvSpPr/>
          <p:nvPr/>
        </p:nvSpPr>
        <p:spPr>
          <a:xfrm>
            <a:off x="457200" y="457200"/>
            <a:ext cx="1778000" cy="768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140__18pt_sp2@fit"/>
          <p:cNvSpPr/>
          <p:nvPr/>
        </p:nvSpPr>
        <p:spPr>
          <a:xfrm>
            <a:off x="2692400" y="4572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140__24pt_sp1"/>
          <p:cNvSpPr/>
          <p:nvPr/>
        </p:nvSpPr>
        <p:spPr>
          <a:xfrm>
            <a:off x="457200" y="457200"/>
            <a:ext cx="177800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" name="w140__24pt_sp1@fit"/>
          <p:cNvSpPr/>
          <p:nvPr/>
        </p:nvSpPr>
        <p:spPr>
          <a:xfrm>
            <a:off x="2692400" y="4572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200__18pt_sp1"/>
          <p:cNvSpPr/>
          <p:nvPr/>
        </p:nvSpPr>
        <p:spPr>
          <a:xfrm>
            <a:off x="457200" y="457200"/>
            <a:ext cx="2540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200__18pt_sp1@fit"/>
          <p:cNvSpPr/>
          <p:nvPr/>
        </p:nvSpPr>
        <p:spPr>
          <a:xfrm>
            <a:off x="3454400" y="45720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200__18pt_sp2"/>
          <p:cNvSpPr/>
          <p:nvPr/>
        </p:nvSpPr>
        <p:spPr>
          <a:xfrm>
            <a:off x="457200" y="457200"/>
            <a:ext cx="2540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200__18pt_sp2@fit"/>
          <p:cNvSpPr/>
          <p:nvPr/>
        </p:nvSpPr>
        <p:spPr>
          <a:xfrm>
            <a:off x="3454400" y="45720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200__24pt_sp1"/>
          <p:cNvSpPr/>
          <p:nvPr/>
        </p:nvSpPr>
        <p:spPr>
          <a:xfrm>
            <a:off x="457200" y="457200"/>
            <a:ext cx="2540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" name="w200__24pt_sp1@fit"/>
          <p:cNvSpPr/>
          <p:nvPr/>
        </p:nvSpPr>
        <p:spPr>
          <a:xfrm>
            <a:off x="3454400" y="45720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300__18pt_sp1"/>
          <p:cNvSpPr/>
          <p:nvPr/>
        </p:nvSpPr>
        <p:spPr>
          <a:xfrm>
            <a:off x="457200" y="457200"/>
            <a:ext cx="3810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300__18pt_sp1@fit"/>
          <p:cNvSpPr/>
          <p:nvPr/>
        </p:nvSpPr>
        <p:spPr>
          <a:xfrm>
            <a:off x="4724400" y="45720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300__18pt_sp2"/>
          <p:cNvSpPr/>
          <p:nvPr/>
        </p:nvSpPr>
        <p:spPr>
          <a:xfrm>
            <a:off x="457200" y="457200"/>
            <a:ext cx="3810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300__18pt_sp2@fit"/>
          <p:cNvSpPr/>
          <p:nvPr/>
        </p:nvSpPr>
        <p:spPr>
          <a:xfrm>
            <a:off x="4724400" y="45720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300__24pt_sp1"/>
          <p:cNvSpPr/>
          <p:nvPr/>
        </p:nvSpPr>
        <p:spPr>
          <a:xfrm>
            <a:off x="457200" y="457200"/>
            <a:ext cx="381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" name="w300__24pt_sp1@fit"/>
          <p:cNvSpPr/>
          <p:nvPr/>
        </p:nvSpPr>
        <p:spPr>
          <a:xfrm>
            <a:off x="4724400" y="45720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140__18pt_sp1_arial"/>
          <p:cNvSpPr/>
          <p:nvPr/>
        </p:nvSpPr>
        <p:spPr>
          <a:xfrm>
            <a:off x="457200" y="457200"/>
            <a:ext cx="1778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140__18pt_sp1_arial@fit"/>
          <p:cNvSpPr/>
          <p:nvPr/>
        </p:nvSpPr>
        <p:spPr>
          <a:xfrm>
            <a:off x="2692400" y="4572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140__18pt_sp2_arial"/>
          <p:cNvSpPr/>
          <p:nvPr/>
        </p:nvSpPr>
        <p:spPr>
          <a:xfrm>
            <a:off x="457200" y="457200"/>
            <a:ext cx="1778000" cy="768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140__18pt_sp2_arial@fit"/>
          <p:cNvSpPr/>
          <p:nvPr/>
        </p:nvSpPr>
        <p:spPr>
          <a:xfrm>
            <a:off x="2692400" y="4572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140__24pt_sp1_arial"/>
          <p:cNvSpPr/>
          <p:nvPr/>
        </p:nvSpPr>
        <p:spPr>
          <a:xfrm>
            <a:off x="457200" y="457200"/>
            <a:ext cx="177800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" name="w140__24pt_sp1_arial@fit"/>
          <p:cNvSpPr/>
          <p:nvPr/>
        </p:nvSpPr>
        <p:spPr>
          <a:xfrm>
            <a:off x="2692400" y="4572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200__18pt_sp1_arial"/>
          <p:cNvSpPr/>
          <p:nvPr/>
        </p:nvSpPr>
        <p:spPr>
          <a:xfrm>
            <a:off x="457200" y="457200"/>
            <a:ext cx="2540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200__18pt_sp1_arial@fit"/>
          <p:cNvSpPr/>
          <p:nvPr/>
        </p:nvSpPr>
        <p:spPr>
          <a:xfrm>
            <a:off x="3454400" y="45720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200__18pt_sp2_arial"/>
          <p:cNvSpPr/>
          <p:nvPr/>
        </p:nvSpPr>
        <p:spPr>
          <a:xfrm>
            <a:off x="457200" y="457200"/>
            <a:ext cx="2540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200__18pt_sp2_arial@fit"/>
          <p:cNvSpPr/>
          <p:nvPr/>
        </p:nvSpPr>
        <p:spPr>
          <a:xfrm>
            <a:off x="3454400" y="45720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200__24pt_sp1_arial"/>
          <p:cNvSpPr/>
          <p:nvPr/>
        </p:nvSpPr>
        <p:spPr>
          <a:xfrm>
            <a:off x="457200" y="457200"/>
            <a:ext cx="2540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" name="w200__24pt_sp1_arial@fit"/>
          <p:cNvSpPr/>
          <p:nvPr/>
        </p:nvSpPr>
        <p:spPr>
          <a:xfrm>
            <a:off x="3454400" y="45720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300__18pt_sp1_arial"/>
          <p:cNvSpPr/>
          <p:nvPr/>
        </p:nvSpPr>
        <p:spPr>
          <a:xfrm>
            <a:off x="457200" y="457200"/>
            <a:ext cx="3810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300__18pt_sp1_arial@fit"/>
          <p:cNvSpPr/>
          <p:nvPr/>
        </p:nvSpPr>
        <p:spPr>
          <a:xfrm>
            <a:off x="4724400" y="45720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300__18pt_sp2_arial"/>
          <p:cNvSpPr/>
          <p:nvPr/>
        </p:nvSpPr>
        <p:spPr>
          <a:xfrm>
            <a:off x="457200" y="457200"/>
            <a:ext cx="3810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3" name="w300__18pt_sp2_arial@fit"/>
          <p:cNvSpPr/>
          <p:nvPr/>
        </p:nvSpPr>
        <p:spPr>
          <a:xfrm>
            <a:off x="4724400" y="45720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300__24pt_sp1_arial"/>
          <p:cNvSpPr/>
          <p:nvPr/>
        </p:nvSpPr>
        <p:spPr>
          <a:xfrm>
            <a:off x="457200" y="457200"/>
            <a:ext cx="381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" name="w300__24pt_sp1_arial@fit"/>
          <p:cNvSpPr/>
          <p:nvPr/>
        </p:nvSpPr>
        <p:spPr>
          <a:xfrm>
            <a:off x="4724400" y="45720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2026-09-20T15:08:05Z</dcterms:created>
  <dcterms:modified xsi:type="dcterms:W3CDTF">2026-09-20T15:08:05Z</dcterms:modified>
</cp:coreProperties>
</file>