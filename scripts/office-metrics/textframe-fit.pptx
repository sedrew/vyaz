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140__18pt_sp1"/>
          <p:cNvSpPr txBox="1"/>
          <p:nvPr/>
        </p:nvSpPr>
        <p:spPr>
          <a:xfrm>
            <a:off x="457200" y="457200"/>
            <a:ext cx="1778000" cy="38404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  <p:sp>
        <p:nvSpPr>
          <p:cNvPr id="3" name="w140__18pt_sp1@fit"/>
          <p:cNvSpPr txBox="1"/>
          <p:nvPr/>
        </p:nvSpPr>
        <p:spPr>
          <a:xfrm>
            <a:off x="2692400" y="457200"/>
            <a:ext cx="177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140__18pt_sp2"/>
          <p:cNvSpPr txBox="1"/>
          <p:nvPr/>
        </p:nvSpPr>
        <p:spPr>
          <a:xfrm>
            <a:off x="457200" y="457200"/>
            <a:ext cx="1778000" cy="7680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>
              <a:lnSpc>
                <a:spcPct val="2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  <p:sp>
        <p:nvSpPr>
          <p:cNvPr id="3" name="w140__18pt_sp2@fit"/>
          <p:cNvSpPr txBox="1"/>
          <p:nvPr/>
        </p:nvSpPr>
        <p:spPr>
          <a:xfrm>
            <a:off x="2692400" y="457200"/>
            <a:ext cx="177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2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140__24pt_sp1"/>
          <p:cNvSpPr txBox="1"/>
          <p:nvPr/>
        </p:nvSpPr>
        <p:spPr>
          <a:xfrm>
            <a:off x="457200" y="457200"/>
            <a:ext cx="1778000" cy="7315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  <p:sp>
        <p:nvSpPr>
          <p:cNvPr id="3" name="w140__24pt_sp1@fit"/>
          <p:cNvSpPr txBox="1"/>
          <p:nvPr/>
        </p:nvSpPr>
        <p:spPr>
          <a:xfrm>
            <a:off x="2692400" y="457200"/>
            <a:ext cx="177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200__18pt_sp1"/>
          <p:cNvSpPr txBox="1"/>
          <p:nvPr/>
        </p:nvSpPr>
        <p:spPr>
          <a:xfrm>
            <a:off x="457200" y="457200"/>
            <a:ext cx="254000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  <p:sp>
        <p:nvSpPr>
          <p:cNvPr id="3" name="w200__18pt_sp1@fit"/>
          <p:cNvSpPr txBox="1"/>
          <p:nvPr/>
        </p:nvSpPr>
        <p:spPr>
          <a:xfrm>
            <a:off x="3454400" y="457200"/>
            <a:ext cx="254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200__18pt_sp2"/>
          <p:cNvSpPr txBox="1"/>
          <p:nvPr/>
        </p:nvSpPr>
        <p:spPr>
          <a:xfrm>
            <a:off x="457200" y="457200"/>
            <a:ext cx="2540000" cy="4937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>
              <a:lnSpc>
                <a:spcPct val="2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  <p:sp>
        <p:nvSpPr>
          <p:cNvPr id="3" name="w200__18pt_sp2@fit"/>
          <p:cNvSpPr txBox="1"/>
          <p:nvPr/>
        </p:nvSpPr>
        <p:spPr>
          <a:xfrm>
            <a:off x="3454400" y="457200"/>
            <a:ext cx="254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2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200__24pt_sp1"/>
          <p:cNvSpPr txBox="1"/>
          <p:nvPr/>
        </p:nvSpPr>
        <p:spPr>
          <a:xfrm>
            <a:off x="457200" y="457200"/>
            <a:ext cx="2540000" cy="4754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  <p:sp>
        <p:nvSpPr>
          <p:cNvPr id="3" name="w200__24pt_sp1@fit"/>
          <p:cNvSpPr txBox="1"/>
          <p:nvPr/>
        </p:nvSpPr>
        <p:spPr>
          <a:xfrm>
            <a:off x="3454400" y="457200"/>
            <a:ext cx="254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300__18pt_sp1"/>
          <p:cNvSpPr txBox="1"/>
          <p:nvPr/>
        </p:nvSpPr>
        <p:spPr>
          <a:xfrm>
            <a:off x="457200" y="457200"/>
            <a:ext cx="381000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  <p:sp>
        <p:nvSpPr>
          <p:cNvPr id="3" name="w300__18pt_sp1@fit"/>
          <p:cNvSpPr txBox="1"/>
          <p:nvPr/>
        </p:nvSpPr>
        <p:spPr>
          <a:xfrm>
            <a:off x="4724400" y="457200"/>
            <a:ext cx="381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300__18pt_sp2"/>
          <p:cNvSpPr txBox="1"/>
          <p:nvPr/>
        </p:nvSpPr>
        <p:spPr>
          <a:xfrm>
            <a:off x="457200" y="457200"/>
            <a:ext cx="3810000" cy="3291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>
              <a:lnSpc>
                <a:spcPct val="2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  <p:sp>
        <p:nvSpPr>
          <p:cNvPr id="3" name="w300__18pt_sp2@fit"/>
          <p:cNvSpPr txBox="1"/>
          <p:nvPr/>
        </p:nvSpPr>
        <p:spPr>
          <a:xfrm>
            <a:off x="4724400" y="457200"/>
            <a:ext cx="381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2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300__24pt_sp1"/>
          <p:cNvSpPr txBox="1"/>
          <p:nvPr/>
        </p:nvSpPr>
        <p:spPr>
          <a:xfrm>
            <a:off x="457200" y="457200"/>
            <a:ext cx="381000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  <p:sp>
        <p:nvSpPr>
          <p:cNvPr id="3" name="w300__24pt_sp1@fit"/>
          <p:cNvSpPr txBox="1"/>
          <p:nvPr/>
        </p:nvSpPr>
        <p:spPr>
          <a:xfrm>
            <a:off x="4724400" y="457200"/>
            <a:ext cx="381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latin typeface="Roboto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