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ial-12__c14.40_t13.91"/>
          <p:cNvSpPr/>
          <p:nvPr/>
        </p:nvSpPr>
        <p:spPr>
          <a:xfrm>
            <a:off x="365760" y="457200"/>
            <a:ext cx="2033143" cy="1828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Single size line at twelve point</a:t>
            </a:r>
            <a:endParaRPr lang="en-US" sz="1200" dirty="0"/>
          </a:p>
        </p:txBody>
      </p:sp>
      <p:sp>
        <p:nvSpPr>
          <p:cNvPr id="3" name="arial-12__textBoxMarker"/>
          <p:cNvSpPr/>
          <p:nvPr/>
        </p:nvSpPr>
        <p:spPr>
          <a:xfrm>
            <a:off x="365760" y="627507"/>
            <a:ext cx="2033143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4" name="arial-18__c21.60_t20.87"/>
          <p:cNvSpPr/>
          <p:nvPr/>
        </p:nvSpPr>
        <p:spPr>
          <a:xfrm>
            <a:off x="2703703" y="457200"/>
            <a:ext cx="3278886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Single size line at eighteen point</a:t>
            </a:r>
            <a:endParaRPr lang="en-US" sz="1800" dirty="0"/>
          </a:p>
        </p:txBody>
      </p:sp>
      <p:sp>
        <p:nvSpPr>
          <p:cNvPr id="5" name="arial-18__textBoxMarker"/>
          <p:cNvSpPr/>
          <p:nvPr/>
        </p:nvSpPr>
        <p:spPr>
          <a:xfrm>
            <a:off x="2703703" y="715899"/>
            <a:ext cx="3278886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6" name="arial-24__c28.80_t27.82"/>
          <p:cNvSpPr/>
          <p:nvPr/>
        </p:nvSpPr>
        <p:spPr>
          <a:xfrm>
            <a:off x="6287389" y="457200"/>
            <a:ext cx="3049905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Single size line at 24pt</a:t>
            </a:r>
            <a:endParaRPr lang="en-US" sz="2400" dirty="0"/>
          </a:p>
        </p:txBody>
      </p:sp>
      <p:sp>
        <p:nvSpPr>
          <p:cNvPr id="7" name="arial-24__textBoxMarker"/>
          <p:cNvSpPr/>
          <p:nvPr/>
        </p:nvSpPr>
        <p:spPr>
          <a:xfrm>
            <a:off x="6287389" y="804164"/>
            <a:ext cx="3049905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8" name="arial-32__c38.40_t37.10"/>
          <p:cNvSpPr/>
          <p:nvPr/>
        </p:nvSpPr>
        <p:spPr>
          <a:xfrm>
            <a:off x="9642094" y="457200"/>
            <a:ext cx="4066540" cy="487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Single size line at 32pt</a:t>
            </a:r>
            <a:endParaRPr lang="en-US" sz="3200" dirty="0"/>
          </a:p>
        </p:txBody>
      </p:sp>
      <p:sp>
        <p:nvSpPr>
          <p:cNvPr id="9" name="arial-32__textBoxMarker"/>
          <p:cNvSpPr/>
          <p:nvPr/>
        </p:nvSpPr>
        <p:spPr>
          <a:xfrm>
            <a:off x="9642094" y="922020"/>
            <a:ext cx="4066540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arial-40-bold__c48.00_t46.38"/>
          <p:cNvSpPr/>
          <p:nvPr/>
        </p:nvSpPr>
        <p:spPr>
          <a:xfrm>
            <a:off x="14013434" y="457200"/>
            <a:ext cx="5966968" cy="6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Диалог с сотрудниками</a:t>
            </a:r>
            <a:endParaRPr lang="en-US" sz="4000" dirty="0"/>
          </a:p>
        </p:txBody>
      </p:sp>
      <p:sp>
        <p:nvSpPr>
          <p:cNvPr id="11" name="arial-40-bold__textBoxMarker"/>
          <p:cNvSpPr/>
          <p:nvPr/>
        </p:nvSpPr>
        <p:spPr>
          <a:xfrm>
            <a:off x="14013434" y="1039876"/>
            <a:ext cx="5966968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2" name="arial-mixed-12-32__c38.40_t37.10"/>
          <p:cNvSpPr/>
          <p:nvPr/>
        </p:nvSpPr>
        <p:spPr>
          <a:xfrm>
            <a:off x="20285202" y="457200"/>
            <a:ext cx="715772" cy="487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в </a:t>
            </a:r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раза</a:t>
            </a:r>
            <a:endParaRPr lang="en-US" sz="1200" dirty="0"/>
          </a:p>
        </p:txBody>
      </p:sp>
      <p:sp>
        <p:nvSpPr>
          <p:cNvPr id="13" name="arial-mixed-12-32__textBoxMarker"/>
          <p:cNvSpPr/>
          <p:nvPr/>
        </p:nvSpPr>
        <p:spPr>
          <a:xfrm>
            <a:off x="20285202" y="922020"/>
            <a:ext cx="715772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4" name="arial-mixed-18-36__c43.20_t41.73"/>
          <p:cNvSpPr/>
          <p:nvPr/>
        </p:nvSpPr>
        <p:spPr>
          <a:xfrm>
            <a:off x="21305774" y="457200"/>
            <a:ext cx="1981454" cy="548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</a:t>
            </a:r>
            <a:pPr indent="0" marL="0">
              <a:lnSpc>
                <a:spcPct val="100000"/>
              </a:lnSpc>
              <a:buNone/>
            </a:pPr>
            <a:r>
              <a:rPr lang="en-US" sz="3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</a:t>
            </a:r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small</a:t>
            </a:r>
            <a:endParaRPr lang="en-US" sz="1800" dirty="0"/>
          </a:p>
        </p:txBody>
      </p:sp>
      <p:sp>
        <p:nvSpPr>
          <p:cNvPr id="15" name="arial-mixed-18-36__textBoxMarker"/>
          <p:cNvSpPr/>
          <p:nvPr/>
        </p:nvSpPr>
        <p:spPr>
          <a:xfrm>
            <a:off x="21305774" y="980821"/>
            <a:ext cx="1981454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6" name="arial-18-ls150__c32.40_t28.41"/>
          <p:cNvSpPr/>
          <p:nvPr/>
        </p:nvSpPr>
        <p:spPr>
          <a:xfrm>
            <a:off x="23592028" y="457200"/>
            <a:ext cx="2427478" cy="4114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 spacing 1.5 at 18pt</a:t>
            </a:r>
            <a:endParaRPr lang="en-US" sz="1800" dirty="0"/>
          </a:p>
        </p:txBody>
      </p:sp>
      <p:sp>
        <p:nvSpPr>
          <p:cNvPr id="17" name="arial-18-ls150__textBoxMarker"/>
          <p:cNvSpPr/>
          <p:nvPr/>
        </p:nvSpPr>
        <p:spPr>
          <a:xfrm>
            <a:off x="23592028" y="811657"/>
            <a:ext cx="2427478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8" name="arial-18-ls200__c43.20_t36.51"/>
          <p:cNvSpPr/>
          <p:nvPr/>
        </p:nvSpPr>
        <p:spPr>
          <a:xfrm>
            <a:off x="26324306" y="457200"/>
            <a:ext cx="2427478" cy="5486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 spacing 2.0 at 18pt</a:t>
            </a:r>
            <a:endParaRPr lang="en-US" sz="1800" dirty="0"/>
          </a:p>
        </p:txBody>
      </p:sp>
      <p:sp>
        <p:nvSpPr>
          <p:cNvPr id="19" name="arial-18-ls200__textBoxMarker"/>
          <p:cNvSpPr/>
          <p:nvPr/>
        </p:nvSpPr>
        <p:spPr>
          <a:xfrm>
            <a:off x="26324306" y="914527"/>
            <a:ext cx="2427478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0" name="arial-caps-18__c21.60_t20.87"/>
          <p:cNvSpPr/>
          <p:nvPr/>
        </p:nvSpPr>
        <p:spPr>
          <a:xfrm>
            <a:off x="29056584" y="457200"/>
            <a:ext cx="4331589" cy="274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SINGLE SIZE LINE AT EIGHTEEN POINT</a:t>
            </a:r>
            <a:endParaRPr lang="en-US" sz="1800" dirty="0"/>
          </a:p>
        </p:txBody>
      </p:sp>
      <p:sp>
        <p:nvSpPr>
          <p:cNvPr id="21" name="arial-caps-18__textBoxMarker"/>
          <p:cNvSpPr/>
          <p:nvPr/>
        </p:nvSpPr>
        <p:spPr>
          <a:xfrm>
            <a:off x="29056584" y="715899"/>
            <a:ext cx="4331589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2" name="arial-caps-32__c38.40_t37.10"/>
          <p:cNvSpPr/>
          <p:nvPr/>
        </p:nvSpPr>
        <p:spPr>
          <a:xfrm>
            <a:off x="33692973" y="457200"/>
            <a:ext cx="5239766" cy="487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SINGLE SIZE LINE AT 32PT</a:t>
            </a:r>
            <a:endParaRPr lang="en-US" sz="3200" dirty="0"/>
          </a:p>
        </p:txBody>
      </p:sp>
      <p:sp>
        <p:nvSpPr>
          <p:cNvPr id="23" name="arial-caps-32__textBoxMarker"/>
          <p:cNvSpPr/>
          <p:nvPr/>
        </p:nvSpPr>
        <p:spPr>
          <a:xfrm>
            <a:off x="33692973" y="922020"/>
            <a:ext cx="5239766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4" name="arial-caps-40-bold__c48.00_t46.38"/>
          <p:cNvSpPr/>
          <p:nvPr/>
        </p:nvSpPr>
        <p:spPr>
          <a:xfrm>
            <a:off x="39237539" y="457200"/>
            <a:ext cx="7068820" cy="6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ДИАЛОГ С СОТРУДНИКАМИ</a:t>
            </a:r>
            <a:endParaRPr lang="en-US" sz="4000" dirty="0"/>
          </a:p>
        </p:txBody>
      </p:sp>
      <p:sp>
        <p:nvSpPr>
          <p:cNvPr id="25" name="arial-caps-40-bold__textBoxMarker"/>
          <p:cNvSpPr/>
          <p:nvPr/>
        </p:nvSpPr>
        <p:spPr>
          <a:xfrm>
            <a:off x="39237539" y="1039876"/>
            <a:ext cx="7068820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6" name="arial-mixed-12-32-caps__c38.40_t37.10"/>
          <p:cNvSpPr/>
          <p:nvPr/>
        </p:nvSpPr>
        <p:spPr>
          <a:xfrm>
            <a:off x="46611159" y="457200"/>
            <a:ext cx="809371" cy="487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В </a:t>
            </a:r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РАЗА</a:t>
            </a:r>
            <a:endParaRPr lang="en-US" sz="1200" dirty="0"/>
          </a:p>
        </p:txBody>
      </p:sp>
      <p:sp>
        <p:nvSpPr>
          <p:cNvPr id="27" name="arial-mixed-12-32-caps__textBoxMarker"/>
          <p:cNvSpPr/>
          <p:nvPr/>
        </p:nvSpPr>
        <p:spPr>
          <a:xfrm>
            <a:off x="46611159" y="922020"/>
            <a:ext cx="809371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8" name="arial-18-ls125__c27.00_t24.36"/>
          <p:cNvSpPr/>
          <p:nvPr/>
        </p:nvSpPr>
        <p:spPr>
          <a:xfrm>
            <a:off x="365760" y="1676400"/>
            <a:ext cx="2554732" cy="3429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 spacing 1.25 at 18pt</a:t>
            </a:r>
            <a:endParaRPr lang="en-US" sz="1800" dirty="0"/>
          </a:p>
        </p:txBody>
      </p:sp>
      <p:sp>
        <p:nvSpPr>
          <p:cNvPr id="29" name="arial-18-ls125__textBoxMarker"/>
          <p:cNvSpPr/>
          <p:nvPr/>
        </p:nvSpPr>
        <p:spPr>
          <a:xfrm>
            <a:off x="365760" y="1979422"/>
            <a:ext cx="2554732" cy="127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30" name="arial-18-ls175__c37.80_t32.46"/>
          <p:cNvSpPr/>
          <p:nvPr/>
        </p:nvSpPr>
        <p:spPr>
          <a:xfrm>
            <a:off x="3225292" y="1676400"/>
            <a:ext cx="2554732" cy="4800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Line spacing 1.75 at 18pt</a:t>
            </a:r>
            <a:endParaRPr lang="en-US" sz="1800" dirty="0"/>
          </a:p>
        </p:txBody>
      </p:sp>
      <p:sp>
        <p:nvSpPr>
          <p:cNvPr id="31" name="arial-18-ls175__textBoxMarker"/>
          <p:cNvSpPr/>
          <p:nvPr/>
        </p:nvSpPr>
        <p:spPr>
          <a:xfrm>
            <a:off x="3225292" y="2082292"/>
            <a:ext cx="2554732" cy="12700"/>
          </a:xfrm>
          <a:prstGeom prst="rect">
            <a:avLst/>
          </a:prstGeom>
          <a:solidFill>
            <a:srgbClr val="0000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2026-09-17T06:46:45Z</dcterms:created>
  <dcterms:modified xsi:type="dcterms:W3CDTF">2026-09-17T06:46:45Z</dcterms:modified>
</cp:coreProperties>
</file>