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49479200" cy="24130000"/>
  <p:notesSz cx="24130000" cy="4947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1/15 — 8pt regular · 9pt regular · 9.19pt regular · 10pt regular · 10.5pt regular · 11pt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S01_11 · Roboto 8 · W 110.88 · k−0</a:t>
            </a:r>
            <a:endParaRPr lang="en-US" sz="660" dirty="0"/>
          </a:p>
        </p:txBody>
      </p:sp>
      <p:sp>
        <p:nvSpPr>
          <p:cNvPr id="5" name="S01_11_Roboto_8_W110.88"/>
          <p:cNvSpPr/>
          <p:nvPr/>
        </p:nvSpPr>
        <p:spPr>
          <a:xfrm>
            <a:off x="76200" y="850900"/>
            <a:ext cx="14081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S01_12 · Roboto 8 · W 100.13 · k−0</a:t>
            </a:r>
            <a:endParaRPr lang="en-US" sz="660" dirty="0"/>
          </a:p>
        </p:txBody>
      </p:sp>
      <p:sp>
        <p:nvSpPr>
          <p:cNvPr id="7" name="S01_12_Roboto_8_W100.13"/>
          <p:cNvSpPr/>
          <p:nvPr/>
        </p:nvSpPr>
        <p:spPr>
          <a:xfrm>
            <a:off x="6261100" y="850900"/>
            <a:ext cx="12716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S01_13 · Roboto 8 · W 118.25 · k−0</a:t>
            </a:r>
            <a:endParaRPr lang="en-US" sz="660" dirty="0"/>
          </a:p>
        </p:txBody>
      </p:sp>
      <p:sp>
        <p:nvSpPr>
          <p:cNvPr id="9" name="S01_13_Roboto_8_W118.25"/>
          <p:cNvSpPr/>
          <p:nvPr/>
        </p:nvSpPr>
        <p:spPr>
          <a:xfrm>
            <a:off x="12446000" y="850900"/>
            <a:ext cx="15017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S01_14 · Roboto 8 · W 117.63 · k−0</a:t>
            </a:r>
            <a:endParaRPr lang="en-US" sz="660" dirty="0"/>
          </a:p>
        </p:txBody>
      </p:sp>
      <p:sp>
        <p:nvSpPr>
          <p:cNvPr id="11" name="S01_14_Roboto_8_W117.63"/>
          <p:cNvSpPr/>
          <p:nvPr/>
        </p:nvSpPr>
        <p:spPr>
          <a:xfrm>
            <a:off x="18630900" y="850900"/>
            <a:ext cx="149390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S01_15 · Inter 8 · W 119 · k−0</a:t>
            </a:r>
            <a:endParaRPr lang="en-US" sz="660" dirty="0"/>
          </a:p>
        </p:txBody>
      </p:sp>
      <p:sp>
        <p:nvSpPr>
          <p:cNvPr id="13" name="S01_15_Inter_8_W119"/>
          <p:cNvSpPr/>
          <p:nvPr/>
        </p:nvSpPr>
        <p:spPr>
          <a:xfrm>
            <a:off x="24815800" y="850900"/>
            <a:ext cx="151130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S01_16 · Inter 8 · W 107.63 · k−0</a:t>
            </a:r>
            <a:endParaRPr lang="en-US" sz="660" dirty="0"/>
          </a:p>
        </p:txBody>
      </p:sp>
      <p:sp>
        <p:nvSpPr>
          <p:cNvPr id="15" name="S01_16_Inter_8_W107.63"/>
          <p:cNvSpPr/>
          <p:nvPr/>
        </p:nvSpPr>
        <p:spPr>
          <a:xfrm>
            <a:off x="31000700" y="850900"/>
            <a:ext cx="136690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S01_17 · Inter 8 · W 128.25 · k−0</a:t>
            </a:r>
            <a:endParaRPr lang="en-US" sz="660" dirty="0"/>
          </a:p>
        </p:txBody>
      </p:sp>
      <p:sp>
        <p:nvSpPr>
          <p:cNvPr id="17" name="S01_17_Inter_8_W128.25"/>
          <p:cNvSpPr/>
          <p:nvPr/>
        </p:nvSpPr>
        <p:spPr>
          <a:xfrm>
            <a:off x="37185600" y="850900"/>
            <a:ext cx="16287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S01_18 · Inter 8 · W 129.88 · k−0</a:t>
            </a:r>
            <a:endParaRPr lang="en-US" sz="660" dirty="0"/>
          </a:p>
        </p:txBody>
      </p:sp>
      <p:sp>
        <p:nvSpPr>
          <p:cNvPr id="19" name="S01_18_Inter_8_W129.88"/>
          <p:cNvSpPr/>
          <p:nvPr/>
        </p:nvSpPr>
        <p:spPr>
          <a:xfrm>
            <a:off x="43370500" y="850900"/>
            <a:ext cx="16494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2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S01_21 · Arial 8 · W 113 · k−0</a:t>
            </a:r>
            <a:endParaRPr lang="en-US" sz="660" dirty="0"/>
          </a:p>
        </p:txBody>
      </p:sp>
      <p:sp>
        <p:nvSpPr>
          <p:cNvPr id="21" name="S01_21_Arial_8_W113"/>
          <p:cNvSpPr/>
          <p:nvPr/>
        </p:nvSpPr>
        <p:spPr>
          <a:xfrm>
            <a:off x="76200" y="1397000"/>
            <a:ext cx="143510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11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S01_22 · Arial 8 · W 102.25 · k−0</a:t>
            </a:r>
            <a:endParaRPr lang="en-US" sz="660" dirty="0"/>
          </a:p>
        </p:txBody>
      </p:sp>
      <p:sp>
        <p:nvSpPr>
          <p:cNvPr id="23" name="S01_22_Arial_8_W102.25"/>
          <p:cNvSpPr/>
          <p:nvPr/>
        </p:nvSpPr>
        <p:spPr>
          <a:xfrm>
            <a:off x="6261100" y="1397000"/>
            <a:ext cx="12985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4460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S01_23 · Arial 8 · W 123.63 · k−0</a:t>
            </a:r>
            <a:endParaRPr lang="en-US" sz="660" dirty="0"/>
          </a:p>
        </p:txBody>
      </p:sp>
      <p:sp>
        <p:nvSpPr>
          <p:cNvPr id="25" name="S01_23_Arial_8_W123.63"/>
          <p:cNvSpPr/>
          <p:nvPr/>
        </p:nvSpPr>
        <p:spPr>
          <a:xfrm>
            <a:off x="12446000" y="1397000"/>
            <a:ext cx="157010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6309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S01_24 · Arial 8 · W 122.88 · k−0</a:t>
            </a:r>
            <a:endParaRPr lang="en-US" sz="660" dirty="0"/>
          </a:p>
        </p:txBody>
      </p:sp>
      <p:sp>
        <p:nvSpPr>
          <p:cNvPr id="27" name="S01_24_Arial_8_W122.88"/>
          <p:cNvSpPr/>
          <p:nvPr/>
        </p:nvSpPr>
        <p:spPr>
          <a:xfrm>
            <a:off x="18630900" y="1397000"/>
            <a:ext cx="15605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8158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S01_25 · Arial Narrow 8 · W 91.88 · k−0</a:t>
            </a:r>
            <a:endParaRPr lang="en-US" sz="660" dirty="0"/>
          </a:p>
        </p:txBody>
      </p:sp>
      <p:sp>
        <p:nvSpPr>
          <p:cNvPr id="29" name="S01_25_ArialNarrow_8_W91.88"/>
          <p:cNvSpPr/>
          <p:nvPr/>
        </p:nvSpPr>
        <p:spPr>
          <a:xfrm>
            <a:off x="24815800" y="1397000"/>
            <a:ext cx="11668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0007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S01_26 · Arial Narrow 8 · W 83.88 · k−0</a:t>
            </a:r>
            <a:endParaRPr lang="en-US" sz="660" dirty="0"/>
          </a:p>
        </p:txBody>
      </p:sp>
      <p:sp>
        <p:nvSpPr>
          <p:cNvPr id="31" name="S01_26_ArialNarrow_8_W83.88"/>
          <p:cNvSpPr/>
          <p:nvPr/>
        </p:nvSpPr>
        <p:spPr>
          <a:xfrm>
            <a:off x="31000700" y="1397000"/>
            <a:ext cx="10652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1856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S01_27 · Arial Narrow 8 · W 101.13 · k−0</a:t>
            </a:r>
            <a:endParaRPr lang="en-US" sz="660" dirty="0"/>
          </a:p>
        </p:txBody>
      </p:sp>
      <p:sp>
        <p:nvSpPr>
          <p:cNvPr id="33" name="S01_27_ArialNarrow_8_W101.13"/>
          <p:cNvSpPr/>
          <p:nvPr/>
        </p:nvSpPr>
        <p:spPr>
          <a:xfrm>
            <a:off x="37185600" y="1397000"/>
            <a:ext cx="12843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370500" y="12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S01_28 · Arial Narrow 8 · W 100.75 · k−0</a:t>
            </a:r>
            <a:endParaRPr lang="en-US" sz="660" dirty="0"/>
          </a:p>
        </p:txBody>
      </p:sp>
      <p:sp>
        <p:nvSpPr>
          <p:cNvPr id="35" name="S01_28_ArialNarrow_8_W100.75"/>
          <p:cNvSpPr/>
          <p:nvPr/>
        </p:nvSpPr>
        <p:spPr>
          <a:xfrm>
            <a:off x="43370500" y="1397000"/>
            <a:ext cx="12795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2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S01_31 · Times New Roman 8 · W 97.88 · k−0</a:t>
            </a:r>
            <a:endParaRPr lang="en-US" sz="660" dirty="0"/>
          </a:p>
        </p:txBody>
      </p:sp>
      <p:sp>
        <p:nvSpPr>
          <p:cNvPr id="37" name="S01_31_TimesNewRoman_8_W97.88"/>
          <p:cNvSpPr/>
          <p:nvPr/>
        </p:nvSpPr>
        <p:spPr>
          <a:xfrm>
            <a:off x="76200" y="1943100"/>
            <a:ext cx="12430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11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S01_32 · Times New Roman 8 · W 96.13 · k−0</a:t>
            </a:r>
            <a:endParaRPr lang="en-US" sz="660" dirty="0"/>
          </a:p>
        </p:txBody>
      </p:sp>
      <p:sp>
        <p:nvSpPr>
          <p:cNvPr id="39" name="S01_32_TimesNewRoman_8_W96.13"/>
          <p:cNvSpPr/>
          <p:nvPr/>
        </p:nvSpPr>
        <p:spPr>
          <a:xfrm>
            <a:off x="6261100" y="1943100"/>
            <a:ext cx="12208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24460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S01_33 · Times New Roman 8 · W 111.38 · k−0</a:t>
            </a:r>
            <a:endParaRPr lang="en-US" sz="660" dirty="0"/>
          </a:p>
        </p:txBody>
      </p:sp>
      <p:sp>
        <p:nvSpPr>
          <p:cNvPr id="41" name="S01_33_TimesNewRoman_8_W111.38"/>
          <p:cNvSpPr/>
          <p:nvPr/>
        </p:nvSpPr>
        <p:spPr>
          <a:xfrm>
            <a:off x="12446000" y="1943100"/>
            <a:ext cx="141452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6309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S01_34 · Times New Roman 8 · W 118.25 · k−0</a:t>
            </a:r>
            <a:endParaRPr lang="en-US" sz="660" dirty="0"/>
          </a:p>
        </p:txBody>
      </p:sp>
      <p:sp>
        <p:nvSpPr>
          <p:cNvPr id="43" name="S01_34_TimesNewRoman_8_W118.25"/>
          <p:cNvSpPr/>
          <p:nvPr/>
        </p:nvSpPr>
        <p:spPr>
          <a:xfrm>
            <a:off x="18630900" y="1943100"/>
            <a:ext cx="15017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8158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S01_35 · Georgia 8 · W 108 · k−0</a:t>
            </a:r>
            <a:endParaRPr lang="en-US" sz="660" dirty="0"/>
          </a:p>
        </p:txBody>
      </p:sp>
      <p:sp>
        <p:nvSpPr>
          <p:cNvPr id="45" name="S01_35_Georgia_8_W108"/>
          <p:cNvSpPr/>
          <p:nvPr/>
        </p:nvSpPr>
        <p:spPr>
          <a:xfrm>
            <a:off x="24815800" y="1943100"/>
            <a:ext cx="137160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0007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S01_36 · Georgia 8 · W 99.13 · k−0</a:t>
            </a:r>
            <a:endParaRPr lang="en-US" sz="660" dirty="0"/>
          </a:p>
        </p:txBody>
      </p:sp>
      <p:sp>
        <p:nvSpPr>
          <p:cNvPr id="47" name="S01_36_Georgia_8_W99.13"/>
          <p:cNvSpPr/>
          <p:nvPr/>
        </p:nvSpPr>
        <p:spPr>
          <a:xfrm>
            <a:off x="31000700" y="1943100"/>
            <a:ext cx="12589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1856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S01_37 · Georgia 8 · W 119.13 · k−0</a:t>
            </a:r>
            <a:endParaRPr lang="en-US" sz="660" dirty="0"/>
          </a:p>
        </p:txBody>
      </p:sp>
      <p:sp>
        <p:nvSpPr>
          <p:cNvPr id="49" name="S01_37_Georgia_8_W119.13"/>
          <p:cNvSpPr/>
          <p:nvPr/>
        </p:nvSpPr>
        <p:spPr>
          <a:xfrm>
            <a:off x="37185600" y="1943100"/>
            <a:ext cx="15129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370500" y="1778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S01_38 · Georgia 8 · W 120.13 · k−0</a:t>
            </a:r>
            <a:endParaRPr lang="en-US" sz="660" dirty="0"/>
          </a:p>
        </p:txBody>
      </p:sp>
      <p:sp>
        <p:nvSpPr>
          <p:cNvPr id="51" name="S01_38_Georgia_8_W120.13"/>
          <p:cNvSpPr/>
          <p:nvPr/>
        </p:nvSpPr>
        <p:spPr>
          <a:xfrm>
            <a:off x="43370500" y="1943100"/>
            <a:ext cx="15256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62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S01_41 · Calibri 8 · W 100.63 · k−0</a:t>
            </a:r>
            <a:endParaRPr lang="en-US" sz="660" dirty="0"/>
          </a:p>
        </p:txBody>
      </p:sp>
      <p:sp>
        <p:nvSpPr>
          <p:cNvPr id="53" name="S01_41_Calibri_8_W100.63"/>
          <p:cNvSpPr/>
          <p:nvPr/>
        </p:nvSpPr>
        <p:spPr>
          <a:xfrm>
            <a:off x="76200" y="2489200"/>
            <a:ext cx="127800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611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S01_42 · Calibri 8 · W 90.38 · k−0</a:t>
            </a:r>
            <a:endParaRPr lang="en-US" sz="660" dirty="0"/>
          </a:p>
        </p:txBody>
      </p:sp>
      <p:sp>
        <p:nvSpPr>
          <p:cNvPr id="55" name="S01_42_Calibri_8_W90.38"/>
          <p:cNvSpPr/>
          <p:nvPr/>
        </p:nvSpPr>
        <p:spPr>
          <a:xfrm>
            <a:off x="6261100" y="2489200"/>
            <a:ext cx="114782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4460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S01_43 · Calibri 8 · W 108.25 · k−0</a:t>
            </a:r>
            <a:endParaRPr lang="en-US" sz="660" dirty="0"/>
          </a:p>
        </p:txBody>
      </p:sp>
      <p:sp>
        <p:nvSpPr>
          <p:cNvPr id="57" name="S01_43_Calibri_8_W108.25"/>
          <p:cNvSpPr/>
          <p:nvPr/>
        </p:nvSpPr>
        <p:spPr>
          <a:xfrm>
            <a:off x="12446000" y="2489200"/>
            <a:ext cx="13747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86309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S01_44 · Calibri 8 · W 106.25 · k−0</a:t>
            </a:r>
            <a:endParaRPr lang="en-US" sz="660" dirty="0"/>
          </a:p>
        </p:txBody>
      </p:sp>
      <p:sp>
        <p:nvSpPr>
          <p:cNvPr id="59" name="S01_44_Calibri_8_W106.25"/>
          <p:cNvSpPr/>
          <p:nvPr/>
        </p:nvSpPr>
        <p:spPr>
          <a:xfrm>
            <a:off x="18630900" y="2489200"/>
            <a:ext cx="13493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8158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S01_45 · Verdana 8 · W 126.5 · k−0</a:t>
            </a:r>
            <a:endParaRPr lang="en-US" sz="660" dirty="0"/>
          </a:p>
        </p:txBody>
      </p:sp>
      <p:sp>
        <p:nvSpPr>
          <p:cNvPr id="61" name="S01_45_Verdana_8_W126.5"/>
          <p:cNvSpPr/>
          <p:nvPr/>
        </p:nvSpPr>
        <p:spPr>
          <a:xfrm>
            <a:off x="24815800" y="2489200"/>
            <a:ext cx="16065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10007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S01_46 · Verdana 8 · W 112.13 · k−0</a:t>
            </a:r>
            <a:endParaRPr lang="en-US" sz="660" dirty="0"/>
          </a:p>
        </p:txBody>
      </p:sp>
      <p:sp>
        <p:nvSpPr>
          <p:cNvPr id="63" name="S01_46_Verdana_8_W112.13"/>
          <p:cNvSpPr/>
          <p:nvPr/>
        </p:nvSpPr>
        <p:spPr>
          <a:xfrm>
            <a:off x="31000700" y="2489200"/>
            <a:ext cx="14240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71856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S01_47 · Verdana 8 · W 139.38 · k−0</a:t>
            </a:r>
            <a:endParaRPr lang="en-US" sz="660" dirty="0"/>
          </a:p>
        </p:txBody>
      </p:sp>
      <p:sp>
        <p:nvSpPr>
          <p:cNvPr id="65" name="S01_47_Verdana_8_W139.38"/>
          <p:cNvSpPr/>
          <p:nvPr/>
        </p:nvSpPr>
        <p:spPr>
          <a:xfrm>
            <a:off x="37185600" y="2489200"/>
            <a:ext cx="177012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370500" y="2324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S01_48 · Verdana 8 · W 140.13 · k−0</a:t>
            </a:r>
            <a:endParaRPr lang="en-US" sz="660" dirty="0"/>
          </a:p>
        </p:txBody>
      </p:sp>
      <p:sp>
        <p:nvSpPr>
          <p:cNvPr id="67" name="S01_48_Verdana_8_W140.13"/>
          <p:cNvSpPr/>
          <p:nvPr/>
        </p:nvSpPr>
        <p:spPr>
          <a:xfrm>
            <a:off x="43370500" y="2489200"/>
            <a:ext cx="177965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62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S01_51 · Tahoma 8 · W 111.5 · k−0</a:t>
            </a:r>
            <a:endParaRPr lang="en-US" sz="660" dirty="0"/>
          </a:p>
        </p:txBody>
      </p:sp>
      <p:sp>
        <p:nvSpPr>
          <p:cNvPr id="69" name="S01_51_Tahoma_8_W111.5"/>
          <p:cNvSpPr/>
          <p:nvPr/>
        </p:nvSpPr>
        <p:spPr>
          <a:xfrm>
            <a:off x="76200" y="3035300"/>
            <a:ext cx="14160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611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S01_52 · Tahoma 8 · W 99.75 · k−0</a:t>
            </a:r>
            <a:endParaRPr lang="en-US" sz="660" dirty="0"/>
          </a:p>
        </p:txBody>
      </p:sp>
      <p:sp>
        <p:nvSpPr>
          <p:cNvPr id="71" name="S01_52_Tahoma_8_W99.75"/>
          <p:cNvSpPr/>
          <p:nvPr/>
        </p:nvSpPr>
        <p:spPr>
          <a:xfrm>
            <a:off x="6261100" y="3035300"/>
            <a:ext cx="12668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24460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S01_53 · Tahoma 8 · W 122.75 · k−0</a:t>
            </a:r>
            <a:endParaRPr lang="en-US" sz="660" dirty="0"/>
          </a:p>
        </p:txBody>
      </p:sp>
      <p:sp>
        <p:nvSpPr>
          <p:cNvPr id="73" name="S01_53_Tahoma_8_W122.75"/>
          <p:cNvSpPr/>
          <p:nvPr/>
        </p:nvSpPr>
        <p:spPr>
          <a:xfrm>
            <a:off x="12446000" y="3035300"/>
            <a:ext cx="15589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86309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S01_54 · Tahoma 8 · W 121.63 · k−0</a:t>
            </a:r>
            <a:endParaRPr lang="en-US" sz="660" dirty="0"/>
          </a:p>
        </p:txBody>
      </p:sp>
      <p:sp>
        <p:nvSpPr>
          <p:cNvPr id="75" name="S01_54_Tahoma_8_W121.63"/>
          <p:cNvSpPr/>
          <p:nvPr/>
        </p:nvSpPr>
        <p:spPr>
          <a:xfrm>
            <a:off x="18630900" y="3035300"/>
            <a:ext cx="1544701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48158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S01_55 · Trebuchet MS 8 · W 112.88 · k−0</a:t>
            </a:r>
            <a:endParaRPr lang="en-US" sz="660" dirty="0"/>
          </a:p>
        </p:txBody>
      </p:sp>
      <p:sp>
        <p:nvSpPr>
          <p:cNvPr id="77" name="S01_55_TrebuchetMS_8_W112.88"/>
          <p:cNvSpPr/>
          <p:nvPr/>
        </p:nvSpPr>
        <p:spPr>
          <a:xfrm>
            <a:off x="24815800" y="3035300"/>
            <a:ext cx="1433576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10007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S01_56 · Trebuchet MS 8 · W 101.5 · k−0</a:t>
            </a:r>
            <a:endParaRPr lang="en-US" sz="660" dirty="0"/>
          </a:p>
        </p:txBody>
      </p:sp>
      <p:sp>
        <p:nvSpPr>
          <p:cNvPr id="79" name="S01_56_TrebuchetMS_8_W101.5"/>
          <p:cNvSpPr/>
          <p:nvPr/>
        </p:nvSpPr>
        <p:spPr>
          <a:xfrm>
            <a:off x="31000700" y="3035300"/>
            <a:ext cx="12890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71856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S01_57 · Trebuchet MS 8 · W 118.75 · k−0</a:t>
            </a:r>
            <a:endParaRPr lang="en-US" sz="660" dirty="0"/>
          </a:p>
        </p:txBody>
      </p:sp>
      <p:sp>
        <p:nvSpPr>
          <p:cNvPr id="81" name="S01_57_TrebuchetMS_8_W118.75"/>
          <p:cNvSpPr/>
          <p:nvPr/>
        </p:nvSpPr>
        <p:spPr>
          <a:xfrm>
            <a:off x="37185600" y="3035300"/>
            <a:ext cx="15081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370500" y="287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S01_58 · Trebuchet MS 8 · W 119.5 · k−0</a:t>
            </a:r>
            <a:endParaRPr lang="en-US" sz="660" dirty="0"/>
          </a:p>
        </p:txBody>
      </p:sp>
      <p:sp>
        <p:nvSpPr>
          <p:cNvPr id="83" name="S01_58_TrebuchetMS_8_W119.5"/>
          <p:cNvSpPr/>
          <p:nvPr/>
        </p:nvSpPr>
        <p:spPr>
          <a:xfrm>
            <a:off x="43370500" y="3035300"/>
            <a:ext cx="15176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62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S01_61 · Comic Sans MS 8 · W 116.5 · k−0</a:t>
            </a:r>
            <a:endParaRPr lang="en-US" sz="660" dirty="0"/>
          </a:p>
        </p:txBody>
      </p:sp>
      <p:sp>
        <p:nvSpPr>
          <p:cNvPr id="85" name="S01_61_ComicSansMS_8_W116.5"/>
          <p:cNvSpPr/>
          <p:nvPr/>
        </p:nvSpPr>
        <p:spPr>
          <a:xfrm>
            <a:off x="76200" y="3581400"/>
            <a:ext cx="14795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2611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S01_62 · Comic Sans MS 8 · W 102.75 · k−0</a:t>
            </a:r>
            <a:endParaRPr lang="en-US" sz="660" dirty="0"/>
          </a:p>
        </p:txBody>
      </p:sp>
      <p:sp>
        <p:nvSpPr>
          <p:cNvPr id="87" name="S01_62_ComicSansMS_8_W102.75"/>
          <p:cNvSpPr/>
          <p:nvPr/>
        </p:nvSpPr>
        <p:spPr>
          <a:xfrm>
            <a:off x="6261100" y="3581400"/>
            <a:ext cx="13049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24460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S01_63 · Comic Sans MS 8 · W 118.5 · k−0</a:t>
            </a:r>
            <a:endParaRPr lang="en-US" sz="660" dirty="0"/>
          </a:p>
        </p:txBody>
      </p:sp>
      <p:sp>
        <p:nvSpPr>
          <p:cNvPr id="89" name="S01_63_ComicSansMS_8_W118.5"/>
          <p:cNvSpPr/>
          <p:nvPr/>
        </p:nvSpPr>
        <p:spPr>
          <a:xfrm>
            <a:off x="12446000" y="3581400"/>
            <a:ext cx="15049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86309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S01_64 · Comic Sans MS 8 · W 129.25 · k−0</a:t>
            </a:r>
            <a:endParaRPr lang="en-US" sz="660" dirty="0"/>
          </a:p>
        </p:txBody>
      </p:sp>
      <p:sp>
        <p:nvSpPr>
          <p:cNvPr id="91" name="S01_64_ComicSansMS_8_W129.25"/>
          <p:cNvSpPr/>
          <p:nvPr/>
        </p:nvSpPr>
        <p:spPr>
          <a:xfrm>
            <a:off x="18630900" y="3581400"/>
            <a:ext cx="16414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248158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S01_65 · Courier New 8 · W 143.5 · k−0</a:t>
            </a:r>
            <a:endParaRPr lang="en-US" sz="660" dirty="0"/>
          </a:p>
        </p:txBody>
      </p:sp>
      <p:sp>
        <p:nvSpPr>
          <p:cNvPr id="93" name="S01_65_CourierNew_8_W143.5"/>
          <p:cNvSpPr/>
          <p:nvPr/>
        </p:nvSpPr>
        <p:spPr>
          <a:xfrm>
            <a:off x="24815800" y="3581400"/>
            <a:ext cx="18224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310007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S01_66 · Courier New 8 · W 124.5 · k−0</a:t>
            </a:r>
            <a:endParaRPr lang="en-US" sz="660" dirty="0"/>
          </a:p>
        </p:txBody>
      </p:sp>
      <p:sp>
        <p:nvSpPr>
          <p:cNvPr id="95" name="S01_66_CourierNew_8_W124.5"/>
          <p:cNvSpPr/>
          <p:nvPr/>
        </p:nvSpPr>
        <p:spPr>
          <a:xfrm>
            <a:off x="31000700" y="3581400"/>
            <a:ext cx="1581150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71856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S01_67 · Courier New 8 · W 148.25 · k−0</a:t>
            </a:r>
            <a:endParaRPr lang="en-US" sz="660" dirty="0"/>
          </a:p>
        </p:txBody>
      </p:sp>
      <p:sp>
        <p:nvSpPr>
          <p:cNvPr id="97" name="S01_67_CourierNew_8_W148.25"/>
          <p:cNvSpPr/>
          <p:nvPr/>
        </p:nvSpPr>
        <p:spPr>
          <a:xfrm>
            <a:off x="37185600" y="3581400"/>
            <a:ext cx="188277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3370500" y="34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S01_68 · Courier New 8 · W 157.75 · k−0</a:t>
            </a:r>
            <a:endParaRPr lang="en-US" sz="660" dirty="0"/>
          </a:p>
        </p:txBody>
      </p:sp>
      <p:sp>
        <p:nvSpPr>
          <p:cNvPr id="99" name="S01_68_CourierNew_8_W157.75"/>
          <p:cNvSpPr/>
          <p:nvPr/>
        </p:nvSpPr>
        <p:spPr>
          <a:xfrm>
            <a:off x="43370500" y="3581400"/>
            <a:ext cx="2003425" cy="121920"/>
          </a:xfrm>
          <a:prstGeom prst="rect">
            <a:avLst/>
          </a:prstGeom>
          <a:noFill/>
          <a:ln w="137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6200" y="39624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9pt regular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62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S02_11 · Roboto 9 · W 124.13 · k−0</a:t>
            </a:r>
            <a:endParaRPr lang="en-US" sz="680" dirty="0"/>
          </a:p>
        </p:txBody>
      </p:sp>
      <p:sp>
        <p:nvSpPr>
          <p:cNvPr id="102" name="S02_11_Roboto_9_W124.13"/>
          <p:cNvSpPr/>
          <p:nvPr/>
        </p:nvSpPr>
        <p:spPr>
          <a:xfrm>
            <a:off x="76200" y="4381500"/>
            <a:ext cx="15764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2611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S02_12 · Roboto 9 · W 112.25 · k−0</a:t>
            </a:r>
            <a:endParaRPr lang="en-US" sz="680" dirty="0"/>
          </a:p>
        </p:txBody>
      </p:sp>
      <p:sp>
        <p:nvSpPr>
          <p:cNvPr id="104" name="S02_12_Roboto_9_W112.25"/>
          <p:cNvSpPr/>
          <p:nvPr/>
        </p:nvSpPr>
        <p:spPr>
          <a:xfrm>
            <a:off x="6261100" y="4381500"/>
            <a:ext cx="14255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24460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S02_13 · Roboto 9 · W 133.13 · k−0</a:t>
            </a:r>
            <a:endParaRPr lang="en-US" sz="680" dirty="0"/>
          </a:p>
        </p:txBody>
      </p:sp>
      <p:sp>
        <p:nvSpPr>
          <p:cNvPr id="106" name="S02_13_Roboto_9_W133.13"/>
          <p:cNvSpPr/>
          <p:nvPr/>
        </p:nvSpPr>
        <p:spPr>
          <a:xfrm>
            <a:off x="12446000" y="4381500"/>
            <a:ext cx="16907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86309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S02_14 · Roboto 9 · W 132 · k−0</a:t>
            </a:r>
            <a:endParaRPr lang="en-US" sz="680" dirty="0"/>
          </a:p>
        </p:txBody>
      </p:sp>
      <p:sp>
        <p:nvSpPr>
          <p:cNvPr id="108" name="S02_14_Roboto_9_W132"/>
          <p:cNvSpPr/>
          <p:nvPr/>
        </p:nvSpPr>
        <p:spPr>
          <a:xfrm>
            <a:off x="18630900" y="4381500"/>
            <a:ext cx="16764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48158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S02_15 · Inter 9 · W 133.5 · k−0</a:t>
            </a:r>
            <a:endParaRPr lang="en-US" sz="680" dirty="0"/>
          </a:p>
        </p:txBody>
      </p:sp>
      <p:sp>
        <p:nvSpPr>
          <p:cNvPr id="110" name="S02_15_Inter_9_W133.5"/>
          <p:cNvSpPr/>
          <p:nvPr/>
        </p:nvSpPr>
        <p:spPr>
          <a:xfrm>
            <a:off x="24815800" y="4381500"/>
            <a:ext cx="16954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310007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S02_16 · Inter 9 · W 120.75 · k−0</a:t>
            </a:r>
            <a:endParaRPr lang="en-US" sz="680" dirty="0"/>
          </a:p>
        </p:txBody>
      </p:sp>
      <p:sp>
        <p:nvSpPr>
          <p:cNvPr id="112" name="S02_16_Inter_9_W120.75"/>
          <p:cNvSpPr/>
          <p:nvPr/>
        </p:nvSpPr>
        <p:spPr>
          <a:xfrm>
            <a:off x="31000700" y="4381500"/>
            <a:ext cx="15335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71856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S02_17 · Inter 9 · W 144.25 · k−0</a:t>
            </a:r>
            <a:endParaRPr lang="en-US" sz="680" dirty="0"/>
          </a:p>
        </p:txBody>
      </p:sp>
      <p:sp>
        <p:nvSpPr>
          <p:cNvPr id="114" name="S02_17_Inter_9_W144.25"/>
          <p:cNvSpPr/>
          <p:nvPr/>
        </p:nvSpPr>
        <p:spPr>
          <a:xfrm>
            <a:off x="37185600" y="4381500"/>
            <a:ext cx="18319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433705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S02_18 · Inter 9 · W 146 · k−0</a:t>
            </a:r>
            <a:endParaRPr lang="en-US" sz="680" dirty="0"/>
          </a:p>
        </p:txBody>
      </p:sp>
      <p:sp>
        <p:nvSpPr>
          <p:cNvPr id="116" name="S02_18_Inter_9_W146"/>
          <p:cNvSpPr/>
          <p:nvPr/>
        </p:nvSpPr>
        <p:spPr>
          <a:xfrm>
            <a:off x="43370500" y="4381500"/>
            <a:ext cx="18542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62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S02_21 · Arial 9 · W 126 · k−0</a:t>
            </a:r>
            <a:endParaRPr lang="en-US" sz="680" dirty="0"/>
          </a:p>
        </p:txBody>
      </p:sp>
      <p:sp>
        <p:nvSpPr>
          <p:cNvPr id="118" name="S02_21_Arial_9_W126"/>
          <p:cNvSpPr/>
          <p:nvPr/>
        </p:nvSpPr>
        <p:spPr>
          <a:xfrm>
            <a:off x="76200" y="4953000"/>
            <a:ext cx="16002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2611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S02_22 · Arial 9 · W 114.5 · k−0</a:t>
            </a:r>
            <a:endParaRPr lang="en-US" sz="680" dirty="0"/>
          </a:p>
        </p:txBody>
      </p:sp>
      <p:sp>
        <p:nvSpPr>
          <p:cNvPr id="120" name="S02_22_Arial_9_W114.5"/>
          <p:cNvSpPr/>
          <p:nvPr/>
        </p:nvSpPr>
        <p:spPr>
          <a:xfrm>
            <a:off x="6261100" y="4953000"/>
            <a:ext cx="14541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124460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S02_23 · Arial 9 · W 138 · k−0</a:t>
            </a:r>
            <a:endParaRPr lang="en-US" sz="680" dirty="0"/>
          </a:p>
        </p:txBody>
      </p:sp>
      <p:sp>
        <p:nvSpPr>
          <p:cNvPr id="122" name="S02_23_Arial_9_W138"/>
          <p:cNvSpPr/>
          <p:nvPr/>
        </p:nvSpPr>
        <p:spPr>
          <a:xfrm>
            <a:off x="12446000" y="4953000"/>
            <a:ext cx="17526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86309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S02_24 · Arial 9 · W 137.5 · k−0</a:t>
            </a:r>
            <a:endParaRPr lang="en-US" sz="680" dirty="0"/>
          </a:p>
        </p:txBody>
      </p:sp>
      <p:sp>
        <p:nvSpPr>
          <p:cNvPr id="124" name="S02_24_Arial_9_W137.5"/>
          <p:cNvSpPr/>
          <p:nvPr/>
        </p:nvSpPr>
        <p:spPr>
          <a:xfrm>
            <a:off x="18630900" y="4953000"/>
            <a:ext cx="17462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248158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S02_25 · Arial Narrow 9 · W 103.88 · k−0</a:t>
            </a:r>
            <a:endParaRPr lang="en-US" sz="680" dirty="0"/>
          </a:p>
        </p:txBody>
      </p:sp>
      <p:sp>
        <p:nvSpPr>
          <p:cNvPr id="126" name="S02_25_ArialNarrow_9_W103.88"/>
          <p:cNvSpPr/>
          <p:nvPr/>
        </p:nvSpPr>
        <p:spPr>
          <a:xfrm>
            <a:off x="24815800" y="4953000"/>
            <a:ext cx="13192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310007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S02_26 · Arial Narrow 9 · W 94.13 · k−0</a:t>
            </a:r>
            <a:endParaRPr lang="en-US" sz="680" dirty="0"/>
          </a:p>
        </p:txBody>
      </p:sp>
      <p:sp>
        <p:nvSpPr>
          <p:cNvPr id="128" name="S02_26_ArialNarrow_9_W94.13"/>
          <p:cNvSpPr/>
          <p:nvPr/>
        </p:nvSpPr>
        <p:spPr>
          <a:xfrm>
            <a:off x="31000700" y="4953000"/>
            <a:ext cx="11954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371856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S02_27 · Arial Narrow 9 · W 113.25 · k−0</a:t>
            </a:r>
            <a:endParaRPr lang="en-US" sz="680" dirty="0"/>
          </a:p>
        </p:txBody>
      </p:sp>
      <p:sp>
        <p:nvSpPr>
          <p:cNvPr id="130" name="S02_27_ArialNarrow_9_W113.25"/>
          <p:cNvSpPr/>
          <p:nvPr/>
        </p:nvSpPr>
        <p:spPr>
          <a:xfrm>
            <a:off x="37185600" y="4953000"/>
            <a:ext cx="14382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43370500" y="478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S02_28 · Arial Narrow 9 · W 112.63 · k−0</a:t>
            </a:r>
            <a:endParaRPr lang="en-US" sz="680" dirty="0"/>
          </a:p>
        </p:txBody>
      </p:sp>
      <p:sp>
        <p:nvSpPr>
          <p:cNvPr id="132" name="S02_28_ArialNarrow_9_W112.63"/>
          <p:cNvSpPr/>
          <p:nvPr/>
        </p:nvSpPr>
        <p:spPr>
          <a:xfrm>
            <a:off x="43370500" y="4953000"/>
            <a:ext cx="14304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762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S02_31 · Times New Roman 9 · W 110.75 · k−0</a:t>
            </a:r>
            <a:endParaRPr lang="en-US" sz="680" dirty="0"/>
          </a:p>
        </p:txBody>
      </p:sp>
      <p:sp>
        <p:nvSpPr>
          <p:cNvPr id="134" name="S02_31_TimesNewRoman_9_W110.75"/>
          <p:cNvSpPr/>
          <p:nvPr/>
        </p:nvSpPr>
        <p:spPr>
          <a:xfrm>
            <a:off x="76200" y="5524500"/>
            <a:ext cx="14065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62611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S02_32 · Times New Roman 9 · W 108.25 · k−0</a:t>
            </a:r>
            <a:endParaRPr lang="en-US" sz="680" dirty="0"/>
          </a:p>
        </p:txBody>
      </p:sp>
      <p:sp>
        <p:nvSpPr>
          <p:cNvPr id="136" name="S02_32_TimesNewRoman_9_W108.25"/>
          <p:cNvSpPr/>
          <p:nvPr/>
        </p:nvSpPr>
        <p:spPr>
          <a:xfrm>
            <a:off x="6261100" y="5524500"/>
            <a:ext cx="13747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124460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S02_33 · Times New Roman 9 · W 125.25 · k−0</a:t>
            </a:r>
            <a:endParaRPr lang="en-US" sz="680" dirty="0"/>
          </a:p>
        </p:txBody>
      </p:sp>
      <p:sp>
        <p:nvSpPr>
          <p:cNvPr id="138" name="S02_33_TimesNewRoman_9_W125.25"/>
          <p:cNvSpPr/>
          <p:nvPr/>
        </p:nvSpPr>
        <p:spPr>
          <a:xfrm>
            <a:off x="12446000" y="5524500"/>
            <a:ext cx="15906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186309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S02_34 · Times New Roman 9 · W 133 · k−0</a:t>
            </a:r>
            <a:endParaRPr lang="en-US" sz="680" dirty="0"/>
          </a:p>
        </p:txBody>
      </p:sp>
      <p:sp>
        <p:nvSpPr>
          <p:cNvPr id="140" name="S02_34_TimesNewRoman_9_W133"/>
          <p:cNvSpPr/>
          <p:nvPr/>
        </p:nvSpPr>
        <p:spPr>
          <a:xfrm>
            <a:off x="18630900" y="5524500"/>
            <a:ext cx="16891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248158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S02_35 · Georgia 9 · W 121.25 · k−0</a:t>
            </a:r>
            <a:endParaRPr lang="en-US" sz="680" dirty="0"/>
          </a:p>
        </p:txBody>
      </p:sp>
      <p:sp>
        <p:nvSpPr>
          <p:cNvPr id="142" name="S02_35_Georgia_9_W121.25"/>
          <p:cNvSpPr/>
          <p:nvPr/>
        </p:nvSpPr>
        <p:spPr>
          <a:xfrm>
            <a:off x="24815800" y="5524500"/>
            <a:ext cx="15398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310007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S02_36 · Georgia 9 · W 111.38 · k−0</a:t>
            </a:r>
            <a:endParaRPr lang="en-US" sz="680" dirty="0"/>
          </a:p>
        </p:txBody>
      </p:sp>
      <p:sp>
        <p:nvSpPr>
          <p:cNvPr id="144" name="S02_36_Georgia_9_W111.38"/>
          <p:cNvSpPr/>
          <p:nvPr/>
        </p:nvSpPr>
        <p:spPr>
          <a:xfrm>
            <a:off x="31000700" y="5524500"/>
            <a:ext cx="14145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371856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S02_37 · Georgia 9 · W 133.88 · k−0</a:t>
            </a:r>
            <a:endParaRPr lang="en-US" sz="680" dirty="0"/>
          </a:p>
        </p:txBody>
      </p:sp>
      <p:sp>
        <p:nvSpPr>
          <p:cNvPr id="146" name="S02_37_Georgia_9_W133.88"/>
          <p:cNvSpPr/>
          <p:nvPr/>
        </p:nvSpPr>
        <p:spPr>
          <a:xfrm>
            <a:off x="37185600" y="5524500"/>
            <a:ext cx="17002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43370500" y="535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S02_38 · Georgia 9 · W 134.63 · k−0</a:t>
            </a:r>
            <a:endParaRPr lang="en-US" sz="680" dirty="0"/>
          </a:p>
        </p:txBody>
      </p:sp>
      <p:sp>
        <p:nvSpPr>
          <p:cNvPr id="148" name="S02_38_Georgia_9_W134.63"/>
          <p:cNvSpPr/>
          <p:nvPr/>
        </p:nvSpPr>
        <p:spPr>
          <a:xfrm>
            <a:off x="43370500" y="5524500"/>
            <a:ext cx="17098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762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S02_41 · Calibri 9 · W 112.75 · k−0</a:t>
            </a:r>
            <a:endParaRPr lang="en-US" sz="680" dirty="0"/>
          </a:p>
        </p:txBody>
      </p:sp>
      <p:sp>
        <p:nvSpPr>
          <p:cNvPr id="150" name="S02_41_Calibri_9_W112.75"/>
          <p:cNvSpPr/>
          <p:nvPr/>
        </p:nvSpPr>
        <p:spPr>
          <a:xfrm>
            <a:off x="76200" y="6096000"/>
            <a:ext cx="14319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2611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S02_42 · Calibri 9 · W 101.38 · k−0</a:t>
            </a:r>
            <a:endParaRPr lang="en-US" sz="680" dirty="0"/>
          </a:p>
        </p:txBody>
      </p:sp>
      <p:sp>
        <p:nvSpPr>
          <p:cNvPr id="152" name="S02_42_Calibri_9_W101.38"/>
          <p:cNvSpPr/>
          <p:nvPr/>
        </p:nvSpPr>
        <p:spPr>
          <a:xfrm>
            <a:off x="6261100" y="6096000"/>
            <a:ext cx="12875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124460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S02_43 · Calibri 9 · W 121.5 · k−0</a:t>
            </a:r>
            <a:endParaRPr lang="en-US" sz="680" dirty="0"/>
          </a:p>
        </p:txBody>
      </p:sp>
      <p:sp>
        <p:nvSpPr>
          <p:cNvPr id="154" name="S02_43_Calibri_9_W121.5"/>
          <p:cNvSpPr/>
          <p:nvPr/>
        </p:nvSpPr>
        <p:spPr>
          <a:xfrm>
            <a:off x="12446000" y="6096000"/>
            <a:ext cx="15430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186309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S02_44 · Calibri 9 · W 119.75 · k−0</a:t>
            </a:r>
            <a:endParaRPr lang="en-US" sz="680" dirty="0"/>
          </a:p>
        </p:txBody>
      </p:sp>
      <p:sp>
        <p:nvSpPr>
          <p:cNvPr id="156" name="S02_44_Calibri_9_W119.75"/>
          <p:cNvSpPr/>
          <p:nvPr/>
        </p:nvSpPr>
        <p:spPr>
          <a:xfrm>
            <a:off x="18630900" y="6096000"/>
            <a:ext cx="15208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248158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S02_45 · Verdana 9 · W 142.5 · k−0</a:t>
            </a:r>
            <a:endParaRPr lang="en-US" sz="680" dirty="0"/>
          </a:p>
        </p:txBody>
      </p:sp>
      <p:sp>
        <p:nvSpPr>
          <p:cNvPr id="158" name="S02_45_Verdana_9_W142.5"/>
          <p:cNvSpPr/>
          <p:nvPr/>
        </p:nvSpPr>
        <p:spPr>
          <a:xfrm>
            <a:off x="24815800" y="6096000"/>
            <a:ext cx="18097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310007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S02_46 · Verdana 9 · W 125.88 · k−0</a:t>
            </a:r>
            <a:endParaRPr lang="en-US" sz="680" dirty="0"/>
          </a:p>
        </p:txBody>
      </p:sp>
      <p:sp>
        <p:nvSpPr>
          <p:cNvPr id="160" name="S02_46_Verdana_9_W125.88"/>
          <p:cNvSpPr/>
          <p:nvPr/>
        </p:nvSpPr>
        <p:spPr>
          <a:xfrm>
            <a:off x="31000700" y="6096000"/>
            <a:ext cx="15986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371856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S02_47 · Verdana 9 · W 156 · k−0</a:t>
            </a:r>
            <a:endParaRPr lang="en-US" sz="680" dirty="0"/>
          </a:p>
        </p:txBody>
      </p:sp>
      <p:sp>
        <p:nvSpPr>
          <p:cNvPr id="162" name="S02_47_Verdana_9_W156"/>
          <p:cNvSpPr/>
          <p:nvPr/>
        </p:nvSpPr>
        <p:spPr>
          <a:xfrm>
            <a:off x="37185600" y="6096000"/>
            <a:ext cx="19812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43370500" y="593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S02_48 · Verdana 9 · W 156.5 · k−0</a:t>
            </a:r>
            <a:endParaRPr lang="en-US" sz="680" dirty="0"/>
          </a:p>
        </p:txBody>
      </p:sp>
      <p:sp>
        <p:nvSpPr>
          <p:cNvPr id="164" name="S02_48_Verdana_9_W156.5"/>
          <p:cNvSpPr/>
          <p:nvPr/>
        </p:nvSpPr>
        <p:spPr>
          <a:xfrm>
            <a:off x="43370500" y="6096000"/>
            <a:ext cx="19875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762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S02_51 · Tahoma 9 · W 125.38 · k−0</a:t>
            </a:r>
            <a:endParaRPr lang="en-US" sz="680" dirty="0"/>
          </a:p>
        </p:txBody>
      </p:sp>
      <p:sp>
        <p:nvSpPr>
          <p:cNvPr id="166" name="S02_51_Tahoma_9_W125.38"/>
          <p:cNvSpPr/>
          <p:nvPr/>
        </p:nvSpPr>
        <p:spPr>
          <a:xfrm>
            <a:off x="76200" y="6667500"/>
            <a:ext cx="15923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67" name="Text 165"/>
          <p:cNvSpPr/>
          <p:nvPr/>
        </p:nvSpPr>
        <p:spPr>
          <a:xfrm>
            <a:off x="62611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S02_52 · Tahoma 9 · W 111.63 · k−0</a:t>
            </a:r>
            <a:endParaRPr lang="en-US" sz="680" dirty="0"/>
          </a:p>
        </p:txBody>
      </p:sp>
      <p:sp>
        <p:nvSpPr>
          <p:cNvPr id="168" name="S02_52_Tahoma_9_W111.63"/>
          <p:cNvSpPr/>
          <p:nvPr/>
        </p:nvSpPr>
        <p:spPr>
          <a:xfrm>
            <a:off x="6261100" y="6667500"/>
            <a:ext cx="14177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124460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S02_53 · Tahoma 9 · W 137.75 · k−0</a:t>
            </a:r>
            <a:endParaRPr lang="en-US" sz="680" dirty="0"/>
          </a:p>
        </p:txBody>
      </p:sp>
      <p:sp>
        <p:nvSpPr>
          <p:cNvPr id="170" name="S02_53_Tahoma_9_W137.75"/>
          <p:cNvSpPr/>
          <p:nvPr/>
        </p:nvSpPr>
        <p:spPr>
          <a:xfrm>
            <a:off x="12446000" y="6667500"/>
            <a:ext cx="17494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186309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S02_54 · Tahoma 9 · W 137 · k−0</a:t>
            </a:r>
            <a:endParaRPr lang="en-US" sz="680" dirty="0"/>
          </a:p>
        </p:txBody>
      </p:sp>
      <p:sp>
        <p:nvSpPr>
          <p:cNvPr id="172" name="S02_54_Tahoma_9_W137"/>
          <p:cNvSpPr/>
          <p:nvPr/>
        </p:nvSpPr>
        <p:spPr>
          <a:xfrm>
            <a:off x="18630900" y="6667500"/>
            <a:ext cx="17399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73" name="Text 171"/>
          <p:cNvSpPr/>
          <p:nvPr/>
        </p:nvSpPr>
        <p:spPr>
          <a:xfrm>
            <a:off x="248158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S02_55 · Trebuchet MS 9 · W 126.63 · k−0</a:t>
            </a:r>
            <a:endParaRPr lang="en-US" sz="680" dirty="0"/>
          </a:p>
        </p:txBody>
      </p:sp>
      <p:sp>
        <p:nvSpPr>
          <p:cNvPr id="174" name="S02_55_TrebuchetMS_9_W126.63"/>
          <p:cNvSpPr/>
          <p:nvPr/>
        </p:nvSpPr>
        <p:spPr>
          <a:xfrm>
            <a:off x="24815800" y="6667500"/>
            <a:ext cx="16082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310007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S02_56 · Trebuchet MS 9 · W 113.88 · k−0</a:t>
            </a:r>
            <a:endParaRPr lang="en-US" sz="680" dirty="0"/>
          </a:p>
        </p:txBody>
      </p:sp>
      <p:sp>
        <p:nvSpPr>
          <p:cNvPr id="176" name="S02_56_TrebuchetMS_9_W113.88"/>
          <p:cNvSpPr/>
          <p:nvPr/>
        </p:nvSpPr>
        <p:spPr>
          <a:xfrm>
            <a:off x="31000700" y="6667500"/>
            <a:ext cx="14462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371856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S02_57 · Trebuchet MS 9 · W 133.75 · k−0</a:t>
            </a:r>
            <a:endParaRPr lang="en-US" sz="680" dirty="0"/>
          </a:p>
        </p:txBody>
      </p:sp>
      <p:sp>
        <p:nvSpPr>
          <p:cNvPr id="178" name="S02_57_TrebuchetMS_9_W133.75"/>
          <p:cNvSpPr/>
          <p:nvPr/>
        </p:nvSpPr>
        <p:spPr>
          <a:xfrm>
            <a:off x="37185600" y="6667500"/>
            <a:ext cx="16986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79" name="Text 177"/>
          <p:cNvSpPr/>
          <p:nvPr/>
        </p:nvSpPr>
        <p:spPr>
          <a:xfrm>
            <a:off x="43370500" y="650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S02_58 · Trebuchet MS 9 · W 134.38 · k−0</a:t>
            </a:r>
            <a:endParaRPr lang="en-US" sz="680" dirty="0"/>
          </a:p>
        </p:txBody>
      </p:sp>
      <p:sp>
        <p:nvSpPr>
          <p:cNvPr id="180" name="S02_58_TrebuchetMS_9_W134.38"/>
          <p:cNvSpPr/>
          <p:nvPr/>
        </p:nvSpPr>
        <p:spPr>
          <a:xfrm>
            <a:off x="43370500" y="6667500"/>
            <a:ext cx="17066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762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S02_61 · Comic Sans MS 9 · W 130.63 · k−0</a:t>
            </a:r>
            <a:endParaRPr lang="en-US" sz="680" dirty="0"/>
          </a:p>
        </p:txBody>
      </p:sp>
      <p:sp>
        <p:nvSpPr>
          <p:cNvPr id="182" name="S02_61_ComicSansMS_9_W130.63"/>
          <p:cNvSpPr/>
          <p:nvPr/>
        </p:nvSpPr>
        <p:spPr>
          <a:xfrm>
            <a:off x="76200" y="7239000"/>
            <a:ext cx="16590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62611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S02_62 · Comic Sans MS 9 · W 115.25 · k−0</a:t>
            </a:r>
            <a:endParaRPr lang="en-US" sz="680" dirty="0"/>
          </a:p>
        </p:txBody>
      </p:sp>
      <p:sp>
        <p:nvSpPr>
          <p:cNvPr id="184" name="S02_62_ComicSansMS_9_W115.25"/>
          <p:cNvSpPr/>
          <p:nvPr/>
        </p:nvSpPr>
        <p:spPr>
          <a:xfrm>
            <a:off x="6261100" y="7239000"/>
            <a:ext cx="14636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124460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S02_63 · Comic Sans MS 9 · W 133.13 · k−0</a:t>
            </a:r>
            <a:endParaRPr lang="en-US" sz="680" dirty="0"/>
          </a:p>
        </p:txBody>
      </p:sp>
      <p:sp>
        <p:nvSpPr>
          <p:cNvPr id="186" name="S02_63_ComicSansMS_9_W133.13"/>
          <p:cNvSpPr/>
          <p:nvPr/>
        </p:nvSpPr>
        <p:spPr>
          <a:xfrm>
            <a:off x="12446000" y="7239000"/>
            <a:ext cx="16907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87" name="Text 185"/>
          <p:cNvSpPr/>
          <p:nvPr/>
        </p:nvSpPr>
        <p:spPr>
          <a:xfrm>
            <a:off x="186309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S02_64 · Comic Sans MS 9 · W 145.38 · k−0</a:t>
            </a:r>
            <a:endParaRPr lang="en-US" sz="680" dirty="0"/>
          </a:p>
        </p:txBody>
      </p:sp>
      <p:sp>
        <p:nvSpPr>
          <p:cNvPr id="188" name="S02_64_ComicSansMS_9_W145.38"/>
          <p:cNvSpPr/>
          <p:nvPr/>
        </p:nvSpPr>
        <p:spPr>
          <a:xfrm>
            <a:off x="18630900" y="7239000"/>
            <a:ext cx="18463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248158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S02_65 · Courier New 9 · W 162.25 · k−0</a:t>
            </a:r>
            <a:endParaRPr lang="en-US" sz="680" dirty="0"/>
          </a:p>
        </p:txBody>
      </p:sp>
      <p:sp>
        <p:nvSpPr>
          <p:cNvPr id="190" name="S02_65_CourierNew_9_W162.25"/>
          <p:cNvSpPr/>
          <p:nvPr/>
        </p:nvSpPr>
        <p:spPr>
          <a:xfrm>
            <a:off x="24815800" y="7239000"/>
            <a:ext cx="20605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310007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S02_66 · Courier New 9 · W 140.75 · k−0</a:t>
            </a:r>
            <a:endParaRPr lang="en-US" sz="680" dirty="0"/>
          </a:p>
        </p:txBody>
      </p:sp>
      <p:sp>
        <p:nvSpPr>
          <p:cNvPr id="192" name="S02_66_CourierNew_9_W140.75"/>
          <p:cNvSpPr/>
          <p:nvPr/>
        </p:nvSpPr>
        <p:spPr>
          <a:xfrm>
            <a:off x="31000700" y="7239000"/>
            <a:ext cx="17875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93" name="Text 191"/>
          <p:cNvSpPr/>
          <p:nvPr/>
        </p:nvSpPr>
        <p:spPr>
          <a:xfrm>
            <a:off x="371856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S02_67 · Courier New 9 · W 167.63 · k−0</a:t>
            </a:r>
            <a:endParaRPr lang="en-US" sz="680" dirty="0"/>
          </a:p>
        </p:txBody>
      </p:sp>
      <p:sp>
        <p:nvSpPr>
          <p:cNvPr id="194" name="S02_67_CourierNew_9_W167.63"/>
          <p:cNvSpPr/>
          <p:nvPr/>
        </p:nvSpPr>
        <p:spPr>
          <a:xfrm>
            <a:off x="37185600" y="7239000"/>
            <a:ext cx="21289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95" name="Text 193"/>
          <p:cNvSpPr/>
          <p:nvPr/>
        </p:nvSpPr>
        <p:spPr>
          <a:xfrm>
            <a:off x="43370500" y="7073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S02_68 · Courier New 9 · W 178.38 · k−0</a:t>
            </a:r>
            <a:endParaRPr lang="en-US" sz="680" dirty="0"/>
          </a:p>
        </p:txBody>
      </p:sp>
      <p:sp>
        <p:nvSpPr>
          <p:cNvPr id="196" name="S02_68_CourierNew_9_W178.38"/>
          <p:cNvSpPr/>
          <p:nvPr/>
        </p:nvSpPr>
        <p:spPr>
          <a:xfrm>
            <a:off x="43370500" y="7239000"/>
            <a:ext cx="22654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76200" y="76454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9.19pt regular</a:t>
            </a:r>
            <a:endParaRPr lang="en-US" sz="1200" dirty="0"/>
          </a:p>
        </p:txBody>
      </p:sp>
      <p:sp>
        <p:nvSpPr>
          <p:cNvPr id="198" name="Text 196"/>
          <p:cNvSpPr/>
          <p:nvPr/>
        </p:nvSpPr>
        <p:spPr>
          <a:xfrm>
            <a:off x="762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S03_11 · Roboto 9.19 · W 126.63 · k−0</a:t>
            </a:r>
            <a:endParaRPr lang="en-US" sz="684" dirty="0"/>
          </a:p>
        </p:txBody>
      </p:sp>
      <p:sp>
        <p:nvSpPr>
          <p:cNvPr id="199" name="S03_11_Roboto_9.19_W126.63"/>
          <p:cNvSpPr/>
          <p:nvPr/>
        </p:nvSpPr>
        <p:spPr>
          <a:xfrm>
            <a:off x="76200" y="8064500"/>
            <a:ext cx="160820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00" name="Text 198"/>
          <p:cNvSpPr/>
          <p:nvPr/>
        </p:nvSpPr>
        <p:spPr>
          <a:xfrm>
            <a:off x="62611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S03_12 · Roboto 9.19 · W 114.5 · k−0</a:t>
            </a:r>
            <a:endParaRPr lang="en-US" sz="684" dirty="0"/>
          </a:p>
        </p:txBody>
      </p:sp>
      <p:sp>
        <p:nvSpPr>
          <p:cNvPr id="201" name="S03_12_Roboto_9.19_W114.5"/>
          <p:cNvSpPr/>
          <p:nvPr/>
        </p:nvSpPr>
        <p:spPr>
          <a:xfrm>
            <a:off x="6261100" y="8064500"/>
            <a:ext cx="14541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02" name="Text 200"/>
          <p:cNvSpPr/>
          <p:nvPr/>
        </p:nvSpPr>
        <p:spPr>
          <a:xfrm>
            <a:off x="124460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S03_13 · Roboto 9.19 · W 135.5 · k−0</a:t>
            </a:r>
            <a:endParaRPr lang="en-US" sz="684" dirty="0"/>
          </a:p>
        </p:txBody>
      </p:sp>
      <p:sp>
        <p:nvSpPr>
          <p:cNvPr id="203" name="S03_13_Roboto_9.19_W135.5"/>
          <p:cNvSpPr/>
          <p:nvPr/>
        </p:nvSpPr>
        <p:spPr>
          <a:xfrm>
            <a:off x="12446000" y="8064500"/>
            <a:ext cx="17208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04" name="Text 202"/>
          <p:cNvSpPr/>
          <p:nvPr/>
        </p:nvSpPr>
        <p:spPr>
          <a:xfrm>
            <a:off x="186309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S03_14 · Roboto 9.19 · W 134.38 · k−0</a:t>
            </a:r>
            <a:endParaRPr lang="en-US" sz="684" dirty="0"/>
          </a:p>
        </p:txBody>
      </p:sp>
      <p:sp>
        <p:nvSpPr>
          <p:cNvPr id="205" name="S03_14_Roboto_9.19_W134.38"/>
          <p:cNvSpPr/>
          <p:nvPr/>
        </p:nvSpPr>
        <p:spPr>
          <a:xfrm>
            <a:off x="18630900" y="8064500"/>
            <a:ext cx="17066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06" name="Text 204"/>
          <p:cNvSpPr/>
          <p:nvPr/>
        </p:nvSpPr>
        <p:spPr>
          <a:xfrm>
            <a:off x="248158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S03_15 · Inter 9.19 · W 136.75 · k−0</a:t>
            </a:r>
            <a:endParaRPr lang="en-US" sz="684" dirty="0"/>
          </a:p>
        </p:txBody>
      </p:sp>
      <p:sp>
        <p:nvSpPr>
          <p:cNvPr id="207" name="S03_15_Inter_9.19_W136.75"/>
          <p:cNvSpPr/>
          <p:nvPr/>
        </p:nvSpPr>
        <p:spPr>
          <a:xfrm>
            <a:off x="24815800" y="8064500"/>
            <a:ext cx="17367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08" name="Text 206"/>
          <p:cNvSpPr/>
          <p:nvPr/>
        </p:nvSpPr>
        <p:spPr>
          <a:xfrm>
            <a:off x="310007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S03_16 · Inter 9.19 · W 123.75 · k−0</a:t>
            </a:r>
            <a:endParaRPr lang="en-US" sz="684" dirty="0"/>
          </a:p>
        </p:txBody>
      </p:sp>
      <p:sp>
        <p:nvSpPr>
          <p:cNvPr id="209" name="S03_16_Inter_9.19_W123.75"/>
          <p:cNvSpPr/>
          <p:nvPr/>
        </p:nvSpPr>
        <p:spPr>
          <a:xfrm>
            <a:off x="31000700" y="8064500"/>
            <a:ext cx="15716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10" name="Text 208"/>
          <p:cNvSpPr/>
          <p:nvPr/>
        </p:nvSpPr>
        <p:spPr>
          <a:xfrm>
            <a:off x="371856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S03_17 · Inter 9.19 · W 147.38 · k−0</a:t>
            </a:r>
            <a:endParaRPr lang="en-US" sz="684" dirty="0"/>
          </a:p>
        </p:txBody>
      </p:sp>
      <p:sp>
        <p:nvSpPr>
          <p:cNvPr id="211" name="S03_17_Inter_9.19_W147.38"/>
          <p:cNvSpPr/>
          <p:nvPr/>
        </p:nvSpPr>
        <p:spPr>
          <a:xfrm>
            <a:off x="37185600" y="8064500"/>
            <a:ext cx="18717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12" name="Text 210"/>
          <p:cNvSpPr/>
          <p:nvPr/>
        </p:nvSpPr>
        <p:spPr>
          <a:xfrm>
            <a:off x="43370500" y="789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S03_18 · Inter 9.19 · W 149.5 · k−0</a:t>
            </a:r>
            <a:endParaRPr lang="en-US" sz="684" dirty="0"/>
          </a:p>
        </p:txBody>
      </p:sp>
      <p:sp>
        <p:nvSpPr>
          <p:cNvPr id="213" name="S03_18_Inter_9.19_W149.5"/>
          <p:cNvSpPr/>
          <p:nvPr/>
        </p:nvSpPr>
        <p:spPr>
          <a:xfrm>
            <a:off x="43370500" y="8064500"/>
            <a:ext cx="18986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14" name="Text 212"/>
          <p:cNvSpPr/>
          <p:nvPr/>
        </p:nvSpPr>
        <p:spPr>
          <a:xfrm>
            <a:off x="762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S03_21 · Arial 9.19 · W 128.5 · k−0</a:t>
            </a:r>
            <a:endParaRPr lang="en-US" sz="684" dirty="0"/>
          </a:p>
        </p:txBody>
      </p:sp>
      <p:sp>
        <p:nvSpPr>
          <p:cNvPr id="215" name="S03_21_Arial_9.19_W128.5"/>
          <p:cNvSpPr/>
          <p:nvPr/>
        </p:nvSpPr>
        <p:spPr>
          <a:xfrm>
            <a:off x="76200" y="8648700"/>
            <a:ext cx="16319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16" name="Text 214"/>
          <p:cNvSpPr/>
          <p:nvPr/>
        </p:nvSpPr>
        <p:spPr>
          <a:xfrm>
            <a:off x="62611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S03_22 · Arial 9.19 · W 116.63 · k−0</a:t>
            </a:r>
            <a:endParaRPr lang="en-US" sz="684" dirty="0"/>
          </a:p>
        </p:txBody>
      </p:sp>
      <p:sp>
        <p:nvSpPr>
          <p:cNvPr id="217" name="S03_22_Arial_9.19_W116.63"/>
          <p:cNvSpPr/>
          <p:nvPr/>
        </p:nvSpPr>
        <p:spPr>
          <a:xfrm>
            <a:off x="6261100" y="8648700"/>
            <a:ext cx="148120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18" name="Text 216"/>
          <p:cNvSpPr/>
          <p:nvPr/>
        </p:nvSpPr>
        <p:spPr>
          <a:xfrm>
            <a:off x="124460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S03_23 · Arial 9.19 · W 140.75 · k−0</a:t>
            </a:r>
            <a:endParaRPr lang="en-US" sz="684" dirty="0"/>
          </a:p>
        </p:txBody>
      </p:sp>
      <p:sp>
        <p:nvSpPr>
          <p:cNvPr id="219" name="S03_23_Arial_9.19_W140.75"/>
          <p:cNvSpPr/>
          <p:nvPr/>
        </p:nvSpPr>
        <p:spPr>
          <a:xfrm>
            <a:off x="12446000" y="8648700"/>
            <a:ext cx="17875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20" name="Text 218"/>
          <p:cNvSpPr/>
          <p:nvPr/>
        </p:nvSpPr>
        <p:spPr>
          <a:xfrm>
            <a:off x="186309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S03_24 · Arial 9.19 · W 139.75 · k−0</a:t>
            </a:r>
            <a:endParaRPr lang="en-US" sz="684" dirty="0"/>
          </a:p>
        </p:txBody>
      </p:sp>
      <p:sp>
        <p:nvSpPr>
          <p:cNvPr id="221" name="S03_24_Arial_9.19_W139.75"/>
          <p:cNvSpPr/>
          <p:nvPr/>
        </p:nvSpPr>
        <p:spPr>
          <a:xfrm>
            <a:off x="18630900" y="8648700"/>
            <a:ext cx="17748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22" name="Text 220"/>
          <p:cNvSpPr/>
          <p:nvPr/>
        </p:nvSpPr>
        <p:spPr>
          <a:xfrm>
            <a:off x="248158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S03_25 · Arial Narrow 9.19 · W 106.75 · k−0</a:t>
            </a:r>
            <a:endParaRPr lang="en-US" sz="684" dirty="0"/>
          </a:p>
        </p:txBody>
      </p:sp>
      <p:sp>
        <p:nvSpPr>
          <p:cNvPr id="223" name="S03_25_ArialNarrow_9.19_W106.75"/>
          <p:cNvSpPr/>
          <p:nvPr/>
        </p:nvSpPr>
        <p:spPr>
          <a:xfrm>
            <a:off x="24815800" y="8648700"/>
            <a:ext cx="13557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24" name="Text 222"/>
          <p:cNvSpPr/>
          <p:nvPr/>
        </p:nvSpPr>
        <p:spPr>
          <a:xfrm>
            <a:off x="310007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S03_26 · Arial Narrow 9.19 · W 96.5 · k−0</a:t>
            </a:r>
            <a:endParaRPr lang="en-US" sz="684" dirty="0"/>
          </a:p>
        </p:txBody>
      </p:sp>
      <p:sp>
        <p:nvSpPr>
          <p:cNvPr id="225" name="S03_26_ArialNarrow_9.19_W96.5"/>
          <p:cNvSpPr/>
          <p:nvPr/>
        </p:nvSpPr>
        <p:spPr>
          <a:xfrm>
            <a:off x="31000700" y="8648700"/>
            <a:ext cx="12255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26" name="Text 224"/>
          <p:cNvSpPr/>
          <p:nvPr/>
        </p:nvSpPr>
        <p:spPr>
          <a:xfrm>
            <a:off x="371856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S03_27 · Arial Narrow 9.19 · W 116.63 · k−0</a:t>
            </a:r>
            <a:endParaRPr lang="en-US" sz="684" dirty="0"/>
          </a:p>
        </p:txBody>
      </p:sp>
      <p:sp>
        <p:nvSpPr>
          <p:cNvPr id="227" name="S03_27_ArialNarrow_9.19_W116.63"/>
          <p:cNvSpPr/>
          <p:nvPr/>
        </p:nvSpPr>
        <p:spPr>
          <a:xfrm>
            <a:off x="37185600" y="8648700"/>
            <a:ext cx="148120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28" name="Text 226"/>
          <p:cNvSpPr/>
          <p:nvPr/>
        </p:nvSpPr>
        <p:spPr>
          <a:xfrm>
            <a:off x="43370500" y="848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S03_28 · Arial Narrow 9.19 · W 115.75 · k−0</a:t>
            </a:r>
            <a:endParaRPr lang="en-US" sz="684" dirty="0"/>
          </a:p>
        </p:txBody>
      </p:sp>
      <p:sp>
        <p:nvSpPr>
          <p:cNvPr id="229" name="S03_28_ArialNarrow_9.19_W115.75"/>
          <p:cNvSpPr/>
          <p:nvPr/>
        </p:nvSpPr>
        <p:spPr>
          <a:xfrm>
            <a:off x="43370500" y="8648700"/>
            <a:ext cx="14700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30" name="Text 228"/>
          <p:cNvSpPr/>
          <p:nvPr/>
        </p:nvSpPr>
        <p:spPr>
          <a:xfrm>
            <a:off x="762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S03_31 · Times New Roman 9.19 · W 113.25 · k−0</a:t>
            </a:r>
            <a:endParaRPr lang="en-US" sz="684" dirty="0"/>
          </a:p>
        </p:txBody>
      </p:sp>
      <p:sp>
        <p:nvSpPr>
          <p:cNvPr id="231" name="S03_31_TimesNewRoman_9.19_W113.25"/>
          <p:cNvSpPr/>
          <p:nvPr/>
        </p:nvSpPr>
        <p:spPr>
          <a:xfrm>
            <a:off x="76200" y="9232900"/>
            <a:ext cx="143827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32" name="Text 230"/>
          <p:cNvSpPr/>
          <p:nvPr/>
        </p:nvSpPr>
        <p:spPr>
          <a:xfrm>
            <a:off x="62611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S03_32 · Times New Roman 9.19 · W 110.38 · k−0</a:t>
            </a:r>
            <a:endParaRPr lang="en-US" sz="684" dirty="0"/>
          </a:p>
        </p:txBody>
      </p:sp>
      <p:sp>
        <p:nvSpPr>
          <p:cNvPr id="233" name="S03_32_TimesNewRoman_9.19_W110.38"/>
          <p:cNvSpPr/>
          <p:nvPr/>
        </p:nvSpPr>
        <p:spPr>
          <a:xfrm>
            <a:off x="6261100" y="9232900"/>
            <a:ext cx="14018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34" name="Text 232"/>
          <p:cNvSpPr/>
          <p:nvPr/>
        </p:nvSpPr>
        <p:spPr>
          <a:xfrm>
            <a:off x="124460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S03_33 · Times New Roman 9.19 · W 127.75 · k−0</a:t>
            </a:r>
            <a:endParaRPr lang="en-US" sz="684" dirty="0"/>
          </a:p>
        </p:txBody>
      </p:sp>
      <p:sp>
        <p:nvSpPr>
          <p:cNvPr id="235" name="S03_33_TimesNewRoman_9.19_W127.75"/>
          <p:cNvSpPr/>
          <p:nvPr/>
        </p:nvSpPr>
        <p:spPr>
          <a:xfrm>
            <a:off x="12446000" y="9232900"/>
            <a:ext cx="16224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36" name="Text 234"/>
          <p:cNvSpPr/>
          <p:nvPr/>
        </p:nvSpPr>
        <p:spPr>
          <a:xfrm>
            <a:off x="186309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S03_34 · Times New Roman 9.19 · W 135.25 · k−0</a:t>
            </a:r>
            <a:endParaRPr lang="en-US" sz="684" dirty="0"/>
          </a:p>
        </p:txBody>
      </p:sp>
      <p:sp>
        <p:nvSpPr>
          <p:cNvPr id="237" name="S03_34_TimesNewRoman_9.19_W135.25"/>
          <p:cNvSpPr/>
          <p:nvPr/>
        </p:nvSpPr>
        <p:spPr>
          <a:xfrm>
            <a:off x="18630900" y="9232900"/>
            <a:ext cx="171767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38" name="Text 236"/>
          <p:cNvSpPr/>
          <p:nvPr/>
        </p:nvSpPr>
        <p:spPr>
          <a:xfrm>
            <a:off x="248158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S03_35 · Georgia 9.19 · W 124.13 · k−0</a:t>
            </a:r>
            <a:endParaRPr lang="en-US" sz="684" dirty="0"/>
          </a:p>
        </p:txBody>
      </p:sp>
      <p:sp>
        <p:nvSpPr>
          <p:cNvPr id="239" name="S03_35_Georgia_9.19_W124.13"/>
          <p:cNvSpPr/>
          <p:nvPr/>
        </p:nvSpPr>
        <p:spPr>
          <a:xfrm>
            <a:off x="24815800" y="9232900"/>
            <a:ext cx="15764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40" name="Text 238"/>
          <p:cNvSpPr/>
          <p:nvPr/>
        </p:nvSpPr>
        <p:spPr>
          <a:xfrm>
            <a:off x="310007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S03_36 · Georgia 9.19 · W 114.13 · k−0</a:t>
            </a:r>
            <a:endParaRPr lang="en-US" sz="684" dirty="0"/>
          </a:p>
        </p:txBody>
      </p:sp>
      <p:sp>
        <p:nvSpPr>
          <p:cNvPr id="241" name="S03_36_Georgia_9.19_W114.13"/>
          <p:cNvSpPr/>
          <p:nvPr/>
        </p:nvSpPr>
        <p:spPr>
          <a:xfrm>
            <a:off x="31000700" y="9232900"/>
            <a:ext cx="14494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42" name="Text 240"/>
          <p:cNvSpPr/>
          <p:nvPr/>
        </p:nvSpPr>
        <p:spPr>
          <a:xfrm>
            <a:off x="371856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S03_37 · Georgia 9.19 · W 137 · k−0</a:t>
            </a:r>
            <a:endParaRPr lang="en-US" sz="684" dirty="0"/>
          </a:p>
        </p:txBody>
      </p:sp>
      <p:sp>
        <p:nvSpPr>
          <p:cNvPr id="243" name="S03_37_Georgia_9.19_W137"/>
          <p:cNvSpPr/>
          <p:nvPr/>
        </p:nvSpPr>
        <p:spPr>
          <a:xfrm>
            <a:off x="37185600" y="9232900"/>
            <a:ext cx="173990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44" name="Text 242"/>
          <p:cNvSpPr/>
          <p:nvPr/>
        </p:nvSpPr>
        <p:spPr>
          <a:xfrm>
            <a:off x="43370500" y="906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S03_38 · Georgia 9.19 · W 138.38 · k−0</a:t>
            </a:r>
            <a:endParaRPr lang="en-US" sz="684" dirty="0"/>
          </a:p>
        </p:txBody>
      </p:sp>
      <p:sp>
        <p:nvSpPr>
          <p:cNvPr id="245" name="S03_38_Georgia_9.19_W138.38"/>
          <p:cNvSpPr/>
          <p:nvPr/>
        </p:nvSpPr>
        <p:spPr>
          <a:xfrm>
            <a:off x="43370500" y="9232900"/>
            <a:ext cx="17574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46" name="Text 244"/>
          <p:cNvSpPr/>
          <p:nvPr/>
        </p:nvSpPr>
        <p:spPr>
          <a:xfrm>
            <a:off x="762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S03_41 · Calibri 9.19 · W 116.25 · k−0</a:t>
            </a:r>
            <a:endParaRPr lang="en-US" sz="684" dirty="0"/>
          </a:p>
        </p:txBody>
      </p:sp>
      <p:sp>
        <p:nvSpPr>
          <p:cNvPr id="247" name="S03_41_Calibri_9.19_W116.25"/>
          <p:cNvSpPr/>
          <p:nvPr/>
        </p:nvSpPr>
        <p:spPr>
          <a:xfrm>
            <a:off x="76200" y="9817100"/>
            <a:ext cx="147637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48" name="Text 246"/>
          <p:cNvSpPr/>
          <p:nvPr/>
        </p:nvSpPr>
        <p:spPr>
          <a:xfrm>
            <a:off x="62611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S03_42 · Calibri 9.19 · W 104.38 · k−0</a:t>
            </a:r>
            <a:endParaRPr lang="en-US" sz="684" dirty="0"/>
          </a:p>
        </p:txBody>
      </p:sp>
      <p:sp>
        <p:nvSpPr>
          <p:cNvPr id="249" name="S03_42_Calibri_9.19_W104.38"/>
          <p:cNvSpPr/>
          <p:nvPr/>
        </p:nvSpPr>
        <p:spPr>
          <a:xfrm>
            <a:off x="6261100" y="9817100"/>
            <a:ext cx="13256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50" name="Text 248"/>
          <p:cNvSpPr/>
          <p:nvPr/>
        </p:nvSpPr>
        <p:spPr>
          <a:xfrm>
            <a:off x="124460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S03_43 · Calibri 9.19 · W 125.13 · k−0</a:t>
            </a:r>
            <a:endParaRPr lang="en-US" sz="684" dirty="0"/>
          </a:p>
        </p:txBody>
      </p:sp>
      <p:sp>
        <p:nvSpPr>
          <p:cNvPr id="251" name="S03_43_Calibri_9.19_W125.13"/>
          <p:cNvSpPr/>
          <p:nvPr/>
        </p:nvSpPr>
        <p:spPr>
          <a:xfrm>
            <a:off x="12446000" y="9817100"/>
            <a:ext cx="15891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52" name="Text 250"/>
          <p:cNvSpPr/>
          <p:nvPr/>
        </p:nvSpPr>
        <p:spPr>
          <a:xfrm>
            <a:off x="186309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S03_44 · Calibri 9.19 · W 123 · k−0</a:t>
            </a:r>
            <a:endParaRPr lang="en-US" sz="684" dirty="0"/>
          </a:p>
        </p:txBody>
      </p:sp>
      <p:sp>
        <p:nvSpPr>
          <p:cNvPr id="253" name="S03_44_Calibri_9.19_W123"/>
          <p:cNvSpPr/>
          <p:nvPr/>
        </p:nvSpPr>
        <p:spPr>
          <a:xfrm>
            <a:off x="18630900" y="9817100"/>
            <a:ext cx="156210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54" name="Text 252"/>
          <p:cNvSpPr/>
          <p:nvPr/>
        </p:nvSpPr>
        <p:spPr>
          <a:xfrm>
            <a:off x="248158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S03_45 · Verdana 9.19 · W 145.5 · k−0</a:t>
            </a:r>
            <a:endParaRPr lang="en-US" sz="684" dirty="0"/>
          </a:p>
        </p:txBody>
      </p:sp>
      <p:sp>
        <p:nvSpPr>
          <p:cNvPr id="255" name="S03_45_Verdana_9.19_W145.5"/>
          <p:cNvSpPr/>
          <p:nvPr/>
        </p:nvSpPr>
        <p:spPr>
          <a:xfrm>
            <a:off x="24815800" y="9817100"/>
            <a:ext cx="18478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56" name="Text 254"/>
          <p:cNvSpPr/>
          <p:nvPr/>
        </p:nvSpPr>
        <p:spPr>
          <a:xfrm>
            <a:off x="310007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S03_46 · Verdana 9.19 · W 128.5 · k−0</a:t>
            </a:r>
            <a:endParaRPr lang="en-US" sz="684" dirty="0"/>
          </a:p>
        </p:txBody>
      </p:sp>
      <p:sp>
        <p:nvSpPr>
          <p:cNvPr id="257" name="S03_46_Verdana_9.19_W128.5"/>
          <p:cNvSpPr/>
          <p:nvPr/>
        </p:nvSpPr>
        <p:spPr>
          <a:xfrm>
            <a:off x="31000700" y="9817100"/>
            <a:ext cx="16319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58" name="Text 256"/>
          <p:cNvSpPr/>
          <p:nvPr/>
        </p:nvSpPr>
        <p:spPr>
          <a:xfrm>
            <a:off x="371856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S03_47 · Verdana 9.19 · W 159.5 · k−0</a:t>
            </a:r>
            <a:endParaRPr lang="en-US" sz="684" dirty="0"/>
          </a:p>
        </p:txBody>
      </p:sp>
      <p:sp>
        <p:nvSpPr>
          <p:cNvPr id="259" name="S03_47_Verdana_9.19_W159.5"/>
          <p:cNvSpPr/>
          <p:nvPr/>
        </p:nvSpPr>
        <p:spPr>
          <a:xfrm>
            <a:off x="37185600" y="9817100"/>
            <a:ext cx="20256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60" name="Text 258"/>
          <p:cNvSpPr/>
          <p:nvPr/>
        </p:nvSpPr>
        <p:spPr>
          <a:xfrm>
            <a:off x="43370500" y="9652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S03_48 · Verdana 9.19 · W 160 · k−0</a:t>
            </a:r>
            <a:endParaRPr lang="en-US" sz="684" dirty="0"/>
          </a:p>
        </p:txBody>
      </p:sp>
      <p:sp>
        <p:nvSpPr>
          <p:cNvPr id="261" name="S03_48_Verdana_9.19_W160"/>
          <p:cNvSpPr/>
          <p:nvPr/>
        </p:nvSpPr>
        <p:spPr>
          <a:xfrm>
            <a:off x="43370500" y="9817100"/>
            <a:ext cx="203200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62" name="Text 260"/>
          <p:cNvSpPr/>
          <p:nvPr/>
        </p:nvSpPr>
        <p:spPr>
          <a:xfrm>
            <a:off x="762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S03_51 · Tahoma 9.19 · W 128.13 · k−0</a:t>
            </a:r>
            <a:endParaRPr lang="en-US" sz="684" dirty="0"/>
          </a:p>
        </p:txBody>
      </p:sp>
      <p:sp>
        <p:nvSpPr>
          <p:cNvPr id="263" name="S03_51_Tahoma_9.19_W128.13"/>
          <p:cNvSpPr/>
          <p:nvPr/>
        </p:nvSpPr>
        <p:spPr>
          <a:xfrm>
            <a:off x="76200" y="10401300"/>
            <a:ext cx="16272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64" name="Text 262"/>
          <p:cNvSpPr/>
          <p:nvPr/>
        </p:nvSpPr>
        <p:spPr>
          <a:xfrm>
            <a:off x="62611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S03_52 · Tahoma 9.19 · W 114.38 · k−0</a:t>
            </a:r>
            <a:endParaRPr lang="en-US" sz="684" dirty="0"/>
          </a:p>
        </p:txBody>
      </p:sp>
      <p:sp>
        <p:nvSpPr>
          <p:cNvPr id="265" name="S03_52_Tahoma_9.19_W114.38"/>
          <p:cNvSpPr/>
          <p:nvPr/>
        </p:nvSpPr>
        <p:spPr>
          <a:xfrm>
            <a:off x="6261100" y="10401300"/>
            <a:ext cx="14526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66" name="Text 264"/>
          <p:cNvSpPr/>
          <p:nvPr/>
        </p:nvSpPr>
        <p:spPr>
          <a:xfrm>
            <a:off x="124460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S03_53 · Tahoma 9.19 · W 140.88 · k−0</a:t>
            </a:r>
            <a:endParaRPr lang="en-US" sz="684" dirty="0"/>
          </a:p>
        </p:txBody>
      </p:sp>
      <p:sp>
        <p:nvSpPr>
          <p:cNvPr id="267" name="S03_53_Tahoma_9.19_W140.88"/>
          <p:cNvSpPr/>
          <p:nvPr/>
        </p:nvSpPr>
        <p:spPr>
          <a:xfrm>
            <a:off x="12446000" y="10401300"/>
            <a:ext cx="178917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68" name="Text 266"/>
          <p:cNvSpPr/>
          <p:nvPr/>
        </p:nvSpPr>
        <p:spPr>
          <a:xfrm>
            <a:off x="186309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S03_54 · Tahoma 9.19 · W 139.63 · k−0</a:t>
            </a:r>
            <a:endParaRPr lang="en-US" sz="684" dirty="0"/>
          </a:p>
        </p:txBody>
      </p:sp>
      <p:sp>
        <p:nvSpPr>
          <p:cNvPr id="269" name="S03_54_Tahoma_9.19_W139.63"/>
          <p:cNvSpPr/>
          <p:nvPr/>
        </p:nvSpPr>
        <p:spPr>
          <a:xfrm>
            <a:off x="18630900" y="10401300"/>
            <a:ext cx="177330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70" name="Text 268"/>
          <p:cNvSpPr/>
          <p:nvPr/>
        </p:nvSpPr>
        <p:spPr>
          <a:xfrm>
            <a:off x="248158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S03_55 · Trebuchet MS 9.19 · W 129.5 · k−0</a:t>
            </a:r>
            <a:endParaRPr lang="en-US" sz="684" dirty="0"/>
          </a:p>
        </p:txBody>
      </p:sp>
      <p:sp>
        <p:nvSpPr>
          <p:cNvPr id="271" name="S03_55_TrebuchetMS_9.19_W129.5"/>
          <p:cNvSpPr/>
          <p:nvPr/>
        </p:nvSpPr>
        <p:spPr>
          <a:xfrm>
            <a:off x="24815800" y="10401300"/>
            <a:ext cx="16446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72" name="Text 270"/>
          <p:cNvSpPr/>
          <p:nvPr/>
        </p:nvSpPr>
        <p:spPr>
          <a:xfrm>
            <a:off x="310007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S03_56 · Trebuchet MS 9.19 · W 116.13 · k−0</a:t>
            </a:r>
            <a:endParaRPr lang="en-US" sz="684" dirty="0"/>
          </a:p>
        </p:txBody>
      </p:sp>
      <p:sp>
        <p:nvSpPr>
          <p:cNvPr id="273" name="S03_56_TrebuchetMS_9.19_W116.13"/>
          <p:cNvSpPr/>
          <p:nvPr/>
        </p:nvSpPr>
        <p:spPr>
          <a:xfrm>
            <a:off x="31000700" y="10401300"/>
            <a:ext cx="14748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74" name="Text 272"/>
          <p:cNvSpPr/>
          <p:nvPr/>
        </p:nvSpPr>
        <p:spPr>
          <a:xfrm>
            <a:off x="371856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S03_57 · Trebuchet MS 9.19 · W 136.5 · k−0</a:t>
            </a:r>
            <a:endParaRPr lang="en-US" sz="684" dirty="0"/>
          </a:p>
        </p:txBody>
      </p:sp>
      <p:sp>
        <p:nvSpPr>
          <p:cNvPr id="275" name="S03_57_TrebuchetMS_9.19_W136.5"/>
          <p:cNvSpPr/>
          <p:nvPr/>
        </p:nvSpPr>
        <p:spPr>
          <a:xfrm>
            <a:off x="37185600" y="10401300"/>
            <a:ext cx="17335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76" name="Text 274"/>
          <p:cNvSpPr/>
          <p:nvPr/>
        </p:nvSpPr>
        <p:spPr>
          <a:xfrm>
            <a:off x="43370500" y="1023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S03_58 · Trebuchet MS 9.19 · W 136.75 · k−0</a:t>
            </a:r>
            <a:endParaRPr lang="en-US" sz="684" dirty="0"/>
          </a:p>
        </p:txBody>
      </p:sp>
      <p:sp>
        <p:nvSpPr>
          <p:cNvPr id="277" name="S03_58_TrebuchetMS_9.19_W136.75"/>
          <p:cNvSpPr/>
          <p:nvPr/>
        </p:nvSpPr>
        <p:spPr>
          <a:xfrm>
            <a:off x="43370500" y="10401300"/>
            <a:ext cx="173672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78" name="Text 276"/>
          <p:cNvSpPr/>
          <p:nvPr/>
        </p:nvSpPr>
        <p:spPr>
          <a:xfrm>
            <a:off x="762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S03_61 · Comic Sans MS 9.19 · W 133.13 · k−0</a:t>
            </a:r>
            <a:endParaRPr lang="en-US" sz="684" dirty="0"/>
          </a:p>
        </p:txBody>
      </p:sp>
      <p:sp>
        <p:nvSpPr>
          <p:cNvPr id="279" name="S03_61_ComicSansMS_9.19_W133.13"/>
          <p:cNvSpPr/>
          <p:nvPr/>
        </p:nvSpPr>
        <p:spPr>
          <a:xfrm>
            <a:off x="76200" y="10985500"/>
            <a:ext cx="1690751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80" name="Text 278"/>
          <p:cNvSpPr/>
          <p:nvPr/>
        </p:nvSpPr>
        <p:spPr>
          <a:xfrm>
            <a:off x="62611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S03_62 · Comic Sans MS 9.19 · W 117.38 · k−0</a:t>
            </a:r>
            <a:endParaRPr lang="en-US" sz="684" dirty="0"/>
          </a:p>
        </p:txBody>
      </p:sp>
      <p:sp>
        <p:nvSpPr>
          <p:cNvPr id="281" name="S03_62_ComicSansMS_9.19_W117.38"/>
          <p:cNvSpPr/>
          <p:nvPr/>
        </p:nvSpPr>
        <p:spPr>
          <a:xfrm>
            <a:off x="6261100" y="10985500"/>
            <a:ext cx="149072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82" name="Text 280"/>
          <p:cNvSpPr/>
          <p:nvPr/>
        </p:nvSpPr>
        <p:spPr>
          <a:xfrm>
            <a:off x="124460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S03_63 · Comic Sans MS 9.19 · W 135.88 · k−0</a:t>
            </a:r>
            <a:endParaRPr lang="en-US" sz="684" dirty="0"/>
          </a:p>
        </p:txBody>
      </p:sp>
      <p:sp>
        <p:nvSpPr>
          <p:cNvPr id="283" name="S03_63_ComicSansMS_9.19_W135.88"/>
          <p:cNvSpPr/>
          <p:nvPr/>
        </p:nvSpPr>
        <p:spPr>
          <a:xfrm>
            <a:off x="12446000" y="10985500"/>
            <a:ext cx="1725676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84" name="Text 282"/>
          <p:cNvSpPr/>
          <p:nvPr/>
        </p:nvSpPr>
        <p:spPr>
          <a:xfrm>
            <a:off x="186309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S03_64 · Comic Sans MS 9.19 · W 148.25 · k−0</a:t>
            </a:r>
            <a:endParaRPr lang="en-US" sz="684" dirty="0"/>
          </a:p>
        </p:txBody>
      </p:sp>
      <p:sp>
        <p:nvSpPr>
          <p:cNvPr id="285" name="S03_64_ComicSansMS_9.19_W148.25"/>
          <p:cNvSpPr/>
          <p:nvPr/>
        </p:nvSpPr>
        <p:spPr>
          <a:xfrm>
            <a:off x="18630900" y="10985500"/>
            <a:ext cx="1882775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86" name="Text 284"/>
          <p:cNvSpPr/>
          <p:nvPr/>
        </p:nvSpPr>
        <p:spPr>
          <a:xfrm>
            <a:off x="248158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S03_65 · Courier New 9.19 · W 166 · k−0</a:t>
            </a:r>
            <a:endParaRPr lang="en-US" sz="684" dirty="0"/>
          </a:p>
        </p:txBody>
      </p:sp>
      <p:sp>
        <p:nvSpPr>
          <p:cNvPr id="287" name="S03_65_CourierNew_9.19_W166"/>
          <p:cNvSpPr/>
          <p:nvPr/>
        </p:nvSpPr>
        <p:spPr>
          <a:xfrm>
            <a:off x="24815800" y="10985500"/>
            <a:ext cx="210820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919" dirty="0"/>
          </a:p>
        </p:txBody>
      </p:sp>
      <p:sp>
        <p:nvSpPr>
          <p:cNvPr id="288" name="Text 286"/>
          <p:cNvSpPr/>
          <p:nvPr/>
        </p:nvSpPr>
        <p:spPr>
          <a:xfrm>
            <a:off x="310007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S03_66 · Courier New 9.19 · W 144 · k−0</a:t>
            </a:r>
            <a:endParaRPr lang="en-US" sz="684" dirty="0"/>
          </a:p>
        </p:txBody>
      </p:sp>
      <p:sp>
        <p:nvSpPr>
          <p:cNvPr id="289" name="S03_66_CourierNew_9.19_W144"/>
          <p:cNvSpPr/>
          <p:nvPr/>
        </p:nvSpPr>
        <p:spPr>
          <a:xfrm>
            <a:off x="31000700" y="10985500"/>
            <a:ext cx="182880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919" dirty="0"/>
          </a:p>
        </p:txBody>
      </p:sp>
      <p:sp>
        <p:nvSpPr>
          <p:cNvPr id="290" name="Text 288"/>
          <p:cNvSpPr/>
          <p:nvPr/>
        </p:nvSpPr>
        <p:spPr>
          <a:xfrm>
            <a:off x="371856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S03_67 · Courier New 9.19 · W 171.5 · k−0</a:t>
            </a:r>
            <a:endParaRPr lang="en-US" sz="684" dirty="0"/>
          </a:p>
        </p:txBody>
      </p:sp>
      <p:sp>
        <p:nvSpPr>
          <p:cNvPr id="291" name="S03_67_CourierNew_9.19_W171.5"/>
          <p:cNvSpPr/>
          <p:nvPr/>
        </p:nvSpPr>
        <p:spPr>
          <a:xfrm>
            <a:off x="37185600" y="10985500"/>
            <a:ext cx="21780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919" dirty="0"/>
          </a:p>
        </p:txBody>
      </p:sp>
      <p:sp>
        <p:nvSpPr>
          <p:cNvPr id="292" name="Text 290"/>
          <p:cNvSpPr/>
          <p:nvPr/>
        </p:nvSpPr>
        <p:spPr>
          <a:xfrm>
            <a:off x="43370500" y="1082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S03_68 · Courier New 9.19 · W 182.5 · k−0</a:t>
            </a:r>
            <a:endParaRPr lang="en-US" sz="684" dirty="0"/>
          </a:p>
        </p:txBody>
      </p:sp>
      <p:sp>
        <p:nvSpPr>
          <p:cNvPr id="293" name="S03_68_CourierNew_9.19_W182.5"/>
          <p:cNvSpPr/>
          <p:nvPr/>
        </p:nvSpPr>
        <p:spPr>
          <a:xfrm>
            <a:off x="43370500" y="10985500"/>
            <a:ext cx="2317750" cy="140056"/>
          </a:xfrm>
          <a:prstGeom prst="rect">
            <a:avLst/>
          </a:prstGeom>
          <a:noFill/>
          <a:ln w="143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19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919" dirty="0"/>
          </a:p>
        </p:txBody>
      </p:sp>
      <p:sp>
        <p:nvSpPr>
          <p:cNvPr id="294" name="Text 292"/>
          <p:cNvSpPr/>
          <p:nvPr/>
        </p:nvSpPr>
        <p:spPr>
          <a:xfrm>
            <a:off x="76200" y="114046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 regular</a:t>
            </a:r>
            <a:endParaRPr lang="en-US" sz="1200" dirty="0"/>
          </a:p>
        </p:txBody>
      </p:sp>
      <p:sp>
        <p:nvSpPr>
          <p:cNvPr id="295" name="Text 293"/>
          <p:cNvSpPr/>
          <p:nvPr/>
        </p:nvSpPr>
        <p:spPr>
          <a:xfrm>
            <a:off x="762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S04_11 · Roboto 10 · W 137.88 · k−0</a:t>
            </a:r>
            <a:endParaRPr lang="en-US" sz="700" dirty="0"/>
          </a:p>
        </p:txBody>
      </p:sp>
      <p:sp>
        <p:nvSpPr>
          <p:cNvPr id="296" name="S04_11_Roboto_10_W137.88"/>
          <p:cNvSpPr/>
          <p:nvPr/>
        </p:nvSpPr>
        <p:spPr>
          <a:xfrm>
            <a:off x="76200" y="11823700"/>
            <a:ext cx="17510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297" name="Text 295"/>
          <p:cNvSpPr/>
          <p:nvPr/>
        </p:nvSpPr>
        <p:spPr>
          <a:xfrm>
            <a:off x="62611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S04_12 · Roboto 10 · W 124.5 · k−0</a:t>
            </a:r>
            <a:endParaRPr lang="en-US" sz="700" dirty="0"/>
          </a:p>
        </p:txBody>
      </p:sp>
      <p:sp>
        <p:nvSpPr>
          <p:cNvPr id="298" name="S04_12_Roboto_10_W124.5"/>
          <p:cNvSpPr/>
          <p:nvPr/>
        </p:nvSpPr>
        <p:spPr>
          <a:xfrm>
            <a:off x="6261100" y="11823700"/>
            <a:ext cx="158115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299" name="Text 297"/>
          <p:cNvSpPr/>
          <p:nvPr/>
        </p:nvSpPr>
        <p:spPr>
          <a:xfrm>
            <a:off x="124460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S04_13 · Roboto 10 · W 147.25 · k−0</a:t>
            </a:r>
            <a:endParaRPr lang="en-US" sz="700" dirty="0"/>
          </a:p>
        </p:txBody>
      </p:sp>
      <p:sp>
        <p:nvSpPr>
          <p:cNvPr id="300" name="S04_13_Roboto_10_W147.25"/>
          <p:cNvSpPr/>
          <p:nvPr/>
        </p:nvSpPr>
        <p:spPr>
          <a:xfrm>
            <a:off x="12446000" y="11823700"/>
            <a:ext cx="187007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01" name="Text 299"/>
          <p:cNvSpPr/>
          <p:nvPr/>
        </p:nvSpPr>
        <p:spPr>
          <a:xfrm>
            <a:off x="186309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S04_14 · Roboto 10 · W 146.38 · k−0</a:t>
            </a:r>
            <a:endParaRPr lang="en-US" sz="700" dirty="0"/>
          </a:p>
        </p:txBody>
      </p:sp>
      <p:sp>
        <p:nvSpPr>
          <p:cNvPr id="302" name="S04_14_Roboto_10_W146.38"/>
          <p:cNvSpPr/>
          <p:nvPr/>
        </p:nvSpPr>
        <p:spPr>
          <a:xfrm>
            <a:off x="18630900" y="11823700"/>
            <a:ext cx="18590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03" name="Text 301"/>
          <p:cNvSpPr/>
          <p:nvPr/>
        </p:nvSpPr>
        <p:spPr>
          <a:xfrm>
            <a:off x="248158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S04_15 · Inter 10 · W 149.13 · k−0</a:t>
            </a:r>
            <a:endParaRPr lang="en-US" sz="700" dirty="0"/>
          </a:p>
        </p:txBody>
      </p:sp>
      <p:sp>
        <p:nvSpPr>
          <p:cNvPr id="304" name="S04_15_Inter_10_W149.13"/>
          <p:cNvSpPr/>
          <p:nvPr/>
        </p:nvSpPr>
        <p:spPr>
          <a:xfrm>
            <a:off x="24815800" y="11823700"/>
            <a:ext cx="189395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05" name="Text 303"/>
          <p:cNvSpPr/>
          <p:nvPr/>
        </p:nvSpPr>
        <p:spPr>
          <a:xfrm>
            <a:off x="310007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S04_16 · Inter 10 · W 134.5 · k−0</a:t>
            </a:r>
            <a:endParaRPr lang="en-US" sz="700" dirty="0"/>
          </a:p>
        </p:txBody>
      </p:sp>
      <p:sp>
        <p:nvSpPr>
          <p:cNvPr id="306" name="S04_16_Inter_10_W134.5"/>
          <p:cNvSpPr/>
          <p:nvPr/>
        </p:nvSpPr>
        <p:spPr>
          <a:xfrm>
            <a:off x="31000700" y="11823700"/>
            <a:ext cx="170815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07" name="Text 305"/>
          <p:cNvSpPr/>
          <p:nvPr/>
        </p:nvSpPr>
        <p:spPr>
          <a:xfrm>
            <a:off x="371856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S04_17 · Inter 10 · W 160.38 · k−0</a:t>
            </a:r>
            <a:endParaRPr lang="en-US" sz="700" dirty="0"/>
          </a:p>
        </p:txBody>
      </p:sp>
      <p:sp>
        <p:nvSpPr>
          <p:cNvPr id="308" name="S04_17_Inter_10_W160.38"/>
          <p:cNvSpPr/>
          <p:nvPr/>
        </p:nvSpPr>
        <p:spPr>
          <a:xfrm>
            <a:off x="37185600" y="11823700"/>
            <a:ext cx="20368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09" name="Text 307"/>
          <p:cNvSpPr/>
          <p:nvPr/>
        </p:nvSpPr>
        <p:spPr>
          <a:xfrm>
            <a:off x="43370500" y="1165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S04_18 · Inter 10 · W 162.63 · k−0</a:t>
            </a:r>
            <a:endParaRPr lang="en-US" sz="700" dirty="0"/>
          </a:p>
        </p:txBody>
      </p:sp>
      <p:sp>
        <p:nvSpPr>
          <p:cNvPr id="310" name="S04_18_Inter_10_W162.63"/>
          <p:cNvSpPr/>
          <p:nvPr/>
        </p:nvSpPr>
        <p:spPr>
          <a:xfrm>
            <a:off x="43370500" y="11823700"/>
            <a:ext cx="20654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11" name="Text 309"/>
          <p:cNvSpPr/>
          <p:nvPr/>
        </p:nvSpPr>
        <p:spPr>
          <a:xfrm>
            <a:off x="762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S04_21 · Arial 10 · W 139 · k−0</a:t>
            </a:r>
            <a:endParaRPr lang="en-US" sz="700" dirty="0"/>
          </a:p>
        </p:txBody>
      </p:sp>
      <p:sp>
        <p:nvSpPr>
          <p:cNvPr id="312" name="S04_21_Arial_10_W139"/>
          <p:cNvSpPr/>
          <p:nvPr/>
        </p:nvSpPr>
        <p:spPr>
          <a:xfrm>
            <a:off x="76200" y="12420600"/>
            <a:ext cx="17653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13" name="Text 311"/>
          <p:cNvSpPr/>
          <p:nvPr/>
        </p:nvSpPr>
        <p:spPr>
          <a:xfrm>
            <a:off x="62611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S04_22 · Arial 10 · W 126.75 · k−0</a:t>
            </a:r>
            <a:endParaRPr lang="en-US" sz="700" dirty="0"/>
          </a:p>
        </p:txBody>
      </p:sp>
      <p:sp>
        <p:nvSpPr>
          <p:cNvPr id="314" name="S04_22_Arial_10_W126.75"/>
          <p:cNvSpPr/>
          <p:nvPr/>
        </p:nvSpPr>
        <p:spPr>
          <a:xfrm>
            <a:off x="6261100" y="12420600"/>
            <a:ext cx="16097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15" name="Text 313"/>
          <p:cNvSpPr/>
          <p:nvPr/>
        </p:nvSpPr>
        <p:spPr>
          <a:xfrm>
            <a:off x="124460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S04_23 · Arial 10 · W 152.38 · k−0</a:t>
            </a:r>
            <a:endParaRPr lang="en-US" sz="700" dirty="0"/>
          </a:p>
        </p:txBody>
      </p:sp>
      <p:sp>
        <p:nvSpPr>
          <p:cNvPr id="316" name="S04_23_Arial_10_W152.38"/>
          <p:cNvSpPr/>
          <p:nvPr/>
        </p:nvSpPr>
        <p:spPr>
          <a:xfrm>
            <a:off x="12446000" y="12420600"/>
            <a:ext cx="19352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17" name="Text 315"/>
          <p:cNvSpPr/>
          <p:nvPr/>
        </p:nvSpPr>
        <p:spPr>
          <a:xfrm>
            <a:off x="186309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S04_24 · Arial 10 · W 152.13 · k−0</a:t>
            </a:r>
            <a:endParaRPr lang="en-US" sz="700" dirty="0"/>
          </a:p>
        </p:txBody>
      </p:sp>
      <p:sp>
        <p:nvSpPr>
          <p:cNvPr id="318" name="S04_24_Arial_10_W152.13"/>
          <p:cNvSpPr/>
          <p:nvPr/>
        </p:nvSpPr>
        <p:spPr>
          <a:xfrm>
            <a:off x="18630900" y="12420600"/>
            <a:ext cx="193205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19" name="Text 317"/>
          <p:cNvSpPr/>
          <p:nvPr/>
        </p:nvSpPr>
        <p:spPr>
          <a:xfrm>
            <a:off x="248158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S04_25 · Arial Narrow 10 · W 114 · k−0</a:t>
            </a:r>
            <a:endParaRPr lang="en-US" sz="700" dirty="0"/>
          </a:p>
        </p:txBody>
      </p:sp>
      <p:sp>
        <p:nvSpPr>
          <p:cNvPr id="320" name="S04_25_ArialNarrow_10_W114"/>
          <p:cNvSpPr/>
          <p:nvPr/>
        </p:nvSpPr>
        <p:spPr>
          <a:xfrm>
            <a:off x="24815800" y="12420600"/>
            <a:ext cx="14478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21" name="Text 319"/>
          <p:cNvSpPr/>
          <p:nvPr/>
        </p:nvSpPr>
        <p:spPr>
          <a:xfrm>
            <a:off x="310007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S04_26 · Arial Narrow 10 · W 104.13 · k−0</a:t>
            </a:r>
            <a:endParaRPr lang="en-US" sz="700" dirty="0"/>
          </a:p>
        </p:txBody>
      </p:sp>
      <p:sp>
        <p:nvSpPr>
          <p:cNvPr id="322" name="S04_26_ArialNarrow_10_W104.13"/>
          <p:cNvSpPr/>
          <p:nvPr/>
        </p:nvSpPr>
        <p:spPr>
          <a:xfrm>
            <a:off x="31000700" y="12420600"/>
            <a:ext cx="132245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23" name="Text 321"/>
          <p:cNvSpPr/>
          <p:nvPr/>
        </p:nvSpPr>
        <p:spPr>
          <a:xfrm>
            <a:off x="371856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S04_27 · Arial Narrow 10 · W 125 · k−0</a:t>
            </a:r>
            <a:endParaRPr lang="en-US" sz="700" dirty="0"/>
          </a:p>
        </p:txBody>
      </p:sp>
      <p:sp>
        <p:nvSpPr>
          <p:cNvPr id="324" name="S04_27_ArialNarrow_10_W125"/>
          <p:cNvSpPr/>
          <p:nvPr/>
        </p:nvSpPr>
        <p:spPr>
          <a:xfrm>
            <a:off x="37185600" y="12420600"/>
            <a:ext cx="15875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25" name="Text 323"/>
          <p:cNvSpPr/>
          <p:nvPr/>
        </p:nvSpPr>
        <p:spPr>
          <a:xfrm>
            <a:off x="433705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S04_28 · Arial Narrow 10 · W 125.13 · k−0</a:t>
            </a:r>
            <a:endParaRPr lang="en-US" sz="700" dirty="0"/>
          </a:p>
        </p:txBody>
      </p:sp>
      <p:sp>
        <p:nvSpPr>
          <p:cNvPr id="326" name="S04_28_ArialNarrow_10_W125.13"/>
          <p:cNvSpPr/>
          <p:nvPr/>
        </p:nvSpPr>
        <p:spPr>
          <a:xfrm>
            <a:off x="43370500" y="12420600"/>
            <a:ext cx="158915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27" name="Text 325"/>
          <p:cNvSpPr/>
          <p:nvPr/>
        </p:nvSpPr>
        <p:spPr>
          <a:xfrm>
            <a:off x="762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S04_31 · Times New Roman 10 · W 123.63 · k−0</a:t>
            </a:r>
            <a:endParaRPr lang="en-US" sz="700" dirty="0"/>
          </a:p>
        </p:txBody>
      </p:sp>
      <p:sp>
        <p:nvSpPr>
          <p:cNvPr id="328" name="S04_31_TimesNewRoman_10_W123.63"/>
          <p:cNvSpPr/>
          <p:nvPr/>
        </p:nvSpPr>
        <p:spPr>
          <a:xfrm>
            <a:off x="76200" y="13017500"/>
            <a:ext cx="15701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29" name="Text 327"/>
          <p:cNvSpPr/>
          <p:nvPr/>
        </p:nvSpPr>
        <p:spPr>
          <a:xfrm>
            <a:off x="62611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S04_32 · Times New Roman 10 · W 120.38 · k−0</a:t>
            </a:r>
            <a:endParaRPr lang="en-US" sz="700" dirty="0"/>
          </a:p>
        </p:txBody>
      </p:sp>
      <p:sp>
        <p:nvSpPr>
          <p:cNvPr id="330" name="S04_32_TimesNewRoman_10_W120.38"/>
          <p:cNvSpPr/>
          <p:nvPr/>
        </p:nvSpPr>
        <p:spPr>
          <a:xfrm>
            <a:off x="6261100" y="13017500"/>
            <a:ext cx="15288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31" name="Text 329"/>
          <p:cNvSpPr/>
          <p:nvPr/>
        </p:nvSpPr>
        <p:spPr>
          <a:xfrm>
            <a:off x="124460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S04_33 · Times New Roman 10 · W 138.88 · k−0</a:t>
            </a:r>
            <a:endParaRPr lang="en-US" sz="700" dirty="0"/>
          </a:p>
        </p:txBody>
      </p:sp>
      <p:sp>
        <p:nvSpPr>
          <p:cNvPr id="332" name="S04_33_TimesNewRoman_10_W138.88"/>
          <p:cNvSpPr/>
          <p:nvPr/>
        </p:nvSpPr>
        <p:spPr>
          <a:xfrm>
            <a:off x="12446000" y="13017500"/>
            <a:ext cx="17637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33" name="Text 331"/>
          <p:cNvSpPr/>
          <p:nvPr/>
        </p:nvSpPr>
        <p:spPr>
          <a:xfrm>
            <a:off x="186309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S04_34 · Times New Roman 10 · W 147.75 · k−0</a:t>
            </a:r>
            <a:endParaRPr lang="en-US" sz="700" dirty="0"/>
          </a:p>
        </p:txBody>
      </p:sp>
      <p:sp>
        <p:nvSpPr>
          <p:cNvPr id="334" name="S04_34_TimesNewRoman_10_W147.75"/>
          <p:cNvSpPr/>
          <p:nvPr/>
        </p:nvSpPr>
        <p:spPr>
          <a:xfrm>
            <a:off x="18630900" y="13017500"/>
            <a:ext cx="18764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35" name="Text 333"/>
          <p:cNvSpPr/>
          <p:nvPr/>
        </p:nvSpPr>
        <p:spPr>
          <a:xfrm>
            <a:off x="248158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S04_35 · Georgia 10 · W 134.88 · k−0</a:t>
            </a:r>
            <a:endParaRPr lang="en-US" sz="700" dirty="0"/>
          </a:p>
        </p:txBody>
      </p:sp>
      <p:sp>
        <p:nvSpPr>
          <p:cNvPr id="336" name="S04_35_Georgia_10_W134.88"/>
          <p:cNvSpPr/>
          <p:nvPr/>
        </p:nvSpPr>
        <p:spPr>
          <a:xfrm>
            <a:off x="24815800" y="13017500"/>
            <a:ext cx="17129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37" name="Text 335"/>
          <p:cNvSpPr/>
          <p:nvPr/>
        </p:nvSpPr>
        <p:spPr>
          <a:xfrm>
            <a:off x="310007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S04_36 · Georgia 10 · W 123.88 · k−0</a:t>
            </a:r>
            <a:endParaRPr lang="en-US" sz="700" dirty="0"/>
          </a:p>
        </p:txBody>
      </p:sp>
      <p:sp>
        <p:nvSpPr>
          <p:cNvPr id="338" name="S04_36_Georgia_10_W123.88"/>
          <p:cNvSpPr/>
          <p:nvPr/>
        </p:nvSpPr>
        <p:spPr>
          <a:xfrm>
            <a:off x="31000700" y="13017500"/>
            <a:ext cx="15732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39" name="Text 337"/>
          <p:cNvSpPr/>
          <p:nvPr/>
        </p:nvSpPr>
        <p:spPr>
          <a:xfrm>
            <a:off x="371856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S04_37 · Georgia 10 · W 148.75 · k−0</a:t>
            </a:r>
            <a:endParaRPr lang="en-US" sz="700" dirty="0"/>
          </a:p>
        </p:txBody>
      </p:sp>
      <p:sp>
        <p:nvSpPr>
          <p:cNvPr id="340" name="S04_37_Georgia_10_W148.75"/>
          <p:cNvSpPr/>
          <p:nvPr/>
        </p:nvSpPr>
        <p:spPr>
          <a:xfrm>
            <a:off x="37185600" y="13017500"/>
            <a:ext cx="18891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41" name="Text 339"/>
          <p:cNvSpPr/>
          <p:nvPr/>
        </p:nvSpPr>
        <p:spPr>
          <a:xfrm>
            <a:off x="43370500" y="12852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S04_38 · Georgia 10 · W 149.63 · k−0</a:t>
            </a:r>
            <a:endParaRPr lang="en-US" sz="700" dirty="0"/>
          </a:p>
        </p:txBody>
      </p:sp>
      <p:sp>
        <p:nvSpPr>
          <p:cNvPr id="342" name="S04_38_Georgia_10_W149.63"/>
          <p:cNvSpPr/>
          <p:nvPr/>
        </p:nvSpPr>
        <p:spPr>
          <a:xfrm>
            <a:off x="43370500" y="13017500"/>
            <a:ext cx="19003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43" name="Text 341"/>
          <p:cNvSpPr/>
          <p:nvPr/>
        </p:nvSpPr>
        <p:spPr>
          <a:xfrm>
            <a:off x="762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S04_41 · Calibri 10 · W 125.38 · k−0</a:t>
            </a:r>
            <a:endParaRPr lang="en-US" sz="700" dirty="0"/>
          </a:p>
        </p:txBody>
      </p:sp>
      <p:sp>
        <p:nvSpPr>
          <p:cNvPr id="344" name="S04_41_Calibri_10_W125.38"/>
          <p:cNvSpPr/>
          <p:nvPr/>
        </p:nvSpPr>
        <p:spPr>
          <a:xfrm>
            <a:off x="76200" y="13614400"/>
            <a:ext cx="15923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45" name="Text 343"/>
          <p:cNvSpPr/>
          <p:nvPr/>
        </p:nvSpPr>
        <p:spPr>
          <a:xfrm>
            <a:off x="62611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S04_42 · Calibri 10 · W 112.25 · k−0</a:t>
            </a:r>
            <a:endParaRPr lang="en-US" sz="700" dirty="0"/>
          </a:p>
        </p:txBody>
      </p:sp>
      <p:sp>
        <p:nvSpPr>
          <p:cNvPr id="346" name="S04_42_Calibri_10_W112.25"/>
          <p:cNvSpPr/>
          <p:nvPr/>
        </p:nvSpPr>
        <p:spPr>
          <a:xfrm>
            <a:off x="6261100" y="13614400"/>
            <a:ext cx="142557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47" name="Text 345"/>
          <p:cNvSpPr/>
          <p:nvPr/>
        </p:nvSpPr>
        <p:spPr>
          <a:xfrm>
            <a:off x="124460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S04_43 · Calibri 10 · W 135 · k−0</a:t>
            </a:r>
            <a:endParaRPr lang="en-US" sz="700" dirty="0"/>
          </a:p>
        </p:txBody>
      </p:sp>
      <p:sp>
        <p:nvSpPr>
          <p:cNvPr id="348" name="S04_43_Calibri_10_W135"/>
          <p:cNvSpPr/>
          <p:nvPr/>
        </p:nvSpPr>
        <p:spPr>
          <a:xfrm>
            <a:off x="12446000" y="13614400"/>
            <a:ext cx="17145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49" name="Text 347"/>
          <p:cNvSpPr/>
          <p:nvPr/>
        </p:nvSpPr>
        <p:spPr>
          <a:xfrm>
            <a:off x="186309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S04_44 · Calibri 10 · W 132.88 · k−0</a:t>
            </a:r>
            <a:endParaRPr lang="en-US" sz="700" dirty="0"/>
          </a:p>
        </p:txBody>
      </p:sp>
      <p:sp>
        <p:nvSpPr>
          <p:cNvPr id="350" name="S04_44_Calibri_10_W132.88"/>
          <p:cNvSpPr/>
          <p:nvPr/>
        </p:nvSpPr>
        <p:spPr>
          <a:xfrm>
            <a:off x="18630900" y="13614400"/>
            <a:ext cx="16875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51" name="Text 349"/>
          <p:cNvSpPr/>
          <p:nvPr/>
        </p:nvSpPr>
        <p:spPr>
          <a:xfrm>
            <a:off x="248158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S04_45 · Verdana 10 · W 158.38 · k−0</a:t>
            </a:r>
            <a:endParaRPr lang="en-US" sz="700" dirty="0"/>
          </a:p>
        </p:txBody>
      </p:sp>
      <p:sp>
        <p:nvSpPr>
          <p:cNvPr id="352" name="S04_45_Verdana_10_W158.38"/>
          <p:cNvSpPr/>
          <p:nvPr/>
        </p:nvSpPr>
        <p:spPr>
          <a:xfrm>
            <a:off x="24815800" y="13614400"/>
            <a:ext cx="20114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53" name="Text 351"/>
          <p:cNvSpPr/>
          <p:nvPr/>
        </p:nvSpPr>
        <p:spPr>
          <a:xfrm>
            <a:off x="310007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S04_46 · Verdana 10 · W 139.63 · k−0</a:t>
            </a:r>
            <a:endParaRPr lang="en-US" sz="700" dirty="0"/>
          </a:p>
        </p:txBody>
      </p:sp>
      <p:sp>
        <p:nvSpPr>
          <p:cNvPr id="354" name="S04_46_Verdana_10_W139.63"/>
          <p:cNvSpPr/>
          <p:nvPr/>
        </p:nvSpPr>
        <p:spPr>
          <a:xfrm>
            <a:off x="31000700" y="13614400"/>
            <a:ext cx="17733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55" name="Text 353"/>
          <p:cNvSpPr/>
          <p:nvPr/>
        </p:nvSpPr>
        <p:spPr>
          <a:xfrm>
            <a:off x="371856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S04_47 · Verdana 10 · W 173.63 · k−0</a:t>
            </a:r>
            <a:endParaRPr lang="en-US" sz="700" dirty="0"/>
          </a:p>
        </p:txBody>
      </p:sp>
      <p:sp>
        <p:nvSpPr>
          <p:cNvPr id="356" name="S04_47_Verdana_10_W173.63"/>
          <p:cNvSpPr/>
          <p:nvPr/>
        </p:nvSpPr>
        <p:spPr>
          <a:xfrm>
            <a:off x="37185600" y="13614400"/>
            <a:ext cx="22051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57" name="Text 355"/>
          <p:cNvSpPr/>
          <p:nvPr/>
        </p:nvSpPr>
        <p:spPr>
          <a:xfrm>
            <a:off x="43370500" y="13449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S04_48 · Verdana 10 · W 174 · k−0</a:t>
            </a:r>
            <a:endParaRPr lang="en-US" sz="700" dirty="0"/>
          </a:p>
        </p:txBody>
      </p:sp>
      <p:sp>
        <p:nvSpPr>
          <p:cNvPr id="358" name="S04_48_Verdana_10_W174"/>
          <p:cNvSpPr/>
          <p:nvPr/>
        </p:nvSpPr>
        <p:spPr>
          <a:xfrm>
            <a:off x="43370500" y="13614400"/>
            <a:ext cx="22098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59" name="Text 357"/>
          <p:cNvSpPr/>
          <p:nvPr/>
        </p:nvSpPr>
        <p:spPr>
          <a:xfrm>
            <a:off x="762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S04_51 · Tahoma 10 · W 138.75 · k−0</a:t>
            </a:r>
            <a:endParaRPr lang="en-US" sz="700" dirty="0"/>
          </a:p>
        </p:txBody>
      </p:sp>
      <p:sp>
        <p:nvSpPr>
          <p:cNvPr id="360" name="S04_51_Tahoma_10_W138.75"/>
          <p:cNvSpPr/>
          <p:nvPr/>
        </p:nvSpPr>
        <p:spPr>
          <a:xfrm>
            <a:off x="76200" y="14211300"/>
            <a:ext cx="17621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61" name="Text 359"/>
          <p:cNvSpPr/>
          <p:nvPr/>
        </p:nvSpPr>
        <p:spPr>
          <a:xfrm>
            <a:off x="62611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S04_52 · Tahoma 10 · W 123.63 · k−0</a:t>
            </a:r>
            <a:endParaRPr lang="en-US" sz="700" dirty="0"/>
          </a:p>
        </p:txBody>
      </p:sp>
      <p:sp>
        <p:nvSpPr>
          <p:cNvPr id="362" name="S04_52_Tahoma_10_W123.63"/>
          <p:cNvSpPr/>
          <p:nvPr/>
        </p:nvSpPr>
        <p:spPr>
          <a:xfrm>
            <a:off x="6261100" y="14211300"/>
            <a:ext cx="157010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63" name="Text 361"/>
          <p:cNvSpPr/>
          <p:nvPr/>
        </p:nvSpPr>
        <p:spPr>
          <a:xfrm>
            <a:off x="124460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S04_53 · Tahoma 10 · W 152.75 · k−0</a:t>
            </a:r>
            <a:endParaRPr lang="en-US" sz="700" dirty="0"/>
          </a:p>
        </p:txBody>
      </p:sp>
      <p:sp>
        <p:nvSpPr>
          <p:cNvPr id="364" name="S04_53_Tahoma_10_W152.75"/>
          <p:cNvSpPr/>
          <p:nvPr/>
        </p:nvSpPr>
        <p:spPr>
          <a:xfrm>
            <a:off x="12446000" y="14211300"/>
            <a:ext cx="19399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65" name="Text 363"/>
          <p:cNvSpPr/>
          <p:nvPr/>
        </p:nvSpPr>
        <p:spPr>
          <a:xfrm>
            <a:off x="186309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S04_54 · Tahoma 10 · W 151.88 · k−0</a:t>
            </a:r>
            <a:endParaRPr lang="en-US" sz="700" dirty="0"/>
          </a:p>
        </p:txBody>
      </p:sp>
      <p:sp>
        <p:nvSpPr>
          <p:cNvPr id="366" name="S04_54_Tahoma_10_W151.88"/>
          <p:cNvSpPr/>
          <p:nvPr/>
        </p:nvSpPr>
        <p:spPr>
          <a:xfrm>
            <a:off x="18630900" y="14211300"/>
            <a:ext cx="192887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67" name="Text 365"/>
          <p:cNvSpPr/>
          <p:nvPr/>
        </p:nvSpPr>
        <p:spPr>
          <a:xfrm>
            <a:off x="248158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S04_55 · Trebuchet MS 10 · W 140.75 · k−0</a:t>
            </a:r>
            <a:endParaRPr lang="en-US" sz="700" dirty="0"/>
          </a:p>
        </p:txBody>
      </p:sp>
      <p:sp>
        <p:nvSpPr>
          <p:cNvPr id="368" name="S04_55_TrebuchetMS_10_W140.75"/>
          <p:cNvSpPr/>
          <p:nvPr/>
        </p:nvSpPr>
        <p:spPr>
          <a:xfrm>
            <a:off x="24815800" y="14211300"/>
            <a:ext cx="17875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69" name="Text 367"/>
          <p:cNvSpPr/>
          <p:nvPr/>
        </p:nvSpPr>
        <p:spPr>
          <a:xfrm>
            <a:off x="310007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S04_56 · Trebuchet MS 10 · W 126.25 · k−0</a:t>
            </a:r>
            <a:endParaRPr lang="en-US" sz="700" dirty="0"/>
          </a:p>
        </p:txBody>
      </p:sp>
      <p:sp>
        <p:nvSpPr>
          <p:cNvPr id="370" name="S04_56_TrebuchetMS_10_W126.25"/>
          <p:cNvSpPr/>
          <p:nvPr/>
        </p:nvSpPr>
        <p:spPr>
          <a:xfrm>
            <a:off x="31000700" y="14211300"/>
            <a:ext cx="160337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71" name="Text 369"/>
          <p:cNvSpPr/>
          <p:nvPr/>
        </p:nvSpPr>
        <p:spPr>
          <a:xfrm>
            <a:off x="371856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S04_57 · Trebuchet MS 10 · W 148.75 · k−0</a:t>
            </a:r>
            <a:endParaRPr lang="en-US" sz="700" dirty="0"/>
          </a:p>
        </p:txBody>
      </p:sp>
      <p:sp>
        <p:nvSpPr>
          <p:cNvPr id="372" name="S04_57_TrebuchetMS_10_W148.75"/>
          <p:cNvSpPr/>
          <p:nvPr/>
        </p:nvSpPr>
        <p:spPr>
          <a:xfrm>
            <a:off x="37185600" y="14211300"/>
            <a:ext cx="18891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73" name="Text 371"/>
          <p:cNvSpPr/>
          <p:nvPr/>
        </p:nvSpPr>
        <p:spPr>
          <a:xfrm>
            <a:off x="43370500" y="140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S04_58 · Trebuchet MS 10 · W 148.5 · k−0</a:t>
            </a:r>
            <a:endParaRPr lang="en-US" sz="700" dirty="0"/>
          </a:p>
        </p:txBody>
      </p:sp>
      <p:sp>
        <p:nvSpPr>
          <p:cNvPr id="374" name="S04_58_TrebuchetMS_10_W148.5"/>
          <p:cNvSpPr/>
          <p:nvPr/>
        </p:nvSpPr>
        <p:spPr>
          <a:xfrm>
            <a:off x="43370500" y="14211300"/>
            <a:ext cx="188595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75" name="Text 373"/>
          <p:cNvSpPr/>
          <p:nvPr/>
        </p:nvSpPr>
        <p:spPr>
          <a:xfrm>
            <a:off x="762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S04_61 · Comic Sans MS 10 · W 144.75 · k−0</a:t>
            </a:r>
            <a:endParaRPr lang="en-US" sz="700" dirty="0"/>
          </a:p>
        </p:txBody>
      </p:sp>
      <p:sp>
        <p:nvSpPr>
          <p:cNvPr id="376" name="S04_61_ComicSansMS_10_W144.75"/>
          <p:cNvSpPr/>
          <p:nvPr/>
        </p:nvSpPr>
        <p:spPr>
          <a:xfrm>
            <a:off x="76200" y="14808200"/>
            <a:ext cx="1838325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77" name="Text 375"/>
          <p:cNvSpPr/>
          <p:nvPr/>
        </p:nvSpPr>
        <p:spPr>
          <a:xfrm>
            <a:off x="62611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S04_62 · Comic Sans MS 10 · W 128.13 · k−0</a:t>
            </a:r>
            <a:endParaRPr lang="en-US" sz="700" dirty="0"/>
          </a:p>
        </p:txBody>
      </p:sp>
      <p:sp>
        <p:nvSpPr>
          <p:cNvPr id="378" name="S04_62_ComicSansMS_10_W128.13"/>
          <p:cNvSpPr/>
          <p:nvPr/>
        </p:nvSpPr>
        <p:spPr>
          <a:xfrm>
            <a:off x="6261100" y="14808200"/>
            <a:ext cx="1627251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79" name="Text 377"/>
          <p:cNvSpPr/>
          <p:nvPr/>
        </p:nvSpPr>
        <p:spPr>
          <a:xfrm>
            <a:off x="124460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S04_63 · Comic Sans MS 10 · W 148.38 · k−0</a:t>
            </a:r>
            <a:endParaRPr lang="en-US" sz="700" dirty="0"/>
          </a:p>
        </p:txBody>
      </p:sp>
      <p:sp>
        <p:nvSpPr>
          <p:cNvPr id="380" name="S04_63_ComicSansMS_10_W148.38"/>
          <p:cNvSpPr/>
          <p:nvPr/>
        </p:nvSpPr>
        <p:spPr>
          <a:xfrm>
            <a:off x="12446000" y="14808200"/>
            <a:ext cx="1884426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81" name="Text 379"/>
          <p:cNvSpPr/>
          <p:nvPr/>
        </p:nvSpPr>
        <p:spPr>
          <a:xfrm>
            <a:off x="186309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S04_64 · Comic Sans MS 10 · W 161 · k−0</a:t>
            </a:r>
            <a:endParaRPr lang="en-US" sz="700" dirty="0"/>
          </a:p>
        </p:txBody>
      </p:sp>
      <p:sp>
        <p:nvSpPr>
          <p:cNvPr id="382" name="S04_64_ComicSansMS_10_W161"/>
          <p:cNvSpPr/>
          <p:nvPr/>
        </p:nvSpPr>
        <p:spPr>
          <a:xfrm>
            <a:off x="18630900" y="14808200"/>
            <a:ext cx="20447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83" name="Text 381"/>
          <p:cNvSpPr/>
          <p:nvPr/>
        </p:nvSpPr>
        <p:spPr>
          <a:xfrm>
            <a:off x="248158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S04_65 · Courier New 10 · W 181 · k−0</a:t>
            </a:r>
            <a:endParaRPr lang="en-US" sz="700" dirty="0"/>
          </a:p>
        </p:txBody>
      </p:sp>
      <p:sp>
        <p:nvSpPr>
          <p:cNvPr id="384" name="S04_65_CourierNew_10_W181"/>
          <p:cNvSpPr/>
          <p:nvPr/>
        </p:nvSpPr>
        <p:spPr>
          <a:xfrm>
            <a:off x="24815800" y="14808200"/>
            <a:ext cx="22987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000" dirty="0"/>
          </a:p>
        </p:txBody>
      </p:sp>
      <p:sp>
        <p:nvSpPr>
          <p:cNvPr id="385" name="Text 383"/>
          <p:cNvSpPr/>
          <p:nvPr/>
        </p:nvSpPr>
        <p:spPr>
          <a:xfrm>
            <a:off x="310007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S04_66 · Courier New 10 · W 157 · k−0</a:t>
            </a:r>
            <a:endParaRPr lang="en-US" sz="700" dirty="0"/>
          </a:p>
        </p:txBody>
      </p:sp>
      <p:sp>
        <p:nvSpPr>
          <p:cNvPr id="386" name="S04_66_CourierNew_10_W157"/>
          <p:cNvSpPr/>
          <p:nvPr/>
        </p:nvSpPr>
        <p:spPr>
          <a:xfrm>
            <a:off x="31000700" y="14808200"/>
            <a:ext cx="19939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000" dirty="0"/>
          </a:p>
        </p:txBody>
      </p:sp>
      <p:sp>
        <p:nvSpPr>
          <p:cNvPr id="387" name="Text 385"/>
          <p:cNvSpPr/>
          <p:nvPr/>
        </p:nvSpPr>
        <p:spPr>
          <a:xfrm>
            <a:off x="371856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S04_67 · Courier New 10 · W 187 · k−0</a:t>
            </a:r>
            <a:endParaRPr lang="en-US" sz="700" dirty="0"/>
          </a:p>
        </p:txBody>
      </p:sp>
      <p:sp>
        <p:nvSpPr>
          <p:cNvPr id="388" name="S04_67_CourierNew_10_W187"/>
          <p:cNvSpPr/>
          <p:nvPr/>
        </p:nvSpPr>
        <p:spPr>
          <a:xfrm>
            <a:off x="37185600" y="14808200"/>
            <a:ext cx="23749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000" dirty="0"/>
          </a:p>
        </p:txBody>
      </p:sp>
      <p:sp>
        <p:nvSpPr>
          <p:cNvPr id="389" name="Text 387"/>
          <p:cNvSpPr/>
          <p:nvPr/>
        </p:nvSpPr>
        <p:spPr>
          <a:xfrm>
            <a:off x="43370500" y="14643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S04_68 · Courier New 10 · W 199 · k−0</a:t>
            </a:r>
            <a:endParaRPr lang="en-US" sz="700" dirty="0"/>
          </a:p>
        </p:txBody>
      </p:sp>
      <p:sp>
        <p:nvSpPr>
          <p:cNvPr id="390" name="S04_68_CourierNew_10_W199"/>
          <p:cNvSpPr/>
          <p:nvPr/>
        </p:nvSpPr>
        <p:spPr>
          <a:xfrm>
            <a:off x="43370500" y="14808200"/>
            <a:ext cx="2527300" cy="152400"/>
          </a:xfrm>
          <a:prstGeom prst="rect">
            <a:avLst/>
          </a:prstGeom>
          <a:noFill/>
          <a:ln w="14817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000" dirty="0"/>
          </a:p>
        </p:txBody>
      </p:sp>
      <p:sp>
        <p:nvSpPr>
          <p:cNvPr id="391" name="Text 389"/>
          <p:cNvSpPr/>
          <p:nvPr/>
        </p:nvSpPr>
        <p:spPr>
          <a:xfrm>
            <a:off x="76200" y="152400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10.5pt regular</a:t>
            </a:r>
            <a:endParaRPr lang="en-US" sz="1200" dirty="0"/>
          </a:p>
        </p:txBody>
      </p:sp>
      <p:sp>
        <p:nvSpPr>
          <p:cNvPr id="392" name="Text 390"/>
          <p:cNvSpPr/>
          <p:nvPr/>
        </p:nvSpPr>
        <p:spPr>
          <a:xfrm>
            <a:off x="762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S05_11 · Roboto 10.5 · W 144.75 · k−0</a:t>
            </a:r>
            <a:endParaRPr lang="en-US" sz="710" dirty="0"/>
          </a:p>
        </p:txBody>
      </p:sp>
      <p:sp>
        <p:nvSpPr>
          <p:cNvPr id="393" name="S05_11_Roboto_10.5_W144.75"/>
          <p:cNvSpPr/>
          <p:nvPr/>
        </p:nvSpPr>
        <p:spPr>
          <a:xfrm>
            <a:off x="76200" y="15659100"/>
            <a:ext cx="18383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394" name="Text 392"/>
          <p:cNvSpPr/>
          <p:nvPr/>
        </p:nvSpPr>
        <p:spPr>
          <a:xfrm>
            <a:off x="62611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S05_12 · Roboto 10.5 · W 130.75 · k−0</a:t>
            </a:r>
            <a:endParaRPr lang="en-US" sz="710" dirty="0"/>
          </a:p>
        </p:txBody>
      </p:sp>
      <p:sp>
        <p:nvSpPr>
          <p:cNvPr id="395" name="S05_12_Roboto_10.5_W130.75"/>
          <p:cNvSpPr/>
          <p:nvPr/>
        </p:nvSpPr>
        <p:spPr>
          <a:xfrm>
            <a:off x="6261100" y="15659100"/>
            <a:ext cx="16605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396" name="Text 394"/>
          <p:cNvSpPr/>
          <p:nvPr/>
        </p:nvSpPr>
        <p:spPr>
          <a:xfrm>
            <a:off x="124460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S05_13 · Roboto 10.5 · W 154.75 · k−0</a:t>
            </a:r>
            <a:endParaRPr lang="en-US" sz="710" dirty="0"/>
          </a:p>
        </p:txBody>
      </p:sp>
      <p:sp>
        <p:nvSpPr>
          <p:cNvPr id="397" name="S05_13_Roboto_10.5_W154.75"/>
          <p:cNvSpPr/>
          <p:nvPr/>
        </p:nvSpPr>
        <p:spPr>
          <a:xfrm>
            <a:off x="12446000" y="15659100"/>
            <a:ext cx="19653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398" name="Text 396"/>
          <p:cNvSpPr/>
          <p:nvPr/>
        </p:nvSpPr>
        <p:spPr>
          <a:xfrm>
            <a:off x="186309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S05_14 · Roboto 10.5 · W 153.38 · k−0</a:t>
            </a:r>
            <a:endParaRPr lang="en-US" sz="710" dirty="0"/>
          </a:p>
        </p:txBody>
      </p:sp>
      <p:sp>
        <p:nvSpPr>
          <p:cNvPr id="399" name="S05_14_Roboto_10.5_W153.38"/>
          <p:cNvSpPr/>
          <p:nvPr/>
        </p:nvSpPr>
        <p:spPr>
          <a:xfrm>
            <a:off x="18630900" y="15659100"/>
            <a:ext cx="194792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00" name="Text 398"/>
          <p:cNvSpPr/>
          <p:nvPr/>
        </p:nvSpPr>
        <p:spPr>
          <a:xfrm>
            <a:off x="248158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S05_15 · Inter 10.5 · W 156.25 · k−0</a:t>
            </a:r>
            <a:endParaRPr lang="en-US" sz="710" dirty="0"/>
          </a:p>
        </p:txBody>
      </p:sp>
      <p:sp>
        <p:nvSpPr>
          <p:cNvPr id="401" name="S05_15_Inter_10.5_W156.25"/>
          <p:cNvSpPr/>
          <p:nvPr/>
        </p:nvSpPr>
        <p:spPr>
          <a:xfrm>
            <a:off x="24815800" y="15659100"/>
            <a:ext cx="198437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02" name="Text 400"/>
          <p:cNvSpPr/>
          <p:nvPr/>
        </p:nvSpPr>
        <p:spPr>
          <a:xfrm>
            <a:off x="310007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S05_16 · Inter 10.5 · W 141.25 · k−0</a:t>
            </a:r>
            <a:endParaRPr lang="en-US" sz="710" dirty="0"/>
          </a:p>
        </p:txBody>
      </p:sp>
      <p:sp>
        <p:nvSpPr>
          <p:cNvPr id="403" name="S05_16_Inter_10.5_W141.25"/>
          <p:cNvSpPr/>
          <p:nvPr/>
        </p:nvSpPr>
        <p:spPr>
          <a:xfrm>
            <a:off x="31000700" y="15659100"/>
            <a:ext cx="179387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04" name="Text 402"/>
          <p:cNvSpPr/>
          <p:nvPr/>
        </p:nvSpPr>
        <p:spPr>
          <a:xfrm>
            <a:off x="371856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S05_17 · Inter 10.5 · W 168.38 · k−0</a:t>
            </a:r>
            <a:endParaRPr lang="en-US" sz="710" dirty="0"/>
          </a:p>
        </p:txBody>
      </p:sp>
      <p:sp>
        <p:nvSpPr>
          <p:cNvPr id="405" name="S05_17_Inter_10.5_W168.38"/>
          <p:cNvSpPr/>
          <p:nvPr/>
        </p:nvSpPr>
        <p:spPr>
          <a:xfrm>
            <a:off x="37185600" y="15659100"/>
            <a:ext cx="213842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06" name="Text 404"/>
          <p:cNvSpPr/>
          <p:nvPr/>
        </p:nvSpPr>
        <p:spPr>
          <a:xfrm>
            <a:off x="43370500" y="15494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S05_18 · Inter 10.5 · W 170.38 · k−0</a:t>
            </a:r>
            <a:endParaRPr lang="en-US" sz="710" dirty="0"/>
          </a:p>
        </p:txBody>
      </p:sp>
      <p:sp>
        <p:nvSpPr>
          <p:cNvPr id="407" name="S05_18_Inter_10.5_W170.38"/>
          <p:cNvSpPr/>
          <p:nvPr/>
        </p:nvSpPr>
        <p:spPr>
          <a:xfrm>
            <a:off x="43370500" y="15659100"/>
            <a:ext cx="216382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08" name="Text 406"/>
          <p:cNvSpPr/>
          <p:nvPr/>
        </p:nvSpPr>
        <p:spPr>
          <a:xfrm>
            <a:off x="762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S05_21 · Arial 10.5 · W 147.25 · k−0</a:t>
            </a:r>
            <a:endParaRPr lang="en-US" sz="710" dirty="0"/>
          </a:p>
        </p:txBody>
      </p:sp>
      <p:sp>
        <p:nvSpPr>
          <p:cNvPr id="409" name="S05_21_Arial_10.5_W147.25"/>
          <p:cNvSpPr/>
          <p:nvPr/>
        </p:nvSpPr>
        <p:spPr>
          <a:xfrm>
            <a:off x="76200" y="16281400"/>
            <a:ext cx="187007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10" name="Text 408"/>
          <p:cNvSpPr/>
          <p:nvPr/>
        </p:nvSpPr>
        <p:spPr>
          <a:xfrm>
            <a:off x="62611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S05_22 · Arial 10.5 · W 133.63 · k−0</a:t>
            </a:r>
            <a:endParaRPr lang="en-US" sz="710" dirty="0"/>
          </a:p>
        </p:txBody>
      </p:sp>
      <p:sp>
        <p:nvSpPr>
          <p:cNvPr id="411" name="S05_22_Arial_10.5_W133.63"/>
          <p:cNvSpPr/>
          <p:nvPr/>
        </p:nvSpPr>
        <p:spPr>
          <a:xfrm>
            <a:off x="6261100" y="16281400"/>
            <a:ext cx="169710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12" name="Text 410"/>
          <p:cNvSpPr/>
          <p:nvPr/>
        </p:nvSpPr>
        <p:spPr>
          <a:xfrm>
            <a:off x="124460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S05_23 · Arial 10.5 · W 161.13 · k−0</a:t>
            </a:r>
            <a:endParaRPr lang="en-US" sz="710" dirty="0"/>
          </a:p>
        </p:txBody>
      </p:sp>
      <p:sp>
        <p:nvSpPr>
          <p:cNvPr id="413" name="S05_23_Arial_10.5_W161.13"/>
          <p:cNvSpPr/>
          <p:nvPr/>
        </p:nvSpPr>
        <p:spPr>
          <a:xfrm>
            <a:off x="12446000" y="16281400"/>
            <a:ext cx="20463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14" name="Text 412"/>
          <p:cNvSpPr/>
          <p:nvPr/>
        </p:nvSpPr>
        <p:spPr>
          <a:xfrm>
            <a:off x="186309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S05_24 · Arial 10.5 · W 160.13 · k−0</a:t>
            </a:r>
            <a:endParaRPr lang="en-US" sz="710" dirty="0"/>
          </a:p>
        </p:txBody>
      </p:sp>
      <p:sp>
        <p:nvSpPr>
          <p:cNvPr id="415" name="S05_24_Arial_10.5_W160.13"/>
          <p:cNvSpPr/>
          <p:nvPr/>
        </p:nvSpPr>
        <p:spPr>
          <a:xfrm>
            <a:off x="18630900" y="16281400"/>
            <a:ext cx="20336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16" name="Text 414"/>
          <p:cNvSpPr/>
          <p:nvPr/>
        </p:nvSpPr>
        <p:spPr>
          <a:xfrm>
            <a:off x="248158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S05_25 · Arial Narrow 10.5 · W 119.75 · k−0</a:t>
            </a:r>
            <a:endParaRPr lang="en-US" sz="710" dirty="0"/>
          </a:p>
        </p:txBody>
      </p:sp>
      <p:sp>
        <p:nvSpPr>
          <p:cNvPr id="417" name="S05_25_ArialNarrow_10.5_W119.75"/>
          <p:cNvSpPr/>
          <p:nvPr/>
        </p:nvSpPr>
        <p:spPr>
          <a:xfrm>
            <a:off x="24815800" y="16281400"/>
            <a:ext cx="15208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18" name="Text 416"/>
          <p:cNvSpPr/>
          <p:nvPr/>
        </p:nvSpPr>
        <p:spPr>
          <a:xfrm>
            <a:off x="310007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S05_26 · Arial Narrow 10.5 · W 109.13 · k−0</a:t>
            </a:r>
            <a:endParaRPr lang="en-US" sz="710" dirty="0"/>
          </a:p>
        </p:txBody>
      </p:sp>
      <p:sp>
        <p:nvSpPr>
          <p:cNvPr id="419" name="S05_26_ArialNarrow_10.5_W109.13"/>
          <p:cNvSpPr/>
          <p:nvPr/>
        </p:nvSpPr>
        <p:spPr>
          <a:xfrm>
            <a:off x="31000700" y="16281400"/>
            <a:ext cx="13859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20" name="Text 418"/>
          <p:cNvSpPr/>
          <p:nvPr/>
        </p:nvSpPr>
        <p:spPr>
          <a:xfrm>
            <a:off x="371856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S05_27 · Arial Narrow 10.5 · W 131.38 · k−0</a:t>
            </a:r>
            <a:endParaRPr lang="en-US" sz="710" dirty="0"/>
          </a:p>
        </p:txBody>
      </p:sp>
      <p:sp>
        <p:nvSpPr>
          <p:cNvPr id="421" name="S05_27_ArialNarrow_10.5_W131.38"/>
          <p:cNvSpPr/>
          <p:nvPr/>
        </p:nvSpPr>
        <p:spPr>
          <a:xfrm>
            <a:off x="37185600" y="16281400"/>
            <a:ext cx="166852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22" name="Text 420"/>
          <p:cNvSpPr/>
          <p:nvPr/>
        </p:nvSpPr>
        <p:spPr>
          <a:xfrm>
            <a:off x="43370500" y="16116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S05_28 · Arial Narrow 10.5 · W 131 · k−0</a:t>
            </a:r>
            <a:endParaRPr lang="en-US" sz="710" dirty="0"/>
          </a:p>
        </p:txBody>
      </p:sp>
      <p:sp>
        <p:nvSpPr>
          <p:cNvPr id="423" name="S05_28_ArialNarrow_10.5_W131"/>
          <p:cNvSpPr/>
          <p:nvPr/>
        </p:nvSpPr>
        <p:spPr>
          <a:xfrm>
            <a:off x="43370500" y="16281400"/>
            <a:ext cx="166370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24" name="Text 422"/>
          <p:cNvSpPr/>
          <p:nvPr/>
        </p:nvSpPr>
        <p:spPr>
          <a:xfrm>
            <a:off x="762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S05_31 · Times New Roman 10.5 · W 128.5 · k−0</a:t>
            </a:r>
            <a:endParaRPr lang="en-US" sz="710" dirty="0"/>
          </a:p>
        </p:txBody>
      </p:sp>
      <p:sp>
        <p:nvSpPr>
          <p:cNvPr id="425" name="S05_31_TimesNewRoman_10.5_W128.5"/>
          <p:cNvSpPr/>
          <p:nvPr/>
        </p:nvSpPr>
        <p:spPr>
          <a:xfrm>
            <a:off x="76200" y="16903700"/>
            <a:ext cx="16319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26" name="Text 424"/>
          <p:cNvSpPr/>
          <p:nvPr/>
        </p:nvSpPr>
        <p:spPr>
          <a:xfrm>
            <a:off x="62611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S05_32 · Times New Roman 10.5 · W 126.13 · k−0</a:t>
            </a:r>
            <a:endParaRPr lang="en-US" sz="710" dirty="0"/>
          </a:p>
        </p:txBody>
      </p:sp>
      <p:sp>
        <p:nvSpPr>
          <p:cNvPr id="427" name="S05_32_TimesNewRoman_10.5_W126.13"/>
          <p:cNvSpPr/>
          <p:nvPr/>
        </p:nvSpPr>
        <p:spPr>
          <a:xfrm>
            <a:off x="6261100" y="16903700"/>
            <a:ext cx="16018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28" name="Text 426"/>
          <p:cNvSpPr/>
          <p:nvPr/>
        </p:nvSpPr>
        <p:spPr>
          <a:xfrm>
            <a:off x="124460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S05_33 · Times New Roman 10.5 · W 145.5 · k−0</a:t>
            </a:r>
            <a:endParaRPr lang="en-US" sz="710" dirty="0"/>
          </a:p>
        </p:txBody>
      </p:sp>
      <p:sp>
        <p:nvSpPr>
          <p:cNvPr id="429" name="S05_33_TimesNewRoman_10.5_W145.5"/>
          <p:cNvSpPr/>
          <p:nvPr/>
        </p:nvSpPr>
        <p:spPr>
          <a:xfrm>
            <a:off x="12446000" y="16903700"/>
            <a:ext cx="18478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30" name="Text 428"/>
          <p:cNvSpPr/>
          <p:nvPr/>
        </p:nvSpPr>
        <p:spPr>
          <a:xfrm>
            <a:off x="186309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S05_34 · Times New Roman 10.5 · W 155 · k−0</a:t>
            </a:r>
            <a:endParaRPr lang="en-US" sz="710" dirty="0"/>
          </a:p>
        </p:txBody>
      </p:sp>
      <p:sp>
        <p:nvSpPr>
          <p:cNvPr id="431" name="S05_34_TimesNewRoman_10.5_W155"/>
          <p:cNvSpPr/>
          <p:nvPr/>
        </p:nvSpPr>
        <p:spPr>
          <a:xfrm>
            <a:off x="18630900" y="16903700"/>
            <a:ext cx="196850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32" name="Text 430"/>
          <p:cNvSpPr/>
          <p:nvPr/>
        </p:nvSpPr>
        <p:spPr>
          <a:xfrm>
            <a:off x="248158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S05_35 · Georgia 10.5 · W 141.5 · k−0</a:t>
            </a:r>
            <a:endParaRPr lang="en-US" sz="710" dirty="0"/>
          </a:p>
        </p:txBody>
      </p:sp>
      <p:sp>
        <p:nvSpPr>
          <p:cNvPr id="433" name="S05_35_Georgia_10.5_W141.5"/>
          <p:cNvSpPr/>
          <p:nvPr/>
        </p:nvSpPr>
        <p:spPr>
          <a:xfrm>
            <a:off x="24815800" y="16903700"/>
            <a:ext cx="17970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34" name="Text 432"/>
          <p:cNvSpPr/>
          <p:nvPr/>
        </p:nvSpPr>
        <p:spPr>
          <a:xfrm>
            <a:off x="310007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S05_36 · Georgia 10.5 · W 129.75 · k−0</a:t>
            </a:r>
            <a:endParaRPr lang="en-US" sz="710" dirty="0"/>
          </a:p>
        </p:txBody>
      </p:sp>
      <p:sp>
        <p:nvSpPr>
          <p:cNvPr id="435" name="S05_36_Georgia_10.5_W129.75"/>
          <p:cNvSpPr/>
          <p:nvPr/>
        </p:nvSpPr>
        <p:spPr>
          <a:xfrm>
            <a:off x="31000700" y="16903700"/>
            <a:ext cx="16478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36" name="Text 434"/>
          <p:cNvSpPr/>
          <p:nvPr/>
        </p:nvSpPr>
        <p:spPr>
          <a:xfrm>
            <a:off x="371856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S05_37 · Georgia 10.5 · W 156.13 · k−0</a:t>
            </a:r>
            <a:endParaRPr lang="en-US" sz="710" dirty="0"/>
          </a:p>
        </p:txBody>
      </p:sp>
      <p:sp>
        <p:nvSpPr>
          <p:cNvPr id="437" name="S05_37_Georgia_10.5_W156.13"/>
          <p:cNvSpPr/>
          <p:nvPr/>
        </p:nvSpPr>
        <p:spPr>
          <a:xfrm>
            <a:off x="37185600" y="16903700"/>
            <a:ext cx="19828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38" name="Text 436"/>
          <p:cNvSpPr/>
          <p:nvPr/>
        </p:nvSpPr>
        <p:spPr>
          <a:xfrm>
            <a:off x="433705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S05_38 · Georgia 10.5 · W 157.38 · k−0</a:t>
            </a:r>
            <a:endParaRPr lang="en-US" sz="710" dirty="0"/>
          </a:p>
        </p:txBody>
      </p:sp>
      <p:sp>
        <p:nvSpPr>
          <p:cNvPr id="439" name="S05_38_Georgia_10.5_W157.38"/>
          <p:cNvSpPr/>
          <p:nvPr/>
        </p:nvSpPr>
        <p:spPr>
          <a:xfrm>
            <a:off x="43370500" y="16903700"/>
            <a:ext cx="199872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40" name="Text 438"/>
          <p:cNvSpPr/>
          <p:nvPr/>
        </p:nvSpPr>
        <p:spPr>
          <a:xfrm>
            <a:off x="762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S05_41 · Calibri 10.5 · W 131.63 · k−0</a:t>
            </a:r>
            <a:endParaRPr lang="en-US" sz="710" dirty="0"/>
          </a:p>
        </p:txBody>
      </p:sp>
      <p:sp>
        <p:nvSpPr>
          <p:cNvPr id="441" name="S05_41_Calibri_10.5_W131.63"/>
          <p:cNvSpPr/>
          <p:nvPr/>
        </p:nvSpPr>
        <p:spPr>
          <a:xfrm>
            <a:off x="76200" y="17526000"/>
            <a:ext cx="167170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42" name="Text 440"/>
          <p:cNvSpPr/>
          <p:nvPr/>
        </p:nvSpPr>
        <p:spPr>
          <a:xfrm>
            <a:off x="62611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S05_42 · Calibri 10.5 · W 118.13 · k−0</a:t>
            </a:r>
            <a:endParaRPr lang="en-US" sz="710" dirty="0"/>
          </a:p>
        </p:txBody>
      </p:sp>
      <p:sp>
        <p:nvSpPr>
          <p:cNvPr id="443" name="S05_42_Calibri_10.5_W118.13"/>
          <p:cNvSpPr/>
          <p:nvPr/>
        </p:nvSpPr>
        <p:spPr>
          <a:xfrm>
            <a:off x="6261100" y="17526000"/>
            <a:ext cx="15002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44" name="Text 442"/>
          <p:cNvSpPr/>
          <p:nvPr/>
        </p:nvSpPr>
        <p:spPr>
          <a:xfrm>
            <a:off x="124460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S05_43 · Calibri 10.5 · W 141.75 · k−0</a:t>
            </a:r>
            <a:endParaRPr lang="en-US" sz="710" dirty="0"/>
          </a:p>
        </p:txBody>
      </p:sp>
      <p:sp>
        <p:nvSpPr>
          <p:cNvPr id="445" name="S05_43_Calibri_10.5_W141.75"/>
          <p:cNvSpPr/>
          <p:nvPr/>
        </p:nvSpPr>
        <p:spPr>
          <a:xfrm>
            <a:off x="12446000" y="17526000"/>
            <a:ext cx="18002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46" name="Text 444"/>
          <p:cNvSpPr/>
          <p:nvPr/>
        </p:nvSpPr>
        <p:spPr>
          <a:xfrm>
            <a:off x="186309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S05_44 · Calibri 10.5 · W 139.88 · k−0</a:t>
            </a:r>
            <a:endParaRPr lang="en-US" sz="710" dirty="0"/>
          </a:p>
        </p:txBody>
      </p:sp>
      <p:sp>
        <p:nvSpPr>
          <p:cNvPr id="447" name="S05_44_Calibri_10.5_W139.88"/>
          <p:cNvSpPr/>
          <p:nvPr/>
        </p:nvSpPr>
        <p:spPr>
          <a:xfrm>
            <a:off x="18630900" y="17526000"/>
            <a:ext cx="177647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48" name="Text 446"/>
          <p:cNvSpPr/>
          <p:nvPr/>
        </p:nvSpPr>
        <p:spPr>
          <a:xfrm>
            <a:off x="248158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S05_45 · Verdana 10.5 · W 165.88 · k−0</a:t>
            </a:r>
            <a:endParaRPr lang="en-US" sz="710" dirty="0"/>
          </a:p>
        </p:txBody>
      </p:sp>
      <p:sp>
        <p:nvSpPr>
          <p:cNvPr id="449" name="S05_45_Verdana_10.5_W165.88"/>
          <p:cNvSpPr/>
          <p:nvPr/>
        </p:nvSpPr>
        <p:spPr>
          <a:xfrm>
            <a:off x="24815800" y="17526000"/>
            <a:ext cx="210667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50" name="Text 448"/>
          <p:cNvSpPr/>
          <p:nvPr/>
        </p:nvSpPr>
        <p:spPr>
          <a:xfrm>
            <a:off x="310007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S05_46 · Verdana 10.5 · W 147.13 · k−0</a:t>
            </a:r>
            <a:endParaRPr lang="en-US" sz="710" dirty="0"/>
          </a:p>
        </p:txBody>
      </p:sp>
      <p:sp>
        <p:nvSpPr>
          <p:cNvPr id="451" name="S05_46_Verdana_10.5_W147.13"/>
          <p:cNvSpPr/>
          <p:nvPr/>
        </p:nvSpPr>
        <p:spPr>
          <a:xfrm>
            <a:off x="31000700" y="17526000"/>
            <a:ext cx="18685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52" name="Text 450"/>
          <p:cNvSpPr/>
          <p:nvPr/>
        </p:nvSpPr>
        <p:spPr>
          <a:xfrm>
            <a:off x="371856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S05_47 · Verdana 10.5 · W 182.13 · k−0</a:t>
            </a:r>
            <a:endParaRPr lang="en-US" sz="710" dirty="0"/>
          </a:p>
        </p:txBody>
      </p:sp>
      <p:sp>
        <p:nvSpPr>
          <p:cNvPr id="453" name="S05_47_Verdana_10.5_W182.13"/>
          <p:cNvSpPr/>
          <p:nvPr/>
        </p:nvSpPr>
        <p:spPr>
          <a:xfrm>
            <a:off x="37185600" y="17526000"/>
            <a:ext cx="231305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54" name="Text 452"/>
          <p:cNvSpPr/>
          <p:nvPr/>
        </p:nvSpPr>
        <p:spPr>
          <a:xfrm>
            <a:off x="43370500" y="1736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S05_48 · Verdana 10.5 · W 182.88 · k−0</a:t>
            </a:r>
            <a:endParaRPr lang="en-US" sz="710" dirty="0"/>
          </a:p>
        </p:txBody>
      </p:sp>
      <p:sp>
        <p:nvSpPr>
          <p:cNvPr id="455" name="S05_48_Verdana_10.5_W182.88"/>
          <p:cNvSpPr/>
          <p:nvPr/>
        </p:nvSpPr>
        <p:spPr>
          <a:xfrm>
            <a:off x="43370500" y="17526000"/>
            <a:ext cx="232257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56" name="Text 454"/>
          <p:cNvSpPr/>
          <p:nvPr/>
        </p:nvSpPr>
        <p:spPr>
          <a:xfrm>
            <a:off x="762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S05_51 · Tahoma 10.5 · W 144.88 · k−0</a:t>
            </a:r>
            <a:endParaRPr lang="en-US" sz="710" dirty="0"/>
          </a:p>
        </p:txBody>
      </p:sp>
      <p:sp>
        <p:nvSpPr>
          <p:cNvPr id="457" name="S05_51_Tahoma_10.5_W144.88"/>
          <p:cNvSpPr/>
          <p:nvPr/>
        </p:nvSpPr>
        <p:spPr>
          <a:xfrm>
            <a:off x="76200" y="18148300"/>
            <a:ext cx="183997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58" name="Text 456"/>
          <p:cNvSpPr/>
          <p:nvPr/>
        </p:nvSpPr>
        <p:spPr>
          <a:xfrm>
            <a:off x="62611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S05_52 · Tahoma 10.5 · W 129.5 · k−0</a:t>
            </a:r>
            <a:endParaRPr lang="en-US" sz="710" dirty="0"/>
          </a:p>
        </p:txBody>
      </p:sp>
      <p:sp>
        <p:nvSpPr>
          <p:cNvPr id="459" name="S05_52_Tahoma_10.5_W129.5"/>
          <p:cNvSpPr/>
          <p:nvPr/>
        </p:nvSpPr>
        <p:spPr>
          <a:xfrm>
            <a:off x="6261100" y="18148300"/>
            <a:ext cx="16446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60" name="Text 458"/>
          <p:cNvSpPr/>
          <p:nvPr/>
        </p:nvSpPr>
        <p:spPr>
          <a:xfrm>
            <a:off x="124460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S05_53 · Tahoma 10.5 · W 159.75 · k−0</a:t>
            </a:r>
            <a:endParaRPr lang="en-US" sz="710" dirty="0"/>
          </a:p>
        </p:txBody>
      </p:sp>
      <p:sp>
        <p:nvSpPr>
          <p:cNvPr id="461" name="S05_53_Tahoma_10.5_W159.75"/>
          <p:cNvSpPr/>
          <p:nvPr/>
        </p:nvSpPr>
        <p:spPr>
          <a:xfrm>
            <a:off x="12446000" y="18148300"/>
            <a:ext cx="20288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62" name="Text 460"/>
          <p:cNvSpPr/>
          <p:nvPr/>
        </p:nvSpPr>
        <p:spPr>
          <a:xfrm>
            <a:off x="186309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S05_54 · Tahoma 10.5 · W 159 · k−0</a:t>
            </a:r>
            <a:endParaRPr lang="en-US" sz="710" dirty="0"/>
          </a:p>
        </p:txBody>
      </p:sp>
      <p:sp>
        <p:nvSpPr>
          <p:cNvPr id="463" name="S05_54_Tahoma_10.5_W159"/>
          <p:cNvSpPr/>
          <p:nvPr/>
        </p:nvSpPr>
        <p:spPr>
          <a:xfrm>
            <a:off x="18630900" y="18148300"/>
            <a:ext cx="201930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64" name="Text 462"/>
          <p:cNvSpPr/>
          <p:nvPr/>
        </p:nvSpPr>
        <p:spPr>
          <a:xfrm>
            <a:off x="248158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S05_55 · Trebuchet MS 10.5 · W 147.63 · k−0</a:t>
            </a:r>
            <a:endParaRPr lang="en-US" sz="710" dirty="0"/>
          </a:p>
        </p:txBody>
      </p:sp>
      <p:sp>
        <p:nvSpPr>
          <p:cNvPr id="465" name="S05_55_TrebuchetMS_10.5_W147.63"/>
          <p:cNvSpPr/>
          <p:nvPr/>
        </p:nvSpPr>
        <p:spPr>
          <a:xfrm>
            <a:off x="24815800" y="18148300"/>
            <a:ext cx="187490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66" name="Text 464"/>
          <p:cNvSpPr/>
          <p:nvPr/>
        </p:nvSpPr>
        <p:spPr>
          <a:xfrm>
            <a:off x="310007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S05_56 · Trebuchet MS 10.5 · W 132.5 · k−0</a:t>
            </a:r>
            <a:endParaRPr lang="en-US" sz="710" dirty="0"/>
          </a:p>
        </p:txBody>
      </p:sp>
      <p:sp>
        <p:nvSpPr>
          <p:cNvPr id="467" name="S05_56_TrebuchetMS_10.5_W132.5"/>
          <p:cNvSpPr/>
          <p:nvPr/>
        </p:nvSpPr>
        <p:spPr>
          <a:xfrm>
            <a:off x="31000700" y="18148300"/>
            <a:ext cx="16827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68" name="Text 466"/>
          <p:cNvSpPr/>
          <p:nvPr/>
        </p:nvSpPr>
        <p:spPr>
          <a:xfrm>
            <a:off x="371856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S05_57 · Trebuchet MS 10.5 · W 155.63 · k−0</a:t>
            </a:r>
            <a:endParaRPr lang="en-US" sz="710" dirty="0"/>
          </a:p>
        </p:txBody>
      </p:sp>
      <p:sp>
        <p:nvSpPr>
          <p:cNvPr id="469" name="S05_57_TrebuchetMS_10.5_W155.63"/>
          <p:cNvSpPr/>
          <p:nvPr/>
        </p:nvSpPr>
        <p:spPr>
          <a:xfrm>
            <a:off x="37185600" y="18148300"/>
            <a:ext cx="197650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70" name="Text 468"/>
          <p:cNvSpPr/>
          <p:nvPr/>
        </p:nvSpPr>
        <p:spPr>
          <a:xfrm>
            <a:off x="43370500" y="1798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S05_58 · Trebuchet MS 10.5 · W 155.88 · k−0</a:t>
            </a:r>
            <a:endParaRPr lang="en-US" sz="710" dirty="0"/>
          </a:p>
        </p:txBody>
      </p:sp>
      <p:sp>
        <p:nvSpPr>
          <p:cNvPr id="471" name="S05_58_TrebuchetMS_10.5_W155.88"/>
          <p:cNvSpPr/>
          <p:nvPr/>
        </p:nvSpPr>
        <p:spPr>
          <a:xfrm>
            <a:off x="43370500" y="18148300"/>
            <a:ext cx="1979676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72" name="Text 470"/>
          <p:cNvSpPr/>
          <p:nvPr/>
        </p:nvSpPr>
        <p:spPr>
          <a:xfrm>
            <a:off x="762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S05_61 · Comic Sans MS 10.5 · W 152 · k−0</a:t>
            </a:r>
            <a:endParaRPr lang="en-US" sz="710" dirty="0"/>
          </a:p>
        </p:txBody>
      </p:sp>
      <p:sp>
        <p:nvSpPr>
          <p:cNvPr id="473" name="S05_61_ComicSansMS_10.5_W152"/>
          <p:cNvSpPr/>
          <p:nvPr/>
        </p:nvSpPr>
        <p:spPr>
          <a:xfrm>
            <a:off x="76200" y="18770600"/>
            <a:ext cx="193040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74" name="Text 472"/>
          <p:cNvSpPr/>
          <p:nvPr/>
        </p:nvSpPr>
        <p:spPr>
          <a:xfrm>
            <a:off x="62611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S05_62 · Comic Sans MS 10.5 · W 133.75 · k−0</a:t>
            </a:r>
            <a:endParaRPr lang="en-US" sz="710" dirty="0"/>
          </a:p>
        </p:txBody>
      </p:sp>
      <p:sp>
        <p:nvSpPr>
          <p:cNvPr id="475" name="S05_62_ComicSansMS_10.5_W133.75"/>
          <p:cNvSpPr/>
          <p:nvPr/>
        </p:nvSpPr>
        <p:spPr>
          <a:xfrm>
            <a:off x="6261100" y="18770600"/>
            <a:ext cx="16986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76" name="Text 474"/>
          <p:cNvSpPr/>
          <p:nvPr/>
        </p:nvSpPr>
        <p:spPr>
          <a:xfrm>
            <a:off x="124460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S05_63 · Comic Sans MS 10.5 · W 155.63 · k−0</a:t>
            </a:r>
            <a:endParaRPr lang="en-US" sz="710" dirty="0"/>
          </a:p>
        </p:txBody>
      </p:sp>
      <p:sp>
        <p:nvSpPr>
          <p:cNvPr id="477" name="S05_63_ComicSansMS_10.5_W155.63"/>
          <p:cNvSpPr/>
          <p:nvPr/>
        </p:nvSpPr>
        <p:spPr>
          <a:xfrm>
            <a:off x="12446000" y="18770600"/>
            <a:ext cx="1976501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78" name="Text 476"/>
          <p:cNvSpPr/>
          <p:nvPr/>
        </p:nvSpPr>
        <p:spPr>
          <a:xfrm>
            <a:off x="186309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S05_64 · Comic Sans MS 10.5 · W 169.25 · k−0</a:t>
            </a:r>
            <a:endParaRPr lang="en-US" sz="710" dirty="0"/>
          </a:p>
        </p:txBody>
      </p:sp>
      <p:sp>
        <p:nvSpPr>
          <p:cNvPr id="479" name="S05_64_ComicSansMS_10.5_W169.25"/>
          <p:cNvSpPr/>
          <p:nvPr/>
        </p:nvSpPr>
        <p:spPr>
          <a:xfrm>
            <a:off x="18630900" y="18770600"/>
            <a:ext cx="214947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80" name="Text 478"/>
          <p:cNvSpPr/>
          <p:nvPr/>
        </p:nvSpPr>
        <p:spPr>
          <a:xfrm>
            <a:off x="248158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S05_65 · Courier New 10.5 · W 188.5 · k−0</a:t>
            </a:r>
            <a:endParaRPr lang="en-US" sz="710" dirty="0"/>
          </a:p>
        </p:txBody>
      </p:sp>
      <p:sp>
        <p:nvSpPr>
          <p:cNvPr id="481" name="S05_65_CourierNew_10.5_W188.5"/>
          <p:cNvSpPr/>
          <p:nvPr/>
        </p:nvSpPr>
        <p:spPr>
          <a:xfrm>
            <a:off x="24815800" y="18770600"/>
            <a:ext cx="23939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050" dirty="0"/>
          </a:p>
        </p:txBody>
      </p:sp>
      <p:sp>
        <p:nvSpPr>
          <p:cNvPr id="482" name="Text 480"/>
          <p:cNvSpPr/>
          <p:nvPr/>
        </p:nvSpPr>
        <p:spPr>
          <a:xfrm>
            <a:off x="310007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S05_66 · Courier New 10.5 · W 163.5 · k−0</a:t>
            </a:r>
            <a:endParaRPr lang="en-US" sz="710" dirty="0"/>
          </a:p>
        </p:txBody>
      </p:sp>
      <p:sp>
        <p:nvSpPr>
          <p:cNvPr id="483" name="S05_66_CourierNew_10.5_W163.5"/>
          <p:cNvSpPr/>
          <p:nvPr/>
        </p:nvSpPr>
        <p:spPr>
          <a:xfrm>
            <a:off x="31000700" y="18770600"/>
            <a:ext cx="2076450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050" dirty="0"/>
          </a:p>
        </p:txBody>
      </p:sp>
      <p:sp>
        <p:nvSpPr>
          <p:cNvPr id="484" name="Text 482"/>
          <p:cNvSpPr/>
          <p:nvPr/>
        </p:nvSpPr>
        <p:spPr>
          <a:xfrm>
            <a:off x="371856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S05_67 · Courier New 10.5 · W 194.75 · k−0</a:t>
            </a:r>
            <a:endParaRPr lang="en-US" sz="710" dirty="0"/>
          </a:p>
        </p:txBody>
      </p:sp>
      <p:sp>
        <p:nvSpPr>
          <p:cNvPr id="485" name="S05_67_CourierNew_10.5_W194.75"/>
          <p:cNvSpPr/>
          <p:nvPr/>
        </p:nvSpPr>
        <p:spPr>
          <a:xfrm>
            <a:off x="37185600" y="18770600"/>
            <a:ext cx="247332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050" dirty="0"/>
          </a:p>
        </p:txBody>
      </p:sp>
      <p:sp>
        <p:nvSpPr>
          <p:cNvPr id="486" name="Text 484"/>
          <p:cNvSpPr/>
          <p:nvPr/>
        </p:nvSpPr>
        <p:spPr>
          <a:xfrm>
            <a:off x="43370500" y="1860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S05_68 · Courier New 10.5 · W 207.25 · k−0</a:t>
            </a:r>
            <a:endParaRPr lang="en-US" sz="710" dirty="0"/>
          </a:p>
        </p:txBody>
      </p:sp>
      <p:sp>
        <p:nvSpPr>
          <p:cNvPr id="487" name="S05_68_CourierNew_10.5_W207.25"/>
          <p:cNvSpPr/>
          <p:nvPr/>
        </p:nvSpPr>
        <p:spPr>
          <a:xfrm>
            <a:off x="43370500" y="18770600"/>
            <a:ext cx="2632075" cy="160020"/>
          </a:xfrm>
          <a:prstGeom prst="rect">
            <a:avLst/>
          </a:prstGeom>
          <a:noFill/>
          <a:ln w="15081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050" dirty="0"/>
          </a:p>
        </p:txBody>
      </p:sp>
      <p:sp>
        <p:nvSpPr>
          <p:cNvPr id="488" name="Text 486"/>
          <p:cNvSpPr/>
          <p:nvPr/>
        </p:nvSpPr>
        <p:spPr>
          <a:xfrm>
            <a:off x="76200" y="19227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11pt regular</a:t>
            </a:r>
            <a:endParaRPr lang="en-US" sz="1200" dirty="0"/>
          </a:p>
        </p:txBody>
      </p:sp>
      <p:sp>
        <p:nvSpPr>
          <p:cNvPr id="489" name="Text 487"/>
          <p:cNvSpPr/>
          <p:nvPr/>
        </p:nvSpPr>
        <p:spPr>
          <a:xfrm>
            <a:off x="762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S06_11 · Roboto 11 · W 152.13 · k−0</a:t>
            </a:r>
            <a:endParaRPr lang="en-US" sz="720" dirty="0"/>
          </a:p>
        </p:txBody>
      </p:sp>
      <p:sp>
        <p:nvSpPr>
          <p:cNvPr id="490" name="S06_11_Roboto_11_W152.13"/>
          <p:cNvSpPr/>
          <p:nvPr/>
        </p:nvSpPr>
        <p:spPr>
          <a:xfrm>
            <a:off x="76200" y="19646900"/>
            <a:ext cx="19320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491" name="Text 489"/>
          <p:cNvSpPr/>
          <p:nvPr/>
        </p:nvSpPr>
        <p:spPr>
          <a:xfrm>
            <a:off x="62611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S06_12 · Roboto 11 · W 137.13 · k−0</a:t>
            </a:r>
            <a:endParaRPr lang="en-US" sz="720" dirty="0"/>
          </a:p>
        </p:txBody>
      </p:sp>
      <p:sp>
        <p:nvSpPr>
          <p:cNvPr id="492" name="S06_12_Roboto_11_W137.13"/>
          <p:cNvSpPr/>
          <p:nvPr/>
        </p:nvSpPr>
        <p:spPr>
          <a:xfrm>
            <a:off x="6261100" y="19646900"/>
            <a:ext cx="17415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493" name="Text 491"/>
          <p:cNvSpPr/>
          <p:nvPr/>
        </p:nvSpPr>
        <p:spPr>
          <a:xfrm>
            <a:off x="124460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S06_13 · Roboto 11 · W 162.63 · k−0</a:t>
            </a:r>
            <a:endParaRPr lang="en-US" sz="720" dirty="0"/>
          </a:p>
        </p:txBody>
      </p:sp>
      <p:sp>
        <p:nvSpPr>
          <p:cNvPr id="494" name="S06_13_Roboto_11_W162.63"/>
          <p:cNvSpPr/>
          <p:nvPr/>
        </p:nvSpPr>
        <p:spPr>
          <a:xfrm>
            <a:off x="12446000" y="19646900"/>
            <a:ext cx="20654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495" name="Text 493"/>
          <p:cNvSpPr/>
          <p:nvPr/>
        </p:nvSpPr>
        <p:spPr>
          <a:xfrm>
            <a:off x="186309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S06_14 · Roboto 11 · W 160.63 · k−0</a:t>
            </a:r>
            <a:endParaRPr lang="en-US" sz="720" dirty="0"/>
          </a:p>
        </p:txBody>
      </p:sp>
      <p:sp>
        <p:nvSpPr>
          <p:cNvPr id="496" name="S06_14_Roboto_11_W160.63"/>
          <p:cNvSpPr/>
          <p:nvPr/>
        </p:nvSpPr>
        <p:spPr>
          <a:xfrm>
            <a:off x="18630900" y="19646900"/>
            <a:ext cx="20400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497" name="Text 495"/>
          <p:cNvSpPr/>
          <p:nvPr/>
        </p:nvSpPr>
        <p:spPr>
          <a:xfrm>
            <a:off x="248158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S06_15 · Inter 11 · W 163 · k−0</a:t>
            </a:r>
            <a:endParaRPr lang="en-US" sz="720" dirty="0"/>
          </a:p>
        </p:txBody>
      </p:sp>
      <p:sp>
        <p:nvSpPr>
          <p:cNvPr id="498" name="S06_15_Inter_11_W163"/>
          <p:cNvSpPr/>
          <p:nvPr/>
        </p:nvSpPr>
        <p:spPr>
          <a:xfrm>
            <a:off x="24815800" y="19646900"/>
            <a:ext cx="20701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499" name="Text 497"/>
          <p:cNvSpPr/>
          <p:nvPr/>
        </p:nvSpPr>
        <p:spPr>
          <a:xfrm>
            <a:off x="310007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S06_16 · Inter 11 · W 147.63 · k−0</a:t>
            </a:r>
            <a:endParaRPr lang="en-US" sz="720" dirty="0"/>
          </a:p>
        </p:txBody>
      </p:sp>
      <p:sp>
        <p:nvSpPr>
          <p:cNvPr id="500" name="S06_16_Inter_11_W147.63"/>
          <p:cNvSpPr/>
          <p:nvPr/>
        </p:nvSpPr>
        <p:spPr>
          <a:xfrm>
            <a:off x="31000700" y="19646900"/>
            <a:ext cx="18749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01" name="Text 499"/>
          <p:cNvSpPr/>
          <p:nvPr/>
        </p:nvSpPr>
        <p:spPr>
          <a:xfrm>
            <a:off x="371856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S06_17 · Inter 11 · W 176 · k−0</a:t>
            </a:r>
            <a:endParaRPr lang="en-US" sz="720" dirty="0"/>
          </a:p>
        </p:txBody>
      </p:sp>
      <p:sp>
        <p:nvSpPr>
          <p:cNvPr id="502" name="S06_17_Inter_11_W176"/>
          <p:cNvSpPr/>
          <p:nvPr/>
        </p:nvSpPr>
        <p:spPr>
          <a:xfrm>
            <a:off x="37185600" y="19646900"/>
            <a:ext cx="2235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03" name="Text 501"/>
          <p:cNvSpPr/>
          <p:nvPr/>
        </p:nvSpPr>
        <p:spPr>
          <a:xfrm>
            <a:off x="43370500" y="1948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S06_18 · Inter 11 · W 178.38 · k−0</a:t>
            </a:r>
            <a:endParaRPr lang="en-US" sz="720" dirty="0"/>
          </a:p>
        </p:txBody>
      </p:sp>
      <p:sp>
        <p:nvSpPr>
          <p:cNvPr id="504" name="S06_18_Inter_11_W178.38"/>
          <p:cNvSpPr/>
          <p:nvPr/>
        </p:nvSpPr>
        <p:spPr>
          <a:xfrm>
            <a:off x="43370500" y="19646900"/>
            <a:ext cx="2265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05" name="Text 503"/>
          <p:cNvSpPr/>
          <p:nvPr/>
        </p:nvSpPr>
        <p:spPr>
          <a:xfrm>
            <a:off x="762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S06_21 · Arial 11 · W 153.63 · k−0</a:t>
            </a:r>
            <a:endParaRPr lang="en-US" sz="720" dirty="0"/>
          </a:p>
        </p:txBody>
      </p:sp>
      <p:sp>
        <p:nvSpPr>
          <p:cNvPr id="506" name="S06_21_Arial_11_W153.63"/>
          <p:cNvSpPr/>
          <p:nvPr/>
        </p:nvSpPr>
        <p:spPr>
          <a:xfrm>
            <a:off x="76200" y="20281900"/>
            <a:ext cx="19511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07" name="Text 505"/>
          <p:cNvSpPr/>
          <p:nvPr/>
        </p:nvSpPr>
        <p:spPr>
          <a:xfrm>
            <a:off x="62611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S06_22 · Arial 11 · W 140 · k−0</a:t>
            </a:r>
            <a:endParaRPr lang="en-US" sz="720" dirty="0"/>
          </a:p>
        </p:txBody>
      </p:sp>
      <p:sp>
        <p:nvSpPr>
          <p:cNvPr id="508" name="S06_22_Arial_11_W140"/>
          <p:cNvSpPr/>
          <p:nvPr/>
        </p:nvSpPr>
        <p:spPr>
          <a:xfrm>
            <a:off x="6261100" y="20281900"/>
            <a:ext cx="17780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09" name="Text 507"/>
          <p:cNvSpPr/>
          <p:nvPr/>
        </p:nvSpPr>
        <p:spPr>
          <a:xfrm>
            <a:off x="124460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S06_23 · Arial 11 · W 168.38 · k−0</a:t>
            </a:r>
            <a:endParaRPr lang="en-US" sz="720" dirty="0"/>
          </a:p>
        </p:txBody>
      </p:sp>
      <p:sp>
        <p:nvSpPr>
          <p:cNvPr id="510" name="S06_23_Arial_11_W168.38"/>
          <p:cNvSpPr/>
          <p:nvPr/>
        </p:nvSpPr>
        <p:spPr>
          <a:xfrm>
            <a:off x="12446000" y="20281900"/>
            <a:ext cx="2138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11" name="Text 509"/>
          <p:cNvSpPr/>
          <p:nvPr/>
        </p:nvSpPr>
        <p:spPr>
          <a:xfrm>
            <a:off x="186309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S06_24 · Arial 11 · W 167.63 · k−0</a:t>
            </a:r>
            <a:endParaRPr lang="en-US" sz="720" dirty="0"/>
          </a:p>
        </p:txBody>
      </p:sp>
      <p:sp>
        <p:nvSpPr>
          <p:cNvPr id="512" name="S06_24_Arial_11_W167.63"/>
          <p:cNvSpPr/>
          <p:nvPr/>
        </p:nvSpPr>
        <p:spPr>
          <a:xfrm>
            <a:off x="18630900" y="20281900"/>
            <a:ext cx="21289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13" name="Text 511"/>
          <p:cNvSpPr/>
          <p:nvPr/>
        </p:nvSpPr>
        <p:spPr>
          <a:xfrm>
            <a:off x="248158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S06_25 · Arial Narrow 11 · W 126 · k−0</a:t>
            </a:r>
            <a:endParaRPr lang="en-US" sz="720" dirty="0"/>
          </a:p>
        </p:txBody>
      </p:sp>
      <p:sp>
        <p:nvSpPr>
          <p:cNvPr id="514" name="S06_25_ArialNarrow_11_W126"/>
          <p:cNvSpPr/>
          <p:nvPr/>
        </p:nvSpPr>
        <p:spPr>
          <a:xfrm>
            <a:off x="24815800" y="20281900"/>
            <a:ext cx="1600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15" name="Text 513"/>
          <p:cNvSpPr/>
          <p:nvPr/>
        </p:nvSpPr>
        <p:spPr>
          <a:xfrm>
            <a:off x="310007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S06_26 · Arial Narrow 11 · W 114.5 · k−0</a:t>
            </a:r>
            <a:endParaRPr lang="en-US" sz="720" dirty="0"/>
          </a:p>
        </p:txBody>
      </p:sp>
      <p:sp>
        <p:nvSpPr>
          <p:cNvPr id="516" name="S06_26_ArialNarrow_11_W114.5"/>
          <p:cNvSpPr/>
          <p:nvPr/>
        </p:nvSpPr>
        <p:spPr>
          <a:xfrm>
            <a:off x="31000700" y="20281900"/>
            <a:ext cx="14541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17" name="Text 515"/>
          <p:cNvSpPr/>
          <p:nvPr/>
        </p:nvSpPr>
        <p:spPr>
          <a:xfrm>
            <a:off x="371856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S06_27 · Arial Narrow 11 · W 138 · k−0</a:t>
            </a:r>
            <a:endParaRPr lang="en-US" sz="720" dirty="0"/>
          </a:p>
        </p:txBody>
      </p:sp>
      <p:sp>
        <p:nvSpPr>
          <p:cNvPr id="518" name="S06_27_ArialNarrow_11_W138"/>
          <p:cNvSpPr/>
          <p:nvPr/>
        </p:nvSpPr>
        <p:spPr>
          <a:xfrm>
            <a:off x="37185600" y="20281900"/>
            <a:ext cx="17526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19" name="Text 517"/>
          <p:cNvSpPr/>
          <p:nvPr/>
        </p:nvSpPr>
        <p:spPr>
          <a:xfrm>
            <a:off x="43370500" y="2011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S06_28 · Arial Narrow 11 · W 137.5 · k−0</a:t>
            </a:r>
            <a:endParaRPr lang="en-US" sz="720" dirty="0"/>
          </a:p>
        </p:txBody>
      </p:sp>
      <p:sp>
        <p:nvSpPr>
          <p:cNvPr id="520" name="S06_28_ArialNarrow_11_W137.5"/>
          <p:cNvSpPr/>
          <p:nvPr/>
        </p:nvSpPr>
        <p:spPr>
          <a:xfrm>
            <a:off x="43370500" y="20281900"/>
            <a:ext cx="17462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21" name="Text 519"/>
          <p:cNvSpPr/>
          <p:nvPr/>
        </p:nvSpPr>
        <p:spPr>
          <a:xfrm>
            <a:off x="762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S06_31 · Times New Roman 11 · W 134.75 · k−0</a:t>
            </a:r>
            <a:endParaRPr lang="en-US" sz="720" dirty="0"/>
          </a:p>
        </p:txBody>
      </p:sp>
      <p:sp>
        <p:nvSpPr>
          <p:cNvPr id="522" name="S06_31_TimesNewRoman_11_W134.75"/>
          <p:cNvSpPr/>
          <p:nvPr/>
        </p:nvSpPr>
        <p:spPr>
          <a:xfrm>
            <a:off x="76200" y="20916900"/>
            <a:ext cx="17113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23" name="Text 521"/>
          <p:cNvSpPr/>
          <p:nvPr/>
        </p:nvSpPr>
        <p:spPr>
          <a:xfrm>
            <a:off x="62611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S06_32 · Times New Roman 11 · W 132.13 · k−0</a:t>
            </a:r>
            <a:endParaRPr lang="en-US" sz="720" dirty="0"/>
          </a:p>
        </p:txBody>
      </p:sp>
      <p:sp>
        <p:nvSpPr>
          <p:cNvPr id="524" name="S06_32_TimesNewRoman_11_W132.13"/>
          <p:cNvSpPr/>
          <p:nvPr/>
        </p:nvSpPr>
        <p:spPr>
          <a:xfrm>
            <a:off x="6261100" y="20916900"/>
            <a:ext cx="16780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25" name="Text 523"/>
          <p:cNvSpPr/>
          <p:nvPr/>
        </p:nvSpPr>
        <p:spPr>
          <a:xfrm>
            <a:off x="124460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S06_33 · Times New Roman 11 · W 152.63 · k−0</a:t>
            </a:r>
            <a:endParaRPr lang="en-US" sz="720" dirty="0"/>
          </a:p>
        </p:txBody>
      </p:sp>
      <p:sp>
        <p:nvSpPr>
          <p:cNvPr id="526" name="S06_33_TimesNewRoman_11_W152.63"/>
          <p:cNvSpPr/>
          <p:nvPr/>
        </p:nvSpPr>
        <p:spPr>
          <a:xfrm>
            <a:off x="12446000" y="20916900"/>
            <a:ext cx="19384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27" name="Text 525"/>
          <p:cNvSpPr/>
          <p:nvPr/>
        </p:nvSpPr>
        <p:spPr>
          <a:xfrm>
            <a:off x="186309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S06_34 · Times New Roman 11 · W 162.13 · k−0</a:t>
            </a:r>
            <a:endParaRPr lang="en-US" sz="720" dirty="0"/>
          </a:p>
        </p:txBody>
      </p:sp>
      <p:sp>
        <p:nvSpPr>
          <p:cNvPr id="528" name="S06_34_TimesNewRoman_11_W162.13"/>
          <p:cNvSpPr/>
          <p:nvPr/>
        </p:nvSpPr>
        <p:spPr>
          <a:xfrm>
            <a:off x="18630900" y="20916900"/>
            <a:ext cx="20590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29" name="Text 527"/>
          <p:cNvSpPr/>
          <p:nvPr/>
        </p:nvSpPr>
        <p:spPr>
          <a:xfrm>
            <a:off x="248158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S06_35 · Georgia 11 · W 148.38 · k−0</a:t>
            </a:r>
            <a:endParaRPr lang="en-US" sz="720" dirty="0"/>
          </a:p>
        </p:txBody>
      </p:sp>
      <p:sp>
        <p:nvSpPr>
          <p:cNvPr id="530" name="S06_35_Georgia_11_W148.38"/>
          <p:cNvSpPr/>
          <p:nvPr/>
        </p:nvSpPr>
        <p:spPr>
          <a:xfrm>
            <a:off x="24815800" y="20916900"/>
            <a:ext cx="1884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31" name="Text 529"/>
          <p:cNvSpPr/>
          <p:nvPr/>
        </p:nvSpPr>
        <p:spPr>
          <a:xfrm>
            <a:off x="310007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S06_36 · Georgia 11 · W 136 · k−0</a:t>
            </a:r>
            <a:endParaRPr lang="en-US" sz="720" dirty="0"/>
          </a:p>
        </p:txBody>
      </p:sp>
      <p:sp>
        <p:nvSpPr>
          <p:cNvPr id="532" name="S06_36_Georgia_11_W136"/>
          <p:cNvSpPr/>
          <p:nvPr/>
        </p:nvSpPr>
        <p:spPr>
          <a:xfrm>
            <a:off x="31000700" y="20916900"/>
            <a:ext cx="1727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33" name="Text 531"/>
          <p:cNvSpPr/>
          <p:nvPr/>
        </p:nvSpPr>
        <p:spPr>
          <a:xfrm>
            <a:off x="371856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S06_37 · Georgia 11 · W 164 · k−0</a:t>
            </a:r>
            <a:endParaRPr lang="en-US" sz="720" dirty="0"/>
          </a:p>
        </p:txBody>
      </p:sp>
      <p:sp>
        <p:nvSpPr>
          <p:cNvPr id="534" name="S06_37_Georgia_11_W164"/>
          <p:cNvSpPr/>
          <p:nvPr/>
        </p:nvSpPr>
        <p:spPr>
          <a:xfrm>
            <a:off x="37185600" y="20916900"/>
            <a:ext cx="20828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35" name="Text 533"/>
          <p:cNvSpPr/>
          <p:nvPr/>
        </p:nvSpPr>
        <p:spPr>
          <a:xfrm>
            <a:off x="43370500" y="2075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S06_38 · Georgia 11 · W 164.88 · k−0</a:t>
            </a:r>
            <a:endParaRPr lang="en-US" sz="720" dirty="0"/>
          </a:p>
        </p:txBody>
      </p:sp>
      <p:sp>
        <p:nvSpPr>
          <p:cNvPr id="536" name="S06_38_Georgia_11_W164.88"/>
          <p:cNvSpPr/>
          <p:nvPr/>
        </p:nvSpPr>
        <p:spPr>
          <a:xfrm>
            <a:off x="43370500" y="20916900"/>
            <a:ext cx="20939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37" name="Text 535"/>
          <p:cNvSpPr/>
          <p:nvPr/>
        </p:nvSpPr>
        <p:spPr>
          <a:xfrm>
            <a:off x="762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S06_41 · Calibri 11 · W 137.75 · k−0</a:t>
            </a:r>
            <a:endParaRPr lang="en-US" sz="720" dirty="0"/>
          </a:p>
        </p:txBody>
      </p:sp>
      <p:sp>
        <p:nvSpPr>
          <p:cNvPr id="538" name="S06_41_Calibri_11_W137.75"/>
          <p:cNvSpPr/>
          <p:nvPr/>
        </p:nvSpPr>
        <p:spPr>
          <a:xfrm>
            <a:off x="76200" y="21551900"/>
            <a:ext cx="17494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39" name="Text 537"/>
          <p:cNvSpPr/>
          <p:nvPr/>
        </p:nvSpPr>
        <p:spPr>
          <a:xfrm>
            <a:off x="62611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S06_42 · Calibri 11 · W 123.75 · k−0</a:t>
            </a:r>
            <a:endParaRPr lang="en-US" sz="720" dirty="0"/>
          </a:p>
        </p:txBody>
      </p:sp>
      <p:sp>
        <p:nvSpPr>
          <p:cNvPr id="540" name="S06_42_Calibri_11_W123.75"/>
          <p:cNvSpPr/>
          <p:nvPr/>
        </p:nvSpPr>
        <p:spPr>
          <a:xfrm>
            <a:off x="6261100" y="21551900"/>
            <a:ext cx="15716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41" name="Text 539"/>
          <p:cNvSpPr/>
          <p:nvPr/>
        </p:nvSpPr>
        <p:spPr>
          <a:xfrm>
            <a:off x="124460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S06_43 · Calibri 11 · W 148.13 · k−0</a:t>
            </a:r>
            <a:endParaRPr lang="en-US" sz="720" dirty="0"/>
          </a:p>
        </p:txBody>
      </p:sp>
      <p:sp>
        <p:nvSpPr>
          <p:cNvPr id="542" name="S06_43_Calibri_11_W148.13"/>
          <p:cNvSpPr/>
          <p:nvPr/>
        </p:nvSpPr>
        <p:spPr>
          <a:xfrm>
            <a:off x="12446000" y="21551900"/>
            <a:ext cx="18812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43" name="Text 541"/>
          <p:cNvSpPr/>
          <p:nvPr/>
        </p:nvSpPr>
        <p:spPr>
          <a:xfrm>
            <a:off x="186309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S06_44 · Calibri 11 · W 146.38 · k−0</a:t>
            </a:r>
            <a:endParaRPr lang="en-US" sz="720" dirty="0"/>
          </a:p>
        </p:txBody>
      </p:sp>
      <p:sp>
        <p:nvSpPr>
          <p:cNvPr id="544" name="S06_44_Calibri_11_W146.38"/>
          <p:cNvSpPr/>
          <p:nvPr/>
        </p:nvSpPr>
        <p:spPr>
          <a:xfrm>
            <a:off x="18630900" y="21551900"/>
            <a:ext cx="18590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45" name="Text 543"/>
          <p:cNvSpPr/>
          <p:nvPr/>
        </p:nvSpPr>
        <p:spPr>
          <a:xfrm>
            <a:off x="248158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S06_45 · Verdana 11 · W 174 · k−0</a:t>
            </a:r>
            <a:endParaRPr lang="en-US" sz="720" dirty="0"/>
          </a:p>
        </p:txBody>
      </p:sp>
      <p:sp>
        <p:nvSpPr>
          <p:cNvPr id="546" name="S06_45_Verdana_11_W174"/>
          <p:cNvSpPr/>
          <p:nvPr/>
        </p:nvSpPr>
        <p:spPr>
          <a:xfrm>
            <a:off x="24815800" y="21551900"/>
            <a:ext cx="22098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47" name="Text 545"/>
          <p:cNvSpPr/>
          <p:nvPr/>
        </p:nvSpPr>
        <p:spPr>
          <a:xfrm>
            <a:off x="310007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S06_46 · Verdana 11 · W 153.5 · k−0</a:t>
            </a:r>
            <a:endParaRPr lang="en-US" sz="720" dirty="0"/>
          </a:p>
        </p:txBody>
      </p:sp>
      <p:sp>
        <p:nvSpPr>
          <p:cNvPr id="548" name="S06_46_Verdana_11_W153.5"/>
          <p:cNvSpPr/>
          <p:nvPr/>
        </p:nvSpPr>
        <p:spPr>
          <a:xfrm>
            <a:off x="31000700" y="21551900"/>
            <a:ext cx="19494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49" name="Text 547"/>
          <p:cNvSpPr/>
          <p:nvPr/>
        </p:nvSpPr>
        <p:spPr>
          <a:xfrm>
            <a:off x="371856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S06_47 · Verdana 11 · W 190.38 · k−0</a:t>
            </a:r>
            <a:endParaRPr lang="en-US" sz="720" dirty="0"/>
          </a:p>
        </p:txBody>
      </p:sp>
      <p:sp>
        <p:nvSpPr>
          <p:cNvPr id="550" name="S06_47_Verdana_11_W190.38"/>
          <p:cNvSpPr/>
          <p:nvPr/>
        </p:nvSpPr>
        <p:spPr>
          <a:xfrm>
            <a:off x="37185600" y="21551900"/>
            <a:ext cx="24178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51" name="Text 549"/>
          <p:cNvSpPr/>
          <p:nvPr/>
        </p:nvSpPr>
        <p:spPr>
          <a:xfrm>
            <a:off x="43370500" y="2138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S06_48 · Verdana 11 · W 191.13 · k−0</a:t>
            </a:r>
            <a:endParaRPr lang="en-US" sz="720" dirty="0"/>
          </a:p>
        </p:txBody>
      </p:sp>
      <p:sp>
        <p:nvSpPr>
          <p:cNvPr id="552" name="S06_48_Verdana_11_W191.13"/>
          <p:cNvSpPr/>
          <p:nvPr/>
        </p:nvSpPr>
        <p:spPr>
          <a:xfrm>
            <a:off x="43370500" y="21551900"/>
            <a:ext cx="24273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53" name="Text 551"/>
          <p:cNvSpPr/>
          <p:nvPr/>
        </p:nvSpPr>
        <p:spPr>
          <a:xfrm>
            <a:off x="762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S06_51 · Tahoma 11 · W 152.63 · k−0</a:t>
            </a:r>
            <a:endParaRPr lang="en-US" sz="720" dirty="0"/>
          </a:p>
        </p:txBody>
      </p:sp>
      <p:sp>
        <p:nvSpPr>
          <p:cNvPr id="554" name="S06_51_Tahoma_11_W152.63"/>
          <p:cNvSpPr/>
          <p:nvPr/>
        </p:nvSpPr>
        <p:spPr>
          <a:xfrm>
            <a:off x="76200" y="22186900"/>
            <a:ext cx="19384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55" name="Text 553"/>
          <p:cNvSpPr/>
          <p:nvPr/>
        </p:nvSpPr>
        <p:spPr>
          <a:xfrm>
            <a:off x="62611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S06_52 · Tahoma 11 · W 136.38 · k−0</a:t>
            </a:r>
            <a:endParaRPr lang="en-US" sz="720" dirty="0"/>
          </a:p>
        </p:txBody>
      </p:sp>
      <p:sp>
        <p:nvSpPr>
          <p:cNvPr id="556" name="S06_52_Tahoma_11_W136.38"/>
          <p:cNvSpPr/>
          <p:nvPr/>
        </p:nvSpPr>
        <p:spPr>
          <a:xfrm>
            <a:off x="6261100" y="22186900"/>
            <a:ext cx="17320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57" name="Text 555"/>
          <p:cNvSpPr/>
          <p:nvPr/>
        </p:nvSpPr>
        <p:spPr>
          <a:xfrm>
            <a:off x="124460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S06_53 · Tahoma 11 · W 168 · k−0</a:t>
            </a:r>
            <a:endParaRPr lang="en-US" sz="720" dirty="0"/>
          </a:p>
        </p:txBody>
      </p:sp>
      <p:sp>
        <p:nvSpPr>
          <p:cNvPr id="558" name="S06_53_Tahoma_11_W168"/>
          <p:cNvSpPr/>
          <p:nvPr/>
        </p:nvSpPr>
        <p:spPr>
          <a:xfrm>
            <a:off x="12446000" y="22186900"/>
            <a:ext cx="21336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59" name="Text 557"/>
          <p:cNvSpPr/>
          <p:nvPr/>
        </p:nvSpPr>
        <p:spPr>
          <a:xfrm>
            <a:off x="186309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S06_54 · Tahoma 11 · W 167.38 · k−0</a:t>
            </a:r>
            <a:endParaRPr lang="en-US" sz="720" dirty="0"/>
          </a:p>
        </p:txBody>
      </p:sp>
      <p:sp>
        <p:nvSpPr>
          <p:cNvPr id="560" name="S06_54_Tahoma_11_W167.38"/>
          <p:cNvSpPr/>
          <p:nvPr/>
        </p:nvSpPr>
        <p:spPr>
          <a:xfrm>
            <a:off x="18630900" y="22186900"/>
            <a:ext cx="21257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61" name="Text 559"/>
          <p:cNvSpPr/>
          <p:nvPr/>
        </p:nvSpPr>
        <p:spPr>
          <a:xfrm>
            <a:off x="248158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S06_55 · Trebuchet MS 11 · W 154.5 · k−0</a:t>
            </a:r>
            <a:endParaRPr lang="en-US" sz="720" dirty="0"/>
          </a:p>
        </p:txBody>
      </p:sp>
      <p:sp>
        <p:nvSpPr>
          <p:cNvPr id="562" name="S06_55_TrebuchetMS_11_W154.5"/>
          <p:cNvSpPr/>
          <p:nvPr/>
        </p:nvSpPr>
        <p:spPr>
          <a:xfrm>
            <a:off x="24815800" y="22186900"/>
            <a:ext cx="19621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63" name="Text 561"/>
          <p:cNvSpPr/>
          <p:nvPr/>
        </p:nvSpPr>
        <p:spPr>
          <a:xfrm>
            <a:off x="310007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S06_56 · Trebuchet MS 11 · W 138.38 · k−0</a:t>
            </a:r>
            <a:endParaRPr lang="en-US" sz="720" dirty="0"/>
          </a:p>
        </p:txBody>
      </p:sp>
      <p:sp>
        <p:nvSpPr>
          <p:cNvPr id="564" name="S06_56_TrebuchetMS_11_W138.38"/>
          <p:cNvSpPr/>
          <p:nvPr/>
        </p:nvSpPr>
        <p:spPr>
          <a:xfrm>
            <a:off x="31000700" y="22186900"/>
            <a:ext cx="1757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65" name="Text 563"/>
          <p:cNvSpPr/>
          <p:nvPr/>
        </p:nvSpPr>
        <p:spPr>
          <a:xfrm>
            <a:off x="371856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S06_57 · Trebuchet MS 11 · W 163.5 · k−0</a:t>
            </a:r>
            <a:endParaRPr lang="en-US" sz="720" dirty="0"/>
          </a:p>
        </p:txBody>
      </p:sp>
      <p:sp>
        <p:nvSpPr>
          <p:cNvPr id="566" name="S06_57_TrebuchetMS_11_W163.5"/>
          <p:cNvSpPr/>
          <p:nvPr/>
        </p:nvSpPr>
        <p:spPr>
          <a:xfrm>
            <a:off x="37185600" y="22186900"/>
            <a:ext cx="20764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67" name="Text 565"/>
          <p:cNvSpPr/>
          <p:nvPr/>
        </p:nvSpPr>
        <p:spPr>
          <a:xfrm>
            <a:off x="43370500" y="2202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S06_58 · Trebuchet MS 11 · W 163.88 · k−0</a:t>
            </a:r>
            <a:endParaRPr lang="en-US" sz="720" dirty="0"/>
          </a:p>
        </p:txBody>
      </p:sp>
      <p:sp>
        <p:nvSpPr>
          <p:cNvPr id="568" name="S06_58_TrebuchetMS_11_W163.88"/>
          <p:cNvSpPr/>
          <p:nvPr/>
        </p:nvSpPr>
        <p:spPr>
          <a:xfrm>
            <a:off x="43370500" y="22186900"/>
            <a:ext cx="20812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69" name="Text 567"/>
          <p:cNvSpPr/>
          <p:nvPr/>
        </p:nvSpPr>
        <p:spPr>
          <a:xfrm>
            <a:off x="762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S06_61 · Comic Sans MS 11 · W 159 · k−0</a:t>
            </a:r>
            <a:endParaRPr lang="en-US" sz="720" dirty="0"/>
          </a:p>
        </p:txBody>
      </p:sp>
      <p:sp>
        <p:nvSpPr>
          <p:cNvPr id="570" name="S06_61_ComicSansMS_11_W159"/>
          <p:cNvSpPr/>
          <p:nvPr/>
        </p:nvSpPr>
        <p:spPr>
          <a:xfrm>
            <a:off x="76200" y="22821900"/>
            <a:ext cx="20193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71" name="Text 569"/>
          <p:cNvSpPr/>
          <p:nvPr/>
        </p:nvSpPr>
        <p:spPr>
          <a:xfrm>
            <a:off x="62611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S06_62 · Comic Sans MS 11 · W 140 · k−0</a:t>
            </a:r>
            <a:endParaRPr lang="en-US" sz="720" dirty="0"/>
          </a:p>
        </p:txBody>
      </p:sp>
      <p:sp>
        <p:nvSpPr>
          <p:cNvPr id="572" name="S06_62_ComicSansMS_11_W140"/>
          <p:cNvSpPr/>
          <p:nvPr/>
        </p:nvSpPr>
        <p:spPr>
          <a:xfrm>
            <a:off x="6261100" y="22821900"/>
            <a:ext cx="17780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73" name="Text 571"/>
          <p:cNvSpPr/>
          <p:nvPr/>
        </p:nvSpPr>
        <p:spPr>
          <a:xfrm>
            <a:off x="124460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S06_63 · Comic Sans MS 11 · W 162.5 · k−0</a:t>
            </a:r>
            <a:endParaRPr lang="en-US" sz="720" dirty="0"/>
          </a:p>
        </p:txBody>
      </p:sp>
      <p:sp>
        <p:nvSpPr>
          <p:cNvPr id="574" name="S06_63_ComicSansMS_11_W162.5"/>
          <p:cNvSpPr/>
          <p:nvPr/>
        </p:nvSpPr>
        <p:spPr>
          <a:xfrm>
            <a:off x="12446000" y="22821900"/>
            <a:ext cx="20637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75" name="Text 573"/>
          <p:cNvSpPr/>
          <p:nvPr/>
        </p:nvSpPr>
        <p:spPr>
          <a:xfrm>
            <a:off x="186309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S06_64 · Comic Sans MS 11 · W 176.75 · k−0</a:t>
            </a:r>
            <a:endParaRPr lang="en-US" sz="720" dirty="0"/>
          </a:p>
        </p:txBody>
      </p:sp>
      <p:sp>
        <p:nvSpPr>
          <p:cNvPr id="576" name="S06_64_ComicSansMS_11_W176.75"/>
          <p:cNvSpPr/>
          <p:nvPr/>
        </p:nvSpPr>
        <p:spPr>
          <a:xfrm>
            <a:off x="18630900" y="22821900"/>
            <a:ext cx="22447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577" name="Text 575"/>
          <p:cNvSpPr/>
          <p:nvPr/>
        </p:nvSpPr>
        <p:spPr>
          <a:xfrm>
            <a:off x="248158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S06_65 · Courier New 11 · W 199.75 · k−0</a:t>
            </a:r>
            <a:endParaRPr lang="en-US" sz="720" dirty="0"/>
          </a:p>
        </p:txBody>
      </p:sp>
      <p:sp>
        <p:nvSpPr>
          <p:cNvPr id="578" name="S06_65_CourierNew_11_W199.75"/>
          <p:cNvSpPr/>
          <p:nvPr/>
        </p:nvSpPr>
        <p:spPr>
          <a:xfrm>
            <a:off x="24815800" y="22821900"/>
            <a:ext cx="25368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579" name="Text 577"/>
          <p:cNvSpPr/>
          <p:nvPr/>
        </p:nvSpPr>
        <p:spPr>
          <a:xfrm>
            <a:off x="310007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S06_66 · Courier New 11 · W 173.25 · k−0</a:t>
            </a:r>
            <a:endParaRPr lang="en-US" sz="720" dirty="0"/>
          </a:p>
        </p:txBody>
      </p:sp>
      <p:sp>
        <p:nvSpPr>
          <p:cNvPr id="580" name="S06_66_CourierNew_11_W173.25"/>
          <p:cNvSpPr/>
          <p:nvPr/>
        </p:nvSpPr>
        <p:spPr>
          <a:xfrm>
            <a:off x="31000700" y="22821900"/>
            <a:ext cx="22002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581" name="Text 579"/>
          <p:cNvSpPr/>
          <p:nvPr/>
        </p:nvSpPr>
        <p:spPr>
          <a:xfrm>
            <a:off x="371856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S06_67 · Courier New 11 · W 206.38 · k−0</a:t>
            </a:r>
            <a:endParaRPr lang="en-US" sz="720" dirty="0"/>
          </a:p>
        </p:txBody>
      </p:sp>
      <p:sp>
        <p:nvSpPr>
          <p:cNvPr id="582" name="S06_67_CourierNew_11_W206.38"/>
          <p:cNvSpPr/>
          <p:nvPr/>
        </p:nvSpPr>
        <p:spPr>
          <a:xfrm>
            <a:off x="37185600" y="22821900"/>
            <a:ext cx="26210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583" name="Text 581"/>
          <p:cNvSpPr/>
          <p:nvPr/>
        </p:nvSpPr>
        <p:spPr>
          <a:xfrm>
            <a:off x="43370500" y="226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S06_68 · Courier New 11 · W 219.63 · k−0</a:t>
            </a:r>
            <a:endParaRPr lang="en-US" sz="720" dirty="0"/>
          </a:p>
        </p:txBody>
      </p:sp>
      <p:sp>
        <p:nvSpPr>
          <p:cNvPr id="584" name="S06_68_CourierNew_11_W219.63"/>
          <p:cNvSpPr/>
          <p:nvPr/>
        </p:nvSpPr>
        <p:spPr>
          <a:xfrm>
            <a:off x="43370500" y="22821900"/>
            <a:ext cx="27893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2/15 — 12pt regular · 13.5pt regular · 14pt regular · 16pt regular · 18pt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S07_11 · Roboto 12 · W 165.38 · k−0</a:t>
            </a:r>
            <a:endParaRPr lang="en-US" sz="740" dirty="0"/>
          </a:p>
        </p:txBody>
      </p:sp>
      <p:sp>
        <p:nvSpPr>
          <p:cNvPr id="5" name="S07_11_Roboto_12_W165.38"/>
          <p:cNvSpPr/>
          <p:nvPr/>
        </p:nvSpPr>
        <p:spPr>
          <a:xfrm>
            <a:off x="76200" y="850900"/>
            <a:ext cx="21003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S07_12 · Roboto 12 · W 149.38 · k−0</a:t>
            </a:r>
            <a:endParaRPr lang="en-US" sz="740" dirty="0"/>
          </a:p>
        </p:txBody>
      </p:sp>
      <p:sp>
        <p:nvSpPr>
          <p:cNvPr id="7" name="S07_12_Roboto_12_W149.38"/>
          <p:cNvSpPr/>
          <p:nvPr/>
        </p:nvSpPr>
        <p:spPr>
          <a:xfrm>
            <a:off x="6261100" y="850900"/>
            <a:ext cx="18971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S07_13 · Roboto 12 · W 177 · k−0</a:t>
            </a:r>
            <a:endParaRPr lang="en-US" sz="740" dirty="0"/>
          </a:p>
        </p:txBody>
      </p:sp>
      <p:sp>
        <p:nvSpPr>
          <p:cNvPr id="9" name="S07_13_Roboto_12_W177"/>
          <p:cNvSpPr/>
          <p:nvPr/>
        </p:nvSpPr>
        <p:spPr>
          <a:xfrm>
            <a:off x="12446000" y="850900"/>
            <a:ext cx="22479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S07_14 · Roboto 12 · W 175.25 · k−0</a:t>
            </a:r>
            <a:endParaRPr lang="en-US" sz="740" dirty="0"/>
          </a:p>
        </p:txBody>
      </p:sp>
      <p:sp>
        <p:nvSpPr>
          <p:cNvPr id="11" name="S07_14_Roboto_12_W175.25"/>
          <p:cNvSpPr/>
          <p:nvPr/>
        </p:nvSpPr>
        <p:spPr>
          <a:xfrm>
            <a:off x="18630900" y="850900"/>
            <a:ext cx="222567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S07_15 · Inter 12 · W 178.5 · k−0</a:t>
            </a:r>
            <a:endParaRPr lang="en-US" sz="740" dirty="0"/>
          </a:p>
        </p:txBody>
      </p:sp>
      <p:sp>
        <p:nvSpPr>
          <p:cNvPr id="13" name="S07_15_Inter_12_W178.5"/>
          <p:cNvSpPr/>
          <p:nvPr/>
        </p:nvSpPr>
        <p:spPr>
          <a:xfrm>
            <a:off x="24815800" y="850900"/>
            <a:ext cx="22669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S07_16 · Inter 12 · W 161.5 · k−0</a:t>
            </a:r>
            <a:endParaRPr lang="en-US" sz="740" dirty="0"/>
          </a:p>
        </p:txBody>
      </p:sp>
      <p:sp>
        <p:nvSpPr>
          <p:cNvPr id="15" name="S07_16_Inter_12_W161.5"/>
          <p:cNvSpPr/>
          <p:nvPr/>
        </p:nvSpPr>
        <p:spPr>
          <a:xfrm>
            <a:off x="31000700" y="850900"/>
            <a:ext cx="20510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S07_17 · Inter 12 · W 192.38 · k−0</a:t>
            </a:r>
            <a:endParaRPr lang="en-US" sz="740" dirty="0"/>
          </a:p>
        </p:txBody>
      </p:sp>
      <p:sp>
        <p:nvSpPr>
          <p:cNvPr id="17" name="S07_17_Inter_12_W192.38"/>
          <p:cNvSpPr/>
          <p:nvPr/>
        </p:nvSpPr>
        <p:spPr>
          <a:xfrm>
            <a:off x="37185600" y="850900"/>
            <a:ext cx="24432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S07_18 · Inter 12 · W 194.75 · k−0</a:t>
            </a:r>
            <a:endParaRPr lang="en-US" sz="740" dirty="0"/>
          </a:p>
        </p:txBody>
      </p:sp>
      <p:sp>
        <p:nvSpPr>
          <p:cNvPr id="19" name="S07_18_Inter_12_W194.75"/>
          <p:cNvSpPr/>
          <p:nvPr/>
        </p:nvSpPr>
        <p:spPr>
          <a:xfrm>
            <a:off x="43370500" y="850900"/>
            <a:ext cx="24733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S07_21 · Arial 12 · W 165.92 · k−1.33</a:t>
            </a:r>
            <a:endParaRPr lang="en-US" sz="740" dirty="0"/>
          </a:p>
        </p:txBody>
      </p:sp>
      <p:sp>
        <p:nvSpPr>
          <p:cNvPr id="21" name="S07_21_Arial_12_W165.92"/>
          <p:cNvSpPr/>
          <p:nvPr/>
        </p:nvSpPr>
        <p:spPr>
          <a:xfrm>
            <a:off x="76200" y="1511300"/>
            <a:ext cx="2107184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11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S07_22 · Arial 12 · W 149.25 · k−2.88</a:t>
            </a:r>
            <a:endParaRPr lang="en-US" sz="740" dirty="0"/>
          </a:p>
        </p:txBody>
      </p:sp>
      <p:sp>
        <p:nvSpPr>
          <p:cNvPr id="23" name="S07_22_Arial_12_W149.25"/>
          <p:cNvSpPr/>
          <p:nvPr/>
        </p:nvSpPr>
        <p:spPr>
          <a:xfrm>
            <a:off x="6261100" y="1511300"/>
            <a:ext cx="1895475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460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S07_23 · Arial 12 · W 183.38 · k−0</a:t>
            </a:r>
            <a:endParaRPr lang="en-US" sz="740" dirty="0"/>
          </a:p>
        </p:txBody>
      </p:sp>
      <p:sp>
        <p:nvSpPr>
          <p:cNvPr id="25" name="S07_23_Arial_12_W183.38"/>
          <p:cNvSpPr/>
          <p:nvPr/>
        </p:nvSpPr>
        <p:spPr>
          <a:xfrm>
            <a:off x="12446000" y="1511300"/>
            <a:ext cx="23289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6309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S07_24 · Arial 12 · W 182.23 · k−0.9</a:t>
            </a:r>
            <a:endParaRPr lang="en-US" sz="740" dirty="0"/>
          </a:p>
        </p:txBody>
      </p:sp>
      <p:sp>
        <p:nvSpPr>
          <p:cNvPr id="27" name="S07_24_Arial_12_W182.23"/>
          <p:cNvSpPr/>
          <p:nvPr/>
        </p:nvSpPr>
        <p:spPr>
          <a:xfrm>
            <a:off x="18630900" y="1511300"/>
            <a:ext cx="231432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158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S07_25 · Arial Narrow 12 · W 136.91 · k−1.09</a:t>
            </a:r>
            <a:endParaRPr lang="en-US" sz="740" dirty="0"/>
          </a:p>
        </p:txBody>
      </p:sp>
      <p:sp>
        <p:nvSpPr>
          <p:cNvPr id="29" name="S07_25_ArialNarrow_12_W136.91"/>
          <p:cNvSpPr/>
          <p:nvPr/>
        </p:nvSpPr>
        <p:spPr>
          <a:xfrm>
            <a:off x="24815800" y="1511300"/>
            <a:ext cx="1738757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007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S07_26 · Arial Narrow 12 · W 122.92 · k−2.33</a:t>
            </a:r>
            <a:endParaRPr lang="en-US" sz="740" dirty="0"/>
          </a:p>
        </p:txBody>
      </p:sp>
      <p:sp>
        <p:nvSpPr>
          <p:cNvPr id="31" name="S07_26_ArialNarrow_12_W122.92"/>
          <p:cNvSpPr/>
          <p:nvPr/>
        </p:nvSpPr>
        <p:spPr>
          <a:xfrm>
            <a:off x="31000700" y="1511300"/>
            <a:ext cx="1561084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1856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S07_27 · Arial Narrow 12 · W 151.38 · k−0</a:t>
            </a:r>
            <a:endParaRPr lang="en-US" sz="740" dirty="0"/>
          </a:p>
        </p:txBody>
      </p:sp>
      <p:sp>
        <p:nvSpPr>
          <p:cNvPr id="33" name="S07_27_ArialNarrow_12_W151.38"/>
          <p:cNvSpPr/>
          <p:nvPr/>
        </p:nvSpPr>
        <p:spPr>
          <a:xfrm>
            <a:off x="37185600" y="1511300"/>
            <a:ext cx="19225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370500" y="134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S07_28 · Arial Narrow 12 · W 149.78 · k−0.72</a:t>
            </a:r>
            <a:endParaRPr lang="en-US" sz="740" dirty="0"/>
          </a:p>
        </p:txBody>
      </p:sp>
      <p:sp>
        <p:nvSpPr>
          <p:cNvPr id="35" name="S07_28_ArialNarrow_12_W149.78"/>
          <p:cNvSpPr/>
          <p:nvPr/>
        </p:nvSpPr>
        <p:spPr>
          <a:xfrm>
            <a:off x="43370500" y="1511300"/>
            <a:ext cx="1902206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2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S07_31 · Times New Roman 12 · W 146.82 · k−1.06</a:t>
            </a:r>
            <a:endParaRPr lang="en-US" sz="740" dirty="0"/>
          </a:p>
        </p:txBody>
      </p:sp>
      <p:sp>
        <p:nvSpPr>
          <p:cNvPr id="37" name="S07_31_TimesNewRoman_12_W146.82"/>
          <p:cNvSpPr/>
          <p:nvPr/>
        </p:nvSpPr>
        <p:spPr>
          <a:xfrm>
            <a:off x="76200" y="2171700"/>
            <a:ext cx="1864614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11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S07_32 · Times New Roman 12 · W 140.08 · k−3.92</a:t>
            </a:r>
            <a:endParaRPr lang="en-US" sz="740" dirty="0"/>
          </a:p>
        </p:txBody>
      </p:sp>
      <p:sp>
        <p:nvSpPr>
          <p:cNvPr id="39" name="S07_32_TimesNewRoman_12_W140.08"/>
          <p:cNvSpPr/>
          <p:nvPr/>
        </p:nvSpPr>
        <p:spPr>
          <a:xfrm>
            <a:off x="6261100" y="2171700"/>
            <a:ext cx="1779016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4460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S07_33 · Times New Roman 12 · W 166.75 · k−0</a:t>
            </a:r>
            <a:endParaRPr lang="en-US" sz="740" dirty="0"/>
          </a:p>
        </p:txBody>
      </p:sp>
      <p:sp>
        <p:nvSpPr>
          <p:cNvPr id="41" name="S07_33_TimesNewRoman_12_W166.75"/>
          <p:cNvSpPr/>
          <p:nvPr/>
        </p:nvSpPr>
        <p:spPr>
          <a:xfrm>
            <a:off x="12446000" y="2171700"/>
            <a:ext cx="21177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86309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S07_34 · Times New Roman 12 · W 175.45 · k−1.55</a:t>
            </a:r>
            <a:endParaRPr lang="en-US" sz="740" dirty="0"/>
          </a:p>
        </p:txBody>
      </p:sp>
      <p:sp>
        <p:nvSpPr>
          <p:cNvPr id="43" name="S07_34_TimesNewRoman_12_W175.45"/>
          <p:cNvSpPr/>
          <p:nvPr/>
        </p:nvSpPr>
        <p:spPr>
          <a:xfrm>
            <a:off x="18630900" y="2171700"/>
            <a:ext cx="2228215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8158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S07_35 · Georgia 12 · W 161 · k−0</a:t>
            </a:r>
            <a:endParaRPr lang="en-US" sz="740" dirty="0"/>
          </a:p>
        </p:txBody>
      </p:sp>
      <p:sp>
        <p:nvSpPr>
          <p:cNvPr id="45" name="S07_35_Georgia_12_W161"/>
          <p:cNvSpPr/>
          <p:nvPr/>
        </p:nvSpPr>
        <p:spPr>
          <a:xfrm>
            <a:off x="24815800" y="2171700"/>
            <a:ext cx="20447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10007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S07_36 · Georgia 12 · W 148.13 · k−0</a:t>
            </a:r>
            <a:endParaRPr lang="en-US" sz="740" dirty="0"/>
          </a:p>
        </p:txBody>
      </p:sp>
      <p:sp>
        <p:nvSpPr>
          <p:cNvPr id="47" name="S07_36_Georgia_12_W148.13"/>
          <p:cNvSpPr/>
          <p:nvPr/>
        </p:nvSpPr>
        <p:spPr>
          <a:xfrm>
            <a:off x="31000700" y="2171700"/>
            <a:ext cx="188125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71856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S07_37 · Georgia 12 · W 178 · k−0</a:t>
            </a:r>
            <a:endParaRPr lang="en-US" sz="740" dirty="0"/>
          </a:p>
        </p:txBody>
      </p:sp>
      <p:sp>
        <p:nvSpPr>
          <p:cNvPr id="49" name="S07_37_Georgia_12_W178"/>
          <p:cNvSpPr/>
          <p:nvPr/>
        </p:nvSpPr>
        <p:spPr>
          <a:xfrm>
            <a:off x="37185600" y="2171700"/>
            <a:ext cx="22606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370500" y="20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S07_38 · Georgia 12 · W 179.5 · k−0</a:t>
            </a:r>
            <a:endParaRPr lang="en-US" sz="740" dirty="0"/>
          </a:p>
        </p:txBody>
      </p:sp>
      <p:sp>
        <p:nvSpPr>
          <p:cNvPr id="51" name="S07_38_Georgia_12_W179.5"/>
          <p:cNvSpPr/>
          <p:nvPr/>
        </p:nvSpPr>
        <p:spPr>
          <a:xfrm>
            <a:off x="43370500" y="2171700"/>
            <a:ext cx="22796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62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S07_41 · Calibri 12 · W 148.49 · k−1.76</a:t>
            </a:r>
            <a:endParaRPr lang="en-US" sz="740" dirty="0"/>
          </a:p>
        </p:txBody>
      </p:sp>
      <p:sp>
        <p:nvSpPr>
          <p:cNvPr id="53" name="S07_41_Calibri_12_W148.49"/>
          <p:cNvSpPr/>
          <p:nvPr/>
        </p:nvSpPr>
        <p:spPr>
          <a:xfrm>
            <a:off x="76200" y="2832100"/>
            <a:ext cx="1885823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2611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S07_42 · Calibri 12 · W 132.38 · k−3.12</a:t>
            </a:r>
            <a:endParaRPr lang="en-US" sz="740" dirty="0"/>
          </a:p>
        </p:txBody>
      </p:sp>
      <p:sp>
        <p:nvSpPr>
          <p:cNvPr id="55" name="S07_42_Calibri_12_W132.38"/>
          <p:cNvSpPr/>
          <p:nvPr/>
        </p:nvSpPr>
        <p:spPr>
          <a:xfrm>
            <a:off x="6261100" y="2832100"/>
            <a:ext cx="1681226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24460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S07_43 · Calibri 12 · W 161.19 · k−0.69</a:t>
            </a:r>
            <a:endParaRPr lang="en-US" sz="740" dirty="0"/>
          </a:p>
        </p:txBody>
      </p:sp>
      <p:sp>
        <p:nvSpPr>
          <p:cNvPr id="57" name="S07_43_Calibri_12_W161.19"/>
          <p:cNvSpPr/>
          <p:nvPr/>
        </p:nvSpPr>
        <p:spPr>
          <a:xfrm>
            <a:off x="12446000" y="2832100"/>
            <a:ext cx="2047113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86309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S07_44 · Calibri 12 · W 158.36 · k−1.39</a:t>
            </a:r>
            <a:endParaRPr lang="en-US" sz="740" dirty="0"/>
          </a:p>
        </p:txBody>
      </p:sp>
      <p:sp>
        <p:nvSpPr>
          <p:cNvPr id="59" name="S07_44_Calibri_12_W158.36"/>
          <p:cNvSpPr/>
          <p:nvPr/>
        </p:nvSpPr>
        <p:spPr>
          <a:xfrm>
            <a:off x="18630900" y="2832100"/>
            <a:ext cx="2011172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48158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S07_45 · Verdana 12 · W 188.23 · k−1.65</a:t>
            </a:r>
            <a:endParaRPr lang="en-US" sz="740" dirty="0"/>
          </a:p>
        </p:txBody>
      </p:sp>
      <p:sp>
        <p:nvSpPr>
          <p:cNvPr id="61" name="S07_45_Verdana_12_W188.23"/>
          <p:cNvSpPr/>
          <p:nvPr/>
        </p:nvSpPr>
        <p:spPr>
          <a:xfrm>
            <a:off x="24815800" y="2832100"/>
            <a:ext cx="239052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10007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S07_46 · Verdana 12 · W 164.02 · k−3.73</a:t>
            </a:r>
            <a:endParaRPr lang="en-US" sz="740" dirty="0"/>
          </a:p>
        </p:txBody>
      </p:sp>
      <p:sp>
        <p:nvSpPr>
          <p:cNvPr id="63" name="S07_46_Verdana_12_W164.02"/>
          <p:cNvSpPr/>
          <p:nvPr/>
        </p:nvSpPr>
        <p:spPr>
          <a:xfrm>
            <a:off x="31000700" y="2832100"/>
            <a:ext cx="2083054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71856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S07_47 · Verdana 12 · W 207.73 · k−0.4</a:t>
            </a:r>
            <a:endParaRPr lang="en-US" sz="740" dirty="0"/>
          </a:p>
        </p:txBody>
      </p:sp>
      <p:sp>
        <p:nvSpPr>
          <p:cNvPr id="65" name="S07_47_Verdana_12_W207.73"/>
          <p:cNvSpPr/>
          <p:nvPr/>
        </p:nvSpPr>
        <p:spPr>
          <a:xfrm>
            <a:off x="37185600" y="2832100"/>
            <a:ext cx="263817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3370500" y="266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S07_48 · Verdana 12 · W 208.13 · k−0.87</a:t>
            </a:r>
            <a:endParaRPr lang="en-US" sz="740" dirty="0"/>
          </a:p>
        </p:txBody>
      </p:sp>
      <p:sp>
        <p:nvSpPr>
          <p:cNvPr id="67" name="S07_48_Verdana_12_W208.13"/>
          <p:cNvSpPr/>
          <p:nvPr/>
        </p:nvSpPr>
        <p:spPr>
          <a:xfrm>
            <a:off x="43370500" y="2832100"/>
            <a:ext cx="264325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62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S07_51 · Tahoma 12 · W 164.77 · k−1.73</a:t>
            </a:r>
            <a:endParaRPr lang="en-US" sz="740" dirty="0"/>
          </a:p>
        </p:txBody>
      </p:sp>
      <p:sp>
        <p:nvSpPr>
          <p:cNvPr id="69" name="S07_51_Tahoma_12_W164.77"/>
          <p:cNvSpPr/>
          <p:nvPr/>
        </p:nvSpPr>
        <p:spPr>
          <a:xfrm>
            <a:off x="76200" y="3492500"/>
            <a:ext cx="209257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2611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S07_52 · Tahoma 12 · W 145.13 · k−3.37</a:t>
            </a:r>
            <a:endParaRPr lang="en-US" sz="740" dirty="0"/>
          </a:p>
        </p:txBody>
      </p:sp>
      <p:sp>
        <p:nvSpPr>
          <p:cNvPr id="71" name="S07_52_Tahoma_12_W145.13"/>
          <p:cNvSpPr/>
          <p:nvPr/>
        </p:nvSpPr>
        <p:spPr>
          <a:xfrm>
            <a:off x="6261100" y="3492500"/>
            <a:ext cx="1843151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24460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S07_53 · Tahoma 12 · W 183.37 · k−0.26</a:t>
            </a:r>
            <a:endParaRPr lang="en-US" sz="740" dirty="0"/>
          </a:p>
        </p:txBody>
      </p:sp>
      <p:sp>
        <p:nvSpPr>
          <p:cNvPr id="73" name="S07_53_Tahoma_12_W183.37"/>
          <p:cNvSpPr/>
          <p:nvPr/>
        </p:nvSpPr>
        <p:spPr>
          <a:xfrm>
            <a:off x="12446000" y="3492500"/>
            <a:ext cx="232879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86309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S07_54 · Tahoma 12 · W 181.13 · k−0.87</a:t>
            </a:r>
            <a:endParaRPr lang="en-US" sz="740" dirty="0"/>
          </a:p>
        </p:txBody>
      </p:sp>
      <p:sp>
        <p:nvSpPr>
          <p:cNvPr id="75" name="S07_54_Tahoma_12_W181.13"/>
          <p:cNvSpPr/>
          <p:nvPr/>
        </p:nvSpPr>
        <p:spPr>
          <a:xfrm>
            <a:off x="18630900" y="3492500"/>
            <a:ext cx="230035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48158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S07_55 · Trebuchet MS 12 · W 166.13 · k−1.5</a:t>
            </a:r>
            <a:endParaRPr lang="en-US" sz="740" dirty="0"/>
          </a:p>
        </p:txBody>
      </p:sp>
      <p:sp>
        <p:nvSpPr>
          <p:cNvPr id="77" name="S07_55_TrebuchetMS_12_W166.13"/>
          <p:cNvSpPr/>
          <p:nvPr/>
        </p:nvSpPr>
        <p:spPr>
          <a:xfrm>
            <a:off x="24815800" y="3492500"/>
            <a:ext cx="210985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10007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S07_56 · Trebuchet MS 12 · W 145.25 · k−5.5</a:t>
            </a:r>
            <a:endParaRPr lang="en-US" sz="740" dirty="0"/>
          </a:p>
        </p:txBody>
      </p:sp>
      <p:sp>
        <p:nvSpPr>
          <p:cNvPr id="79" name="S07_56_TrebuchetMS_12_W145.25"/>
          <p:cNvSpPr/>
          <p:nvPr/>
        </p:nvSpPr>
        <p:spPr>
          <a:xfrm>
            <a:off x="31000700" y="3492500"/>
            <a:ext cx="1844675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71856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S07_57 · Trebuchet MS 12 · W 176.89 · k−0.49</a:t>
            </a:r>
            <a:endParaRPr lang="en-US" sz="740" dirty="0"/>
          </a:p>
        </p:txBody>
      </p:sp>
      <p:sp>
        <p:nvSpPr>
          <p:cNvPr id="81" name="S07_57_TrebuchetMS_12_W176.89"/>
          <p:cNvSpPr/>
          <p:nvPr/>
        </p:nvSpPr>
        <p:spPr>
          <a:xfrm>
            <a:off x="37185600" y="3492500"/>
            <a:ext cx="2246503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43370500" y="332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S07_58 · Trebuchet MS 12 · W 177.07 · k−1.06</a:t>
            </a:r>
            <a:endParaRPr lang="en-US" sz="740" dirty="0"/>
          </a:p>
        </p:txBody>
      </p:sp>
      <p:sp>
        <p:nvSpPr>
          <p:cNvPr id="83" name="S07_58_TrebuchetMS_12_W177.07"/>
          <p:cNvSpPr/>
          <p:nvPr/>
        </p:nvSpPr>
        <p:spPr>
          <a:xfrm>
            <a:off x="43370500" y="3492500"/>
            <a:ext cx="224878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62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S07_61 · Comic Sans MS 12 · W 173.75 · k−0</a:t>
            </a:r>
            <a:endParaRPr lang="en-US" sz="740" dirty="0"/>
          </a:p>
        </p:txBody>
      </p:sp>
      <p:sp>
        <p:nvSpPr>
          <p:cNvPr id="85" name="S07_61_ComicSansMS_12_W173.75"/>
          <p:cNvSpPr/>
          <p:nvPr/>
        </p:nvSpPr>
        <p:spPr>
          <a:xfrm>
            <a:off x="76200" y="4152900"/>
            <a:ext cx="22066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2611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S07_62 · Comic Sans MS 12 · W 153.13 · k−0</a:t>
            </a:r>
            <a:endParaRPr lang="en-US" sz="740" dirty="0"/>
          </a:p>
        </p:txBody>
      </p:sp>
      <p:sp>
        <p:nvSpPr>
          <p:cNvPr id="87" name="S07_62_ComicSansMS_12_W153.13"/>
          <p:cNvSpPr/>
          <p:nvPr/>
        </p:nvSpPr>
        <p:spPr>
          <a:xfrm>
            <a:off x="6261100" y="4152900"/>
            <a:ext cx="194475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24460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S07_63 · Comic Sans MS 12 · W 177.88 · k−0</a:t>
            </a:r>
            <a:endParaRPr lang="en-US" sz="740" dirty="0"/>
          </a:p>
        </p:txBody>
      </p:sp>
      <p:sp>
        <p:nvSpPr>
          <p:cNvPr id="89" name="S07_63_ComicSansMS_12_W177.88"/>
          <p:cNvSpPr/>
          <p:nvPr/>
        </p:nvSpPr>
        <p:spPr>
          <a:xfrm>
            <a:off x="12446000" y="4152900"/>
            <a:ext cx="225907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86309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S07_64 · Comic Sans MS 12 · W 193.38 · k−0</a:t>
            </a:r>
            <a:endParaRPr lang="en-US" sz="740" dirty="0"/>
          </a:p>
        </p:txBody>
      </p:sp>
      <p:sp>
        <p:nvSpPr>
          <p:cNvPr id="91" name="S07_64_ComicSansMS_12_W193.38"/>
          <p:cNvSpPr/>
          <p:nvPr/>
        </p:nvSpPr>
        <p:spPr>
          <a:xfrm>
            <a:off x="18630900" y="4152900"/>
            <a:ext cx="24559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248158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S07_65 · Courier New 12 · W 218.5 · k−0</a:t>
            </a:r>
            <a:endParaRPr lang="en-US" sz="740" dirty="0"/>
          </a:p>
        </p:txBody>
      </p:sp>
      <p:sp>
        <p:nvSpPr>
          <p:cNvPr id="93" name="S07_65_CourierNew_12_W218.5"/>
          <p:cNvSpPr/>
          <p:nvPr/>
        </p:nvSpPr>
        <p:spPr>
          <a:xfrm>
            <a:off x="24815800" y="4152900"/>
            <a:ext cx="27749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310007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S07_66 · Courier New 12 · W 189.5 · k−0</a:t>
            </a:r>
            <a:endParaRPr lang="en-US" sz="740" dirty="0"/>
          </a:p>
        </p:txBody>
      </p:sp>
      <p:sp>
        <p:nvSpPr>
          <p:cNvPr id="95" name="S07_66_CourierNew_12_W189.5"/>
          <p:cNvSpPr/>
          <p:nvPr/>
        </p:nvSpPr>
        <p:spPr>
          <a:xfrm>
            <a:off x="31000700" y="4152900"/>
            <a:ext cx="24066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371856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S07_67 · Courier New 12 · W 225.75 · k−0</a:t>
            </a:r>
            <a:endParaRPr lang="en-US" sz="740" dirty="0"/>
          </a:p>
        </p:txBody>
      </p:sp>
      <p:sp>
        <p:nvSpPr>
          <p:cNvPr id="97" name="S07_67_CourierNew_12_W225.75"/>
          <p:cNvSpPr/>
          <p:nvPr/>
        </p:nvSpPr>
        <p:spPr>
          <a:xfrm>
            <a:off x="37185600" y="4152900"/>
            <a:ext cx="28670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43370500" y="398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S07_68 · Courier New 12 · W 240.25 · k−0</a:t>
            </a:r>
            <a:endParaRPr lang="en-US" sz="740" dirty="0"/>
          </a:p>
        </p:txBody>
      </p:sp>
      <p:sp>
        <p:nvSpPr>
          <p:cNvPr id="99" name="S07_68_CourierNew_12_W240.25"/>
          <p:cNvSpPr/>
          <p:nvPr/>
        </p:nvSpPr>
        <p:spPr>
          <a:xfrm>
            <a:off x="43370500" y="4152900"/>
            <a:ext cx="305117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76200" y="46482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13.5pt regular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62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S08_11 · Roboto 13.5 · W 186.13 · k−0</a:t>
            </a:r>
            <a:endParaRPr lang="en-US" sz="770" dirty="0"/>
          </a:p>
        </p:txBody>
      </p:sp>
      <p:sp>
        <p:nvSpPr>
          <p:cNvPr id="102" name="S08_11_Roboto_13.5_W186.13"/>
          <p:cNvSpPr/>
          <p:nvPr/>
        </p:nvSpPr>
        <p:spPr>
          <a:xfrm>
            <a:off x="76200" y="5067300"/>
            <a:ext cx="236385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03" name="Text 101"/>
          <p:cNvSpPr/>
          <p:nvPr/>
        </p:nvSpPr>
        <p:spPr>
          <a:xfrm>
            <a:off x="62611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S08_12 · Roboto 13.5 · W 167.88 · k−0</a:t>
            </a:r>
            <a:endParaRPr lang="en-US" sz="770" dirty="0"/>
          </a:p>
        </p:txBody>
      </p:sp>
      <p:sp>
        <p:nvSpPr>
          <p:cNvPr id="104" name="S08_12_Roboto_13.5_W167.88"/>
          <p:cNvSpPr/>
          <p:nvPr/>
        </p:nvSpPr>
        <p:spPr>
          <a:xfrm>
            <a:off x="6261100" y="5067300"/>
            <a:ext cx="213207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124460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S08_13 · Roboto 13.5 · W 198.88 · k−0</a:t>
            </a:r>
            <a:endParaRPr lang="en-US" sz="770" dirty="0"/>
          </a:p>
        </p:txBody>
      </p:sp>
      <p:sp>
        <p:nvSpPr>
          <p:cNvPr id="106" name="S08_13_Roboto_13.5_W198.88"/>
          <p:cNvSpPr/>
          <p:nvPr/>
        </p:nvSpPr>
        <p:spPr>
          <a:xfrm>
            <a:off x="12446000" y="5067300"/>
            <a:ext cx="252577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186309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S08_14 · Roboto 13.5 · W 197.13 · k−0</a:t>
            </a:r>
            <a:endParaRPr lang="en-US" sz="770" dirty="0"/>
          </a:p>
        </p:txBody>
      </p:sp>
      <p:sp>
        <p:nvSpPr>
          <p:cNvPr id="108" name="S08_14_Roboto_13.5_W197.13"/>
          <p:cNvSpPr/>
          <p:nvPr/>
        </p:nvSpPr>
        <p:spPr>
          <a:xfrm>
            <a:off x="18630900" y="5067300"/>
            <a:ext cx="250355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248158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S08_15 · Inter 13.5 · W 200.63 · k−0</a:t>
            </a:r>
            <a:endParaRPr lang="en-US" sz="770" dirty="0"/>
          </a:p>
        </p:txBody>
      </p:sp>
      <p:sp>
        <p:nvSpPr>
          <p:cNvPr id="110" name="S08_15_Inter_13.5_W200.63"/>
          <p:cNvSpPr/>
          <p:nvPr/>
        </p:nvSpPr>
        <p:spPr>
          <a:xfrm>
            <a:off x="24815800" y="5067300"/>
            <a:ext cx="254800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310007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S08_16 · Inter 13.5 · W 181.25 · k−0</a:t>
            </a:r>
            <a:endParaRPr lang="en-US" sz="770" dirty="0"/>
          </a:p>
        </p:txBody>
      </p:sp>
      <p:sp>
        <p:nvSpPr>
          <p:cNvPr id="112" name="S08_16_Inter_13.5_W181.25"/>
          <p:cNvSpPr/>
          <p:nvPr/>
        </p:nvSpPr>
        <p:spPr>
          <a:xfrm>
            <a:off x="31000700" y="5067300"/>
            <a:ext cx="230187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13" name="Text 111"/>
          <p:cNvSpPr/>
          <p:nvPr/>
        </p:nvSpPr>
        <p:spPr>
          <a:xfrm>
            <a:off x="371856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S08_17 · Inter 13.5 · W 215.75 · k−0</a:t>
            </a:r>
            <a:endParaRPr lang="en-US" sz="770" dirty="0"/>
          </a:p>
        </p:txBody>
      </p:sp>
      <p:sp>
        <p:nvSpPr>
          <p:cNvPr id="114" name="S08_17_Inter_13.5_W215.75"/>
          <p:cNvSpPr/>
          <p:nvPr/>
        </p:nvSpPr>
        <p:spPr>
          <a:xfrm>
            <a:off x="37185600" y="5067300"/>
            <a:ext cx="274002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15" name="Text 113"/>
          <p:cNvSpPr/>
          <p:nvPr/>
        </p:nvSpPr>
        <p:spPr>
          <a:xfrm>
            <a:off x="43370500" y="4902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S08_18 · Inter 13.5 · W 218.75 · k−0</a:t>
            </a:r>
            <a:endParaRPr lang="en-US" sz="770" dirty="0"/>
          </a:p>
        </p:txBody>
      </p:sp>
      <p:sp>
        <p:nvSpPr>
          <p:cNvPr id="116" name="S08_18_Inter_13.5_W218.75"/>
          <p:cNvSpPr/>
          <p:nvPr/>
        </p:nvSpPr>
        <p:spPr>
          <a:xfrm>
            <a:off x="43370500" y="5067300"/>
            <a:ext cx="277812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17" name="Text 115"/>
          <p:cNvSpPr/>
          <p:nvPr/>
        </p:nvSpPr>
        <p:spPr>
          <a:xfrm>
            <a:off x="762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S08_21 · Arial 13.5 · W 187 · k−1.5</a:t>
            </a:r>
            <a:endParaRPr lang="en-US" sz="770" dirty="0"/>
          </a:p>
        </p:txBody>
      </p:sp>
      <p:sp>
        <p:nvSpPr>
          <p:cNvPr id="118" name="S08_21_Arial_13.5_W187"/>
          <p:cNvSpPr/>
          <p:nvPr/>
        </p:nvSpPr>
        <p:spPr>
          <a:xfrm>
            <a:off x="76200" y="5778500"/>
            <a:ext cx="2374900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19" name="Text 117"/>
          <p:cNvSpPr/>
          <p:nvPr/>
        </p:nvSpPr>
        <p:spPr>
          <a:xfrm>
            <a:off x="62611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S08_22 · Arial 13.5 · W 168.02 · k−3.23</a:t>
            </a:r>
            <a:endParaRPr lang="en-US" sz="770" dirty="0"/>
          </a:p>
        </p:txBody>
      </p:sp>
      <p:sp>
        <p:nvSpPr>
          <p:cNvPr id="120" name="S08_22_Arial_13.5_W168.02"/>
          <p:cNvSpPr/>
          <p:nvPr/>
        </p:nvSpPr>
        <p:spPr>
          <a:xfrm>
            <a:off x="6261100" y="5778500"/>
            <a:ext cx="2133854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21" name="Text 119"/>
          <p:cNvSpPr/>
          <p:nvPr/>
        </p:nvSpPr>
        <p:spPr>
          <a:xfrm>
            <a:off x="124460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S08_23 · Arial 13.5 · W 206.5 · k−0</a:t>
            </a:r>
            <a:endParaRPr lang="en-US" sz="770" dirty="0"/>
          </a:p>
        </p:txBody>
      </p:sp>
      <p:sp>
        <p:nvSpPr>
          <p:cNvPr id="122" name="S08_23_Arial_13.5_W206.5"/>
          <p:cNvSpPr/>
          <p:nvPr/>
        </p:nvSpPr>
        <p:spPr>
          <a:xfrm>
            <a:off x="12446000" y="5778500"/>
            <a:ext cx="2622550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23" name="Text 121"/>
          <p:cNvSpPr/>
          <p:nvPr/>
        </p:nvSpPr>
        <p:spPr>
          <a:xfrm>
            <a:off x="186309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S08_24 · Arial 13.5 · W 204.75 · k−1</a:t>
            </a:r>
            <a:endParaRPr lang="en-US" sz="770" dirty="0"/>
          </a:p>
        </p:txBody>
      </p:sp>
      <p:sp>
        <p:nvSpPr>
          <p:cNvPr id="124" name="S08_24_Arial_13.5_W204.75"/>
          <p:cNvSpPr/>
          <p:nvPr/>
        </p:nvSpPr>
        <p:spPr>
          <a:xfrm>
            <a:off x="18630900" y="5778500"/>
            <a:ext cx="2600325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25" name="Text 123"/>
          <p:cNvSpPr/>
          <p:nvPr/>
        </p:nvSpPr>
        <p:spPr>
          <a:xfrm>
            <a:off x="248158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S08_25 · Arial Narrow 13.5 · W 153.15 · k−1.23</a:t>
            </a:r>
            <a:endParaRPr lang="en-US" sz="770" dirty="0"/>
          </a:p>
        </p:txBody>
      </p:sp>
      <p:sp>
        <p:nvSpPr>
          <p:cNvPr id="126" name="S08_25_ArialNarrow_13.5_W153.15"/>
          <p:cNvSpPr/>
          <p:nvPr/>
        </p:nvSpPr>
        <p:spPr>
          <a:xfrm>
            <a:off x="24815800" y="5778500"/>
            <a:ext cx="1945005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27" name="Text 125"/>
          <p:cNvSpPr/>
          <p:nvPr/>
        </p:nvSpPr>
        <p:spPr>
          <a:xfrm>
            <a:off x="310007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S08_26 · Arial Narrow 13.5 · W 138 · k−2.63</a:t>
            </a:r>
            <a:endParaRPr lang="en-US" sz="770" dirty="0"/>
          </a:p>
        </p:txBody>
      </p:sp>
      <p:sp>
        <p:nvSpPr>
          <p:cNvPr id="128" name="S08_26_ArialNarrow_13.5_W138"/>
          <p:cNvSpPr/>
          <p:nvPr/>
        </p:nvSpPr>
        <p:spPr>
          <a:xfrm>
            <a:off x="31000700" y="5778500"/>
            <a:ext cx="1752600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29" name="Text 127"/>
          <p:cNvSpPr/>
          <p:nvPr/>
        </p:nvSpPr>
        <p:spPr>
          <a:xfrm>
            <a:off x="371856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S08_27 · Arial Narrow 13.5 · W 169.63 · k−0</a:t>
            </a:r>
            <a:endParaRPr lang="en-US" sz="770" dirty="0"/>
          </a:p>
        </p:txBody>
      </p:sp>
      <p:sp>
        <p:nvSpPr>
          <p:cNvPr id="130" name="S08_27_ArialNarrow_13.5_W169.63"/>
          <p:cNvSpPr/>
          <p:nvPr/>
        </p:nvSpPr>
        <p:spPr>
          <a:xfrm>
            <a:off x="37185600" y="5778500"/>
            <a:ext cx="215430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31" name="Text 129"/>
          <p:cNvSpPr/>
          <p:nvPr/>
        </p:nvSpPr>
        <p:spPr>
          <a:xfrm>
            <a:off x="43370500" y="561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S08_28 · Arial Narrow 13.5 · W 168.19 · k−0.81</a:t>
            </a:r>
            <a:endParaRPr lang="en-US" sz="770" dirty="0"/>
          </a:p>
        </p:txBody>
      </p:sp>
      <p:sp>
        <p:nvSpPr>
          <p:cNvPr id="132" name="S08_28_ArialNarrow_13.5_W168.19"/>
          <p:cNvSpPr/>
          <p:nvPr/>
        </p:nvSpPr>
        <p:spPr>
          <a:xfrm>
            <a:off x="43370500" y="5778500"/>
            <a:ext cx="2136013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33" name="Text 131"/>
          <p:cNvSpPr/>
          <p:nvPr/>
        </p:nvSpPr>
        <p:spPr>
          <a:xfrm>
            <a:off x="762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S08_31 · Times New Roman 13.5 · W 164.44 · k−1.19</a:t>
            </a:r>
            <a:endParaRPr lang="en-US" sz="770" dirty="0"/>
          </a:p>
        </p:txBody>
      </p:sp>
      <p:sp>
        <p:nvSpPr>
          <p:cNvPr id="134" name="S08_31_TimesNewRoman_13.5_W164.44"/>
          <p:cNvSpPr/>
          <p:nvPr/>
        </p:nvSpPr>
        <p:spPr>
          <a:xfrm>
            <a:off x="76200" y="6489700"/>
            <a:ext cx="2088388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35" name="Text 133"/>
          <p:cNvSpPr/>
          <p:nvPr/>
        </p:nvSpPr>
        <p:spPr>
          <a:xfrm>
            <a:off x="62611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S08_32 · Times New Roman 13.5 · W 157.47 · k−4.41</a:t>
            </a:r>
            <a:endParaRPr lang="en-US" sz="770" dirty="0"/>
          </a:p>
        </p:txBody>
      </p:sp>
      <p:sp>
        <p:nvSpPr>
          <p:cNvPr id="136" name="S08_32_TimesNewRoman_13.5_W157.47"/>
          <p:cNvSpPr/>
          <p:nvPr/>
        </p:nvSpPr>
        <p:spPr>
          <a:xfrm>
            <a:off x="6261100" y="6489700"/>
            <a:ext cx="1999869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37" name="Text 135"/>
          <p:cNvSpPr/>
          <p:nvPr/>
        </p:nvSpPr>
        <p:spPr>
          <a:xfrm>
            <a:off x="124460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S08_33 · Times New Roman 13.5 · W 187.25 · k−0</a:t>
            </a:r>
            <a:endParaRPr lang="en-US" sz="770" dirty="0"/>
          </a:p>
        </p:txBody>
      </p:sp>
      <p:sp>
        <p:nvSpPr>
          <p:cNvPr id="138" name="S08_33_TimesNewRoman_13.5_W187.25"/>
          <p:cNvSpPr/>
          <p:nvPr/>
        </p:nvSpPr>
        <p:spPr>
          <a:xfrm>
            <a:off x="12446000" y="6489700"/>
            <a:ext cx="237807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39" name="Text 137"/>
          <p:cNvSpPr/>
          <p:nvPr/>
        </p:nvSpPr>
        <p:spPr>
          <a:xfrm>
            <a:off x="186309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S08_34 · Times New Roman 13.5 · W 197.26 · k−1.74</a:t>
            </a:r>
            <a:endParaRPr lang="en-US" sz="770" dirty="0"/>
          </a:p>
        </p:txBody>
      </p:sp>
      <p:sp>
        <p:nvSpPr>
          <p:cNvPr id="140" name="S08_34_TimesNewRoman_13.5_W197.26"/>
          <p:cNvSpPr/>
          <p:nvPr/>
        </p:nvSpPr>
        <p:spPr>
          <a:xfrm>
            <a:off x="18630900" y="6489700"/>
            <a:ext cx="2505202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41" name="Text 139"/>
          <p:cNvSpPr/>
          <p:nvPr/>
        </p:nvSpPr>
        <p:spPr>
          <a:xfrm>
            <a:off x="248158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S08_35 · Georgia 13.5 · W 181.38 · k−0</a:t>
            </a:r>
            <a:endParaRPr lang="en-US" sz="770" dirty="0"/>
          </a:p>
        </p:txBody>
      </p:sp>
      <p:sp>
        <p:nvSpPr>
          <p:cNvPr id="142" name="S08_35_Georgia_13.5_W181.38"/>
          <p:cNvSpPr/>
          <p:nvPr/>
        </p:nvSpPr>
        <p:spPr>
          <a:xfrm>
            <a:off x="24815800" y="6489700"/>
            <a:ext cx="230352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43" name="Text 141"/>
          <p:cNvSpPr/>
          <p:nvPr/>
        </p:nvSpPr>
        <p:spPr>
          <a:xfrm>
            <a:off x="310007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S08_36 · Georgia 13.5 · W 166.88 · k−0</a:t>
            </a:r>
            <a:endParaRPr lang="en-US" sz="770" dirty="0"/>
          </a:p>
        </p:txBody>
      </p:sp>
      <p:sp>
        <p:nvSpPr>
          <p:cNvPr id="144" name="S08_36_Georgia_13.5_W166.88"/>
          <p:cNvSpPr/>
          <p:nvPr/>
        </p:nvSpPr>
        <p:spPr>
          <a:xfrm>
            <a:off x="31000700" y="6489700"/>
            <a:ext cx="211937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45" name="Text 143"/>
          <p:cNvSpPr/>
          <p:nvPr/>
        </p:nvSpPr>
        <p:spPr>
          <a:xfrm>
            <a:off x="371856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S08_37 · Georgia 13.5 · W 200.38 · k−0</a:t>
            </a:r>
            <a:endParaRPr lang="en-US" sz="770" dirty="0"/>
          </a:p>
        </p:txBody>
      </p:sp>
      <p:sp>
        <p:nvSpPr>
          <p:cNvPr id="146" name="S08_37_Georgia_13.5_W200.38"/>
          <p:cNvSpPr/>
          <p:nvPr/>
        </p:nvSpPr>
        <p:spPr>
          <a:xfrm>
            <a:off x="37185600" y="6489700"/>
            <a:ext cx="254482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47" name="Text 145"/>
          <p:cNvSpPr/>
          <p:nvPr/>
        </p:nvSpPr>
        <p:spPr>
          <a:xfrm>
            <a:off x="43370500" y="632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S08_38 · Georgia 13.5 · W 202.25 · k−0</a:t>
            </a:r>
            <a:endParaRPr lang="en-US" sz="770" dirty="0"/>
          </a:p>
        </p:txBody>
      </p:sp>
      <p:sp>
        <p:nvSpPr>
          <p:cNvPr id="148" name="S08_38_Georgia_13.5_W202.25"/>
          <p:cNvSpPr/>
          <p:nvPr/>
        </p:nvSpPr>
        <p:spPr>
          <a:xfrm>
            <a:off x="43370500" y="6489700"/>
            <a:ext cx="256857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49" name="Text 147"/>
          <p:cNvSpPr/>
          <p:nvPr/>
        </p:nvSpPr>
        <p:spPr>
          <a:xfrm>
            <a:off x="762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S08_41 · Calibri 13.5 · W 167.52 · k−1.98</a:t>
            </a:r>
            <a:endParaRPr lang="en-US" sz="770" dirty="0"/>
          </a:p>
        </p:txBody>
      </p:sp>
      <p:sp>
        <p:nvSpPr>
          <p:cNvPr id="150" name="S08_41_Calibri_13.5_W167.52"/>
          <p:cNvSpPr/>
          <p:nvPr/>
        </p:nvSpPr>
        <p:spPr>
          <a:xfrm>
            <a:off x="76200" y="7200900"/>
            <a:ext cx="2127504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51" name="Text 149"/>
          <p:cNvSpPr/>
          <p:nvPr/>
        </p:nvSpPr>
        <p:spPr>
          <a:xfrm>
            <a:off x="62611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S08_42 · Calibri 13.5 · W 148.37 · k−3.51</a:t>
            </a:r>
            <a:endParaRPr lang="en-US" sz="770" dirty="0"/>
          </a:p>
        </p:txBody>
      </p:sp>
      <p:sp>
        <p:nvSpPr>
          <p:cNvPr id="152" name="S08_42_Calibri_13.5_W148.37"/>
          <p:cNvSpPr/>
          <p:nvPr/>
        </p:nvSpPr>
        <p:spPr>
          <a:xfrm>
            <a:off x="6261100" y="7200900"/>
            <a:ext cx="1884299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53" name="Text 151"/>
          <p:cNvSpPr/>
          <p:nvPr/>
        </p:nvSpPr>
        <p:spPr>
          <a:xfrm>
            <a:off x="124460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S08_43 · Calibri 13.5 · W 181.35 · k−0.78</a:t>
            </a:r>
            <a:endParaRPr lang="en-US" sz="770" dirty="0"/>
          </a:p>
        </p:txBody>
      </p:sp>
      <p:sp>
        <p:nvSpPr>
          <p:cNvPr id="154" name="S08_43_Calibri_13.5_W181.35"/>
          <p:cNvSpPr/>
          <p:nvPr/>
        </p:nvSpPr>
        <p:spPr>
          <a:xfrm>
            <a:off x="12446000" y="7200900"/>
            <a:ext cx="2303145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55" name="Text 153"/>
          <p:cNvSpPr/>
          <p:nvPr/>
        </p:nvSpPr>
        <p:spPr>
          <a:xfrm>
            <a:off x="186309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S08_44 · Calibri 13.5 · W 177.81 · k−1.57</a:t>
            </a:r>
            <a:endParaRPr lang="en-US" sz="770" dirty="0"/>
          </a:p>
        </p:txBody>
      </p:sp>
      <p:sp>
        <p:nvSpPr>
          <p:cNvPr id="156" name="S08_44_Calibri_13.5_W177.81"/>
          <p:cNvSpPr/>
          <p:nvPr/>
        </p:nvSpPr>
        <p:spPr>
          <a:xfrm>
            <a:off x="18630900" y="7200900"/>
            <a:ext cx="2258187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57" name="Text 155"/>
          <p:cNvSpPr/>
          <p:nvPr/>
        </p:nvSpPr>
        <p:spPr>
          <a:xfrm>
            <a:off x="248158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S08_45 · Verdana 13.5 · W 210.9 · k−1.85</a:t>
            </a:r>
            <a:endParaRPr lang="en-US" sz="770" dirty="0"/>
          </a:p>
        </p:txBody>
      </p:sp>
      <p:sp>
        <p:nvSpPr>
          <p:cNvPr id="158" name="S08_45_Verdana_13.5_W210.9"/>
          <p:cNvSpPr/>
          <p:nvPr/>
        </p:nvSpPr>
        <p:spPr>
          <a:xfrm>
            <a:off x="24815800" y="7200900"/>
            <a:ext cx="2678430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59" name="Text 157"/>
          <p:cNvSpPr/>
          <p:nvPr/>
        </p:nvSpPr>
        <p:spPr>
          <a:xfrm>
            <a:off x="310007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S08_46 · Verdana 13.5 · W 184.18 · k−4.2</a:t>
            </a:r>
            <a:endParaRPr lang="en-US" sz="770" dirty="0"/>
          </a:p>
        </p:txBody>
      </p:sp>
      <p:sp>
        <p:nvSpPr>
          <p:cNvPr id="160" name="S08_46_Verdana_13.5_W184.18"/>
          <p:cNvSpPr/>
          <p:nvPr/>
        </p:nvSpPr>
        <p:spPr>
          <a:xfrm>
            <a:off x="31000700" y="7200900"/>
            <a:ext cx="2339086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61" name="Text 159"/>
          <p:cNvSpPr/>
          <p:nvPr/>
        </p:nvSpPr>
        <p:spPr>
          <a:xfrm>
            <a:off x="371856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S08_47 · Verdana 13.5 · W 232.55 · k−0.45</a:t>
            </a:r>
            <a:endParaRPr lang="en-US" sz="770" dirty="0"/>
          </a:p>
        </p:txBody>
      </p:sp>
      <p:sp>
        <p:nvSpPr>
          <p:cNvPr id="162" name="S08_47_Verdana_13.5_W232.55"/>
          <p:cNvSpPr/>
          <p:nvPr/>
        </p:nvSpPr>
        <p:spPr>
          <a:xfrm>
            <a:off x="37185600" y="7200900"/>
            <a:ext cx="2953385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63" name="Text 161"/>
          <p:cNvSpPr/>
          <p:nvPr/>
        </p:nvSpPr>
        <p:spPr>
          <a:xfrm>
            <a:off x="433705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S08_48 · Verdana 13.5 · W 233.77 · k−0.98</a:t>
            </a:r>
            <a:endParaRPr lang="en-US" sz="770" dirty="0"/>
          </a:p>
        </p:txBody>
      </p:sp>
      <p:sp>
        <p:nvSpPr>
          <p:cNvPr id="164" name="S08_48_Verdana_13.5_W233.77"/>
          <p:cNvSpPr/>
          <p:nvPr/>
        </p:nvSpPr>
        <p:spPr>
          <a:xfrm>
            <a:off x="43370500" y="7200900"/>
            <a:ext cx="2968879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65" name="Text 163"/>
          <p:cNvSpPr/>
          <p:nvPr/>
        </p:nvSpPr>
        <p:spPr>
          <a:xfrm>
            <a:off x="762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S08_51 · Tahoma 13.5 · W 185.55 · k−1.95</a:t>
            </a:r>
            <a:endParaRPr lang="en-US" sz="770" dirty="0"/>
          </a:p>
        </p:txBody>
      </p:sp>
      <p:sp>
        <p:nvSpPr>
          <p:cNvPr id="166" name="S08_51_Tahoma_13.5_W185.55"/>
          <p:cNvSpPr/>
          <p:nvPr/>
        </p:nvSpPr>
        <p:spPr>
          <a:xfrm>
            <a:off x="76200" y="7912100"/>
            <a:ext cx="2356485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67" name="Text 165"/>
          <p:cNvSpPr/>
          <p:nvPr/>
        </p:nvSpPr>
        <p:spPr>
          <a:xfrm>
            <a:off x="62611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S08_52 · Tahoma 13.5 · W 163.58 · k−3.8</a:t>
            </a:r>
            <a:endParaRPr lang="en-US" sz="770" dirty="0"/>
          </a:p>
        </p:txBody>
      </p:sp>
      <p:sp>
        <p:nvSpPr>
          <p:cNvPr id="168" name="S08_52_Tahoma_13.5_W163.58"/>
          <p:cNvSpPr/>
          <p:nvPr/>
        </p:nvSpPr>
        <p:spPr>
          <a:xfrm>
            <a:off x="6261100" y="7912100"/>
            <a:ext cx="2077466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69" name="Text 167"/>
          <p:cNvSpPr/>
          <p:nvPr/>
        </p:nvSpPr>
        <p:spPr>
          <a:xfrm>
            <a:off x="124460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S08_53 · Tahoma 13.5 · W 205.97 · k−0.28</a:t>
            </a:r>
            <a:endParaRPr lang="en-US" sz="770" dirty="0"/>
          </a:p>
        </p:txBody>
      </p:sp>
      <p:sp>
        <p:nvSpPr>
          <p:cNvPr id="170" name="S08_53_Tahoma_13.5_W205.97"/>
          <p:cNvSpPr/>
          <p:nvPr/>
        </p:nvSpPr>
        <p:spPr>
          <a:xfrm>
            <a:off x="12446000" y="7912100"/>
            <a:ext cx="2615819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71" name="Text 169"/>
          <p:cNvSpPr/>
          <p:nvPr/>
        </p:nvSpPr>
        <p:spPr>
          <a:xfrm>
            <a:off x="186309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S08_54 · Tahoma 13.5 · W 203.52 · k−0.98</a:t>
            </a:r>
            <a:endParaRPr lang="en-US" sz="770" dirty="0"/>
          </a:p>
        </p:txBody>
      </p:sp>
      <p:sp>
        <p:nvSpPr>
          <p:cNvPr id="172" name="S08_54_Tahoma_13.5_W203.52"/>
          <p:cNvSpPr/>
          <p:nvPr/>
        </p:nvSpPr>
        <p:spPr>
          <a:xfrm>
            <a:off x="18630900" y="7912100"/>
            <a:ext cx="2584704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73" name="Text 171"/>
          <p:cNvSpPr/>
          <p:nvPr/>
        </p:nvSpPr>
        <p:spPr>
          <a:xfrm>
            <a:off x="248158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S08_55 · Trebuchet MS 13.5 · W 188.19 · k−1.69</a:t>
            </a:r>
            <a:endParaRPr lang="en-US" sz="770" dirty="0"/>
          </a:p>
        </p:txBody>
      </p:sp>
      <p:sp>
        <p:nvSpPr>
          <p:cNvPr id="174" name="S08_55_TrebuchetMS_13.5_W188.19"/>
          <p:cNvSpPr/>
          <p:nvPr/>
        </p:nvSpPr>
        <p:spPr>
          <a:xfrm>
            <a:off x="24815800" y="7912100"/>
            <a:ext cx="2390013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75" name="Text 173"/>
          <p:cNvSpPr/>
          <p:nvPr/>
        </p:nvSpPr>
        <p:spPr>
          <a:xfrm>
            <a:off x="310007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S08_56 · Trebuchet MS 13.5 · W 164.07 · k−6.18</a:t>
            </a:r>
            <a:endParaRPr lang="en-US" sz="770" dirty="0"/>
          </a:p>
        </p:txBody>
      </p:sp>
      <p:sp>
        <p:nvSpPr>
          <p:cNvPr id="176" name="S08_56_TrebuchetMS_13.5_W164.07"/>
          <p:cNvSpPr/>
          <p:nvPr/>
        </p:nvSpPr>
        <p:spPr>
          <a:xfrm>
            <a:off x="31000700" y="7912100"/>
            <a:ext cx="2083689" cy="205740"/>
          </a:xfrm>
          <a:prstGeom prst="rect">
            <a:avLst/>
          </a:prstGeom>
          <a:noFill/>
          <a:ln w="16669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77" name="Text 175"/>
          <p:cNvSpPr/>
          <p:nvPr/>
        </p:nvSpPr>
        <p:spPr>
          <a:xfrm>
            <a:off x="371856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S08_57 · Trebuchet MS 13.5 · W 200.08 · k−0.55</a:t>
            </a:r>
            <a:endParaRPr lang="en-US" sz="770" dirty="0"/>
          </a:p>
        </p:txBody>
      </p:sp>
      <p:sp>
        <p:nvSpPr>
          <p:cNvPr id="178" name="S08_57_TrebuchetMS_13.5_W200.08"/>
          <p:cNvSpPr/>
          <p:nvPr/>
        </p:nvSpPr>
        <p:spPr>
          <a:xfrm>
            <a:off x="37185600" y="7912100"/>
            <a:ext cx="2541016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79" name="Text 177"/>
          <p:cNvSpPr/>
          <p:nvPr/>
        </p:nvSpPr>
        <p:spPr>
          <a:xfrm>
            <a:off x="433705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S08_58 · Trebuchet MS 13.5 · W 200.31 · k−1.19</a:t>
            </a:r>
            <a:endParaRPr lang="en-US" sz="770" dirty="0"/>
          </a:p>
        </p:txBody>
      </p:sp>
      <p:sp>
        <p:nvSpPr>
          <p:cNvPr id="180" name="S08_58_TrebuchetMS_13.5_W200.31"/>
          <p:cNvSpPr/>
          <p:nvPr/>
        </p:nvSpPr>
        <p:spPr>
          <a:xfrm>
            <a:off x="43370500" y="7912100"/>
            <a:ext cx="2543937" cy="205740"/>
          </a:xfrm>
          <a:prstGeom prst="rect">
            <a:avLst/>
          </a:prstGeom>
          <a:noFill/>
          <a:ln w="16669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81" name="Text 179"/>
          <p:cNvSpPr/>
          <p:nvPr/>
        </p:nvSpPr>
        <p:spPr>
          <a:xfrm>
            <a:off x="762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S08_61 · Comic Sans MS 13.5 · W 194.75 · k−0</a:t>
            </a:r>
            <a:endParaRPr lang="en-US" sz="770" dirty="0"/>
          </a:p>
        </p:txBody>
      </p:sp>
      <p:sp>
        <p:nvSpPr>
          <p:cNvPr id="182" name="S08_61_ComicSansMS_13.5_W194.75"/>
          <p:cNvSpPr/>
          <p:nvPr/>
        </p:nvSpPr>
        <p:spPr>
          <a:xfrm>
            <a:off x="76200" y="8623300"/>
            <a:ext cx="247332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83" name="Text 181"/>
          <p:cNvSpPr/>
          <p:nvPr/>
        </p:nvSpPr>
        <p:spPr>
          <a:xfrm>
            <a:off x="62611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S08_62 · Comic Sans MS 13.5 · W 172.13 · k−0</a:t>
            </a:r>
            <a:endParaRPr lang="en-US" sz="770" dirty="0"/>
          </a:p>
        </p:txBody>
      </p:sp>
      <p:sp>
        <p:nvSpPr>
          <p:cNvPr id="184" name="S08_62_ComicSansMS_13.5_W172.13"/>
          <p:cNvSpPr/>
          <p:nvPr/>
        </p:nvSpPr>
        <p:spPr>
          <a:xfrm>
            <a:off x="6261100" y="8623300"/>
            <a:ext cx="218605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85" name="Text 183"/>
          <p:cNvSpPr/>
          <p:nvPr/>
        </p:nvSpPr>
        <p:spPr>
          <a:xfrm>
            <a:off x="124460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S08_63 · Comic Sans MS 13.5 · W 199.38 · k−0</a:t>
            </a:r>
            <a:endParaRPr lang="en-US" sz="770" dirty="0"/>
          </a:p>
        </p:txBody>
      </p:sp>
      <p:sp>
        <p:nvSpPr>
          <p:cNvPr id="186" name="S08_63_ComicSansMS_13.5_W199.38"/>
          <p:cNvSpPr/>
          <p:nvPr/>
        </p:nvSpPr>
        <p:spPr>
          <a:xfrm>
            <a:off x="12446000" y="8623300"/>
            <a:ext cx="253212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87" name="Text 185"/>
          <p:cNvSpPr/>
          <p:nvPr/>
        </p:nvSpPr>
        <p:spPr>
          <a:xfrm>
            <a:off x="186309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S08_64 · Comic Sans MS 13.5 · W 217.13 · k−0</a:t>
            </a:r>
            <a:endParaRPr lang="en-US" sz="770" dirty="0"/>
          </a:p>
        </p:txBody>
      </p:sp>
      <p:sp>
        <p:nvSpPr>
          <p:cNvPr id="188" name="S08_64_ComicSansMS_13.5_W217.13"/>
          <p:cNvSpPr/>
          <p:nvPr/>
        </p:nvSpPr>
        <p:spPr>
          <a:xfrm>
            <a:off x="18630900" y="8623300"/>
            <a:ext cx="275755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89" name="Text 187"/>
          <p:cNvSpPr/>
          <p:nvPr/>
        </p:nvSpPr>
        <p:spPr>
          <a:xfrm>
            <a:off x="248158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S08_65 · Courier New 13.5 · W 244.75 · k−0</a:t>
            </a:r>
            <a:endParaRPr lang="en-US" sz="770" dirty="0"/>
          </a:p>
        </p:txBody>
      </p:sp>
      <p:sp>
        <p:nvSpPr>
          <p:cNvPr id="190" name="S08_65_CourierNew_13.5_W244.75"/>
          <p:cNvSpPr/>
          <p:nvPr/>
        </p:nvSpPr>
        <p:spPr>
          <a:xfrm>
            <a:off x="24815800" y="8623300"/>
            <a:ext cx="310832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350" dirty="0"/>
          </a:p>
        </p:txBody>
      </p:sp>
      <p:sp>
        <p:nvSpPr>
          <p:cNvPr id="191" name="Text 189"/>
          <p:cNvSpPr/>
          <p:nvPr/>
        </p:nvSpPr>
        <p:spPr>
          <a:xfrm>
            <a:off x="310007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S08_66 · Courier New 13.5 · W 212.25 · k−0</a:t>
            </a:r>
            <a:endParaRPr lang="en-US" sz="770" dirty="0"/>
          </a:p>
        </p:txBody>
      </p:sp>
      <p:sp>
        <p:nvSpPr>
          <p:cNvPr id="192" name="S08_66_CourierNew_13.5_W212.25"/>
          <p:cNvSpPr/>
          <p:nvPr/>
        </p:nvSpPr>
        <p:spPr>
          <a:xfrm>
            <a:off x="31000700" y="8623300"/>
            <a:ext cx="2695575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350" dirty="0"/>
          </a:p>
        </p:txBody>
      </p:sp>
      <p:sp>
        <p:nvSpPr>
          <p:cNvPr id="193" name="Text 191"/>
          <p:cNvSpPr/>
          <p:nvPr/>
        </p:nvSpPr>
        <p:spPr>
          <a:xfrm>
            <a:off x="371856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S08_67 · Courier New 13.5 · W 252.88 · k−0</a:t>
            </a:r>
            <a:endParaRPr lang="en-US" sz="770" dirty="0"/>
          </a:p>
        </p:txBody>
      </p:sp>
      <p:sp>
        <p:nvSpPr>
          <p:cNvPr id="194" name="S08_67_CourierNew_13.5_W252.88"/>
          <p:cNvSpPr/>
          <p:nvPr/>
        </p:nvSpPr>
        <p:spPr>
          <a:xfrm>
            <a:off x="37185600" y="8623300"/>
            <a:ext cx="3211576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350" dirty="0"/>
          </a:p>
        </p:txBody>
      </p:sp>
      <p:sp>
        <p:nvSpPr>
          <p:cNvPr id="195" name="Text 193"/>
          <p:cNvSpPr/>
          <p:nvPr/>
        </p:nvSpPr>
        <p:spPr>
          <a:xfrm>
            <a:off x="43370500" y="845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S08_68 · Courier New 13.5 · W 269.13 · k−0</a:t>
            </a:r>
            <a:endParaRPr lang="en-US" sz="770" dirty="0"/>
          </a:p>
        </p:txBody>
      </p:sp>
      <p:sp>
        <p:nvSpPr>
          <p:cNvPr id="196" name="S08_68_CourierNew_13.5_W269.13"/>
          <p:cNvSpPr/>
          <p:nvPr/>
        </p:nvSpPr>
        <p:spPr>
          <a:xfrm>
            <a:off x="43370500" y="8623300"/>
            <a:ext cx="3417951" cy="205740"/>
          </a:xfrm>
          <a:prstGeom prst="rect">
            <a:avLst/>
          </a:prstGeom>
          <a:noFill/>
          <a:ln w="16669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350" dirty="0"/>
          </a:p>
        </p:txBody>
      </p:sp>
      <p:sp>
        <p:nvSpPr>
          <p:cNvPr id="197" name="Text 195"/>
          <p:cNvSpPr/>
          <p:nvPr/>
        </p:nvSpPr>
        <p:spPr>
          <a:xfrm>
            <a:off x="76200" y="91694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14pt regular</a:t>
            </a:r>
            <a:endParaRPr lang="en-US" sz="1200" dirty="0"/>
          </a:p>
        </p:txBody>
      </p:sp>
      <p:sp>
        <p:nvSpPr>
          <p:cNvPr id="198" name="Text 196"/>
          <p:cNvSpPr/>
          <p:nvPr/>
        </p:nvSpPr>
        <p:spPr>
          <a:xfrm>
            <a:off x="762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S09_11 · Roboto 14 · W 192.75 · k−0</a:t>
            </a:r>
            <a:endParaRPr lang="en-US" sz="780" dirty="0"/>
          </a:p>
        </p:txBody>
      </p:sp>
      <p:sp>
        <p:nvSpPr>
          <p:cNvPr id="199" name="S09_11_Roboto_14_W192.75"/>
          <p:cNvSpPr/>
          <p:nvPr/>
        </p:nvSpPr>
        <p:spPr>
          <a:xfrm>
            <a:off x="76200" y="9588500"/>
            <a:ext cx="244792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00" name="Text 198"/>
          <p:cNvSpPr/>
          <p:nvPr/>
        </p:nvSpPr>
        <p:spPr>
          <a:xfrm>
            <a:off x="62611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S09_12 · Roboto 14 · W 174.13 · k−0</a:t>
            </a:r>
            <a:endParaRPr lang="en-US" sz="780" dirty="0"/>
          </a:p>
        </p:txBody>
      </p:sp>
      <p:sp>
        <p:nvSpPr>
          <p:cNvPr id="201" name="S09_12_Roboto_14_W174.13"/>
          <p:cNvSpPr/>
          <p:nvPr/>
        </p:nvSpPr>
        <p:spPr>
          <a:xfrm>
            <a:off x="6261100" y="9588500"/>
            <a:ext cx="22114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02" name="Text 200"/>
          <p:cNvSpPr/>
          <p:nvPr/>
        </p:nvSpPr>
        <p:spPr>
          <a:xfrm>
            <a:off x="124460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S09_13 · Roboto 14 · W 206.38 · k−0</a:t>
            </a:r>
            <a:endParaRPr lang="en-US" sz="780" dirty="0"/>
          </a:p>
        </p:txBody>
      </p:sp>
      <p:sp>
        <p:nvSpPr>
          <p:cNvPr id="203" name="S09_13_Roboto_14_W206.38"/>
          <p:cNvSpPr/>
          <p:nvPr/>
        </p:nvSpPr>
        <p:spPr>
          <a:xfrm>
            <a:off x="12446000" y="9588500"/>
            <a:ext cx="26210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04" name="Text 202"/>
          <p:cNvSpPr/>
          <p:nvPr/>
        </p:nvSpPr>
        <p:spPr>
          <a:xfrm>
            <a:off x="186309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S09_14 · Roboto 14 · W 204.5 · k−0</a:t>
            </a:r>
            <a:endParaRPr lang="en-US" sz="780" dirty="0"/>
          </a:p>
        </p:txBody>
      </p:sp>
      <p:sp>
        <p:nvSpPr>
          <p:cNvPr id="205" name="S09_14_Roboto_14_W204.5"/>
          <p:cNvSpPr/>
          <p:nvPr/>
        </p:nvSpPr>
        <p:spPr>
          <a:xfrm>
            <a:off x="18630900" y="9588500"/>
            <a:ext cx="259715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06" name="Text 204"/>
          <p:cNvSpPr/>
          <p:nvPr/>
        </p:nvSpPr>
        <p:spPr>
          <a:xfrm>
            <a:off x="248158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S09_15 · Inter 14 · W 208 · k−0</a:t>
            </a:r>
            <a:endParaRPr lang="en-US" sz="780" dirty="0"/>
          </a:p>
        </p:txBody>
      </p:sp>
      <p:sp>
        <p:nvSpPr>
          <p:cNvPr id="207" name="S09_15_Inter_14_W208"/>
          <p:cNvSpPr/>
          <p:nvPr/>
        </p:nvSpPr>
        <p:spPr>
          <a:xfrm>
            <a:off x="24815800" y="9588500"/>
            <a:ext cx="264160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08" name="Text 206"/>
          <p:cNvSpPr/>
          <p:nvPr/>
        </p:nvSpPr>
        <p:spPr>
          <a:xfrm>
            <a:off x="310007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S09_16 · Inter 14 · W 188.13 · k−0</a:t>
            </a:r>
            <a:endParaRPr lang="en-US" sz="780" dirty="0"/>
          </a:p>
        </p:txBody>
      </p:sp>
      <p:sp>
        <p:nvSpPr>
          <p:cNvPr id="209" name="S09_16_Inter_14_W188.13"/>
          <p:cNvSpPr/>
          <p:nvPr/>
        </p:nvSpPr>
        <p:spPr>
          <a:xfrm>
            <a:off x="31000700" y="9588500"/>
            <a:ext cx="23892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10" name="Text 208"/>
          <p:cNvSpPr/>
          <p:nvPr/>
        </p:nvSpPr>
        <p:spPr>
          <a:xfrm>
            <a:off x="371856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S09_17 · Inter 14 · W 224.13 · k−0</a:t>
            </a:r>
            <a:endParaRPr lang="en-US" sz="780" dirty="0"/>
          </a:p>
        </p:txBody>
      </p:sp>
      <p:sp>
        <p:nvSpPr>
          <p:cNvPr id="211" name="S09_17_Inter_14_W224.13"/>
          <p:cNvSpPr/>
          <p:nvPr/>
        </p:nvSpPr>
        <p:spPr>
          <a:xfrm>
            <a:off x="37185600" y="9588500"/>
            <a:ext cx="28464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12" name="Text 210"/>
          <p:cNvSpPr/>
          <p:nvPr/>
        </p:nvSpPr>
        <p:spPr>
          <a:xfrm>
            <a:off x="43370500" y="942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S09_18 · Inter 14 · W 226.88 · k−0</a:t>
            </a:r>
            <a:endParaRPr lang="en-US" sz="780" dirty="0"/>
          </a:p>
        </p:txBody>
      </p:sp>
      <p:sp>
        <p:nvSpPr>
          <p:cNvPr id="213" name="S09_18_Inter_14_W226.88"/>
          <p:cNvSpPr/>
          <p:nvPr/>
        </p:nvSpPr>
        <p:spPr>
          <a:xfrm>
            <a:off x="43370500" y="9588500"/>
            <a:ext cx="288137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14" name="Text 212"/>
          <p:cNvSpPr/>
          <p:nvPr/>
        </p:nvSpPr>
        <p:spPr>
          <a:xfrm>
            <a:off x="762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S09_21 · Arial 14 · W 193.2 · k−1.55</a:t>
            </a:r>
            <a:endParaRPr lang="en-US" sz="780" dirty="0"/>
          </a:p>
        </p:txBody>
      </p:sp>
      <p:sp>
        <p:nvSpPr>
          <p:cNvPr id="215" name="S09_21_Arial_14_W193.2"/>
          <p:cNvSpPr/>
          <p:nvPr/>
        </p:nvSpPr>
        <p:spPr>
          <a:xfrm>
            <a:off x="76200" y="10312400"/>
            <a:ext cx="245364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16" name="Text 214"/>
          <p:cNvSpPr/>
          <p:nvPr/>
        </p:nvSpPr>
        <p:spPr>
          <a:xfrm>
            <a:off x="62611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S09_22 · Arial 14 · W 174.03 · k−3.35</a:t>
            </a:r>
            <a:endParaRPr lang="en-US" sz="780" dirty="0"/>
          </a:p>
        </p:txBody>
      </p:sp>
      <p:sp>
        <p:nvSpPr>
          <p:cNvPr id="217" name="S09_22_Arial_14_W174.03"/>
          <p:cNvSpPr/>
          <p:nvPr/>
        </p:nvSpPr>
        <p:spPr>
          <a:xfrm>
            <a:off x="6261100" y="10312400"/>
            <a:ext cx="2210181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18" name="Text 216"/>
          <p:cNvSpPr/>
          <p:nvPr/>
        </p:nvSpPr>
        <p:spPr>
          <a:xfrm>
            <a:off x="124460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S09_23 · Arial 14 · W 213.75 · k−0</a:t>
            </a:r>
            <a:endParaRPr lang="en-US" sz="780" dirty="0"/>
          </a:p>
        </p:txBody>
      </p:sp>
      <p:sp>
        <p:nvSpPr>
          <p:cNvPr id="219" name="S09_23_Arial_14_W213.75"/>
          <p:cNvSpPr/>
          <p:nvPr/>
        </p:nvSpPr>
        <p:spPr>
          <a:xfrm>
            <a:off x="12446000" y="10312400"/>
            <a:ext cx="271462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20" name="Text 218"/>
          <p:cNvSpPr/>
          <p:nvPr/>
        </p:nvSpPr>
        <p:spPr>
          <a:xfrm>
            <a:off x="186309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S09_24 · Arial 14 · W 212.09 · k−1.04</a:t>
            </a:r>
            <a:endParaRPr lang="en-US" sz="780" dirty="0"/>
          </a:p>
        </p:txBody>
      </p:sp>
      <p:sp>
        <p:nvSpPr>
          <p:cNvPr id="221" name="S09_24_Arial_14_W212.09"/>
          <p:cNvSpPr/>
          <p:nvPr/>
        </p:nvSpPr>
        <p:spPr>
          <a:xfrm>
            <a:off x="18630900" y="10312400"/>
            <a:ext cx="269354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22" name="Text 220"/>
          <p:cNvSpPr/>
          <p:nvPr/>
        </p:nvSpPr>
        <p:spPr>
          <a:xfrm>
            <a:off x="248158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S09_25 · Arial Narrow 14 · W 159.6 · k−1.28</a:t>
            </a:r>
            <a:endParaRPr lang="en-US" sz="780" dirty="0"/>
          </a:p>
        </p:txBody>
      </p:sp>
      <p:sp>
        <p:nvSpPr>
          <p:cNvPr id="223" name="S09_25_ArialNarrow_14_W159.6"/>
          <p:cNvSpPr/>
          <p:nvPr/>
        </p:nvSpPr>
        <p:spPr>
          <a:xfrm>
            <a:off x="24815800" y="10312400"/>
            <a:ext cx="202692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24" name="Text 222"/>
          <p:cNvSpPr/>
          <p:nvPr/>
        </p:nvSpPr>
        <p:spPr>
          <a:xfrm>
            <a:off x="310007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S09_26 · Arial Narrow 14 · W 143.03 · k−2.72</a:t>
            </a:r>
            <a:endParaRPr lang="en-US" sz="780" dirty="0"/>
          </a:p>
        </p:txBody>
      </p:sp>
      <p:sp>
        <p:nvSpPr>
          <p:cNvPr id="225" name="S09_26_ArialNarrow_14_W143.03"/>
          <p:cNvSpPr/>
          <p:nvPr/>
        </p:nvSpPr>
        <p:spPr>
          <a:xfrm>
            <a:off x="31000700" y="10312400"/>
            <a:ext cx="1816481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26" name="Text 224"/>
          <p:cNvSpPr/>
          <p:nvPr/>
        </p:nvSpPr>
        <p:spPr>
          <a:xfrm>
            <a:off x="371856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S09_27 · Arial Narrow 14 · W 176.13 · k−0</a:t>
            </a:r>
            <a:endParaRPr lang="en-US" sz="780" dirty="0"/>
          </a:p>
        </p:txBody>
      </p:sp>
      <p:sp>
        <p:nvSpPr>
          <p:cNvPr id="227" name="S09_27_ArialNarrow_14_W176.13"/>
          <p:cNvSpPr/>
          <p:nvPr/>
        </p:nvSpPr>
        <p:spPr>
          <a:xfrm>
            <a:off x="37185600" y="10312400"/>
            <a:ext cx="22368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28" name="Text 226"/>
          <p:cNvSpPr/>
          <p:nvPr/>
        </p:nvSpPr>
        <p:spPr>
          <a:xfrm>
            <a:off x="43370500" y="1014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S09_28 · Arial Narrow 14 · W 174.78 · k−0.85</a:t>
            </a:r>
            <a:endParaRPr lang="en-US" sz="780" dirty="0"/>
          </a:p>
        </p:txBody>
      </p:sp>
      <p:sp>
        <p:nvSpPr>
          <p:cNvPr id="229" name="S09_28_ArialNarrow_14_W174.78"/>
          <p:cNvSpPr/>
          <p:nvPr/>
        </p:nvSpPr>
        <p:spPr>
          <a:xfrm>
            <a:off x="43370500" y="10312400"/>
            <a:ext cx="2219706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30" name="Text 228"/>
          <p:cNvSpPr/>
          <p:nvPr/>
        </p:nvSpPr>
        <p:spPr>
          <a:xfrm>
            <a:off x="762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S09_31 · Times New Roman 14 · W 170.64 · k−1.24</a:t>
            </a:r>
            <a:endParaRPr lang="en-US" sz="780" dirty="0"/>
          </a:p>
        </p:txBody>
      </p:sp>
      <p:sp>
        <p:nvSpPr>
          <p:cNvPr id="231" name="S09_31_TimesNewRoman_14_W170.64"/>
          <p:cNvSpPr/>
          <p:nvPr/>
        </p:nvSpPr>
        <p:spPr>
          <a:xfrm>
            <a:off x="76200" y="11036300"/>
            <a:ext cx="2167128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32" name="Text 230"/>
          <p:cNvSpPr/>
          <p:nvPr/>
        </p:nvSpPr>
        <p:spPr>
          <a:xfrm>
            <a:off x="62611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S09_32 · Times New Roman 14 · W 163.3 · k−4.58</a:t>
            </a:r>
            <a:endParaRPr lang="en-US" sz="780" dirty="0"/>
          </a:p>
        </p:txBody>
      </p:sp>
      <p:sp>
        <p:nvSpPr>
          <p:cNvPr id="233" name="S09_32_TimesNewRoman_14_W163.3"/>
          <p:cNvSpPr/>
          <p:nvPr/>
        </p:nvSpPr>
        <p:spPr>
          <a:xfrm>
            <a:off x="6261100" y="11036300"/>
            <a:ext cx="2073910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34" name="Text 232"/>
          <p:cNvSpPr/>
          <p:nvPr/>
        </p:nvSpPr>
        <p:spPr>
          <a:xfrm>
            <a:off x="124460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S09_33 · Times New Roman 14 · W 194.38 · k−0</a:t>
            </a:r>
            <a:endParaRPr lang="en-US" sz="780" dirty="0"/>
          </a:p>
        </p:txBody>
      </p:sp>
      <p:sp>
        <p:nvSpPr>
          <p:cNvPr id="235" name="S09_33_TimesNewRoman_14_W194.38"/>
          <p:cNvSpPr/>
          <p:nvPr/>
        </p:nvSpPr>
        <p:spPr>
          <a:xfrm>
            <a:off x="12446000" y="11036300"/>
            <a:ext cx="24686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36" name="Text 234"/>
          <p:cNvSpPr/>
          <p:nvPr/>
        </p:nvSpPr>
        <p:spPr>
          <a:xfrm>
            <a:off x="186309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S09_34 · Times New Roman 14 · W 204.32 · k−1.81</a:t>
            </a:r>
            <a:endParaRPr lang="en-US" sz="780" dirty="0"/>
          </a:p>
        </p:txBody>
      </p:sp>
      <p:sp>
        <p:nvSpPr>
          <p:cNvPr id="237" name="S09_34_TimesNewRoman_14_W204.32"/>
          <p:cNvSpPr/>
          <p:nvPr/>
        </p:nvSpPr>
        <p:spPr>
          <a:xfrm>
            <a:off x="18630900" y="11036300"/>
            <a:ext cx="2594864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38" name="Text 236"/>
          <p:cNvSpPr/>
          <p:nvPr/>
        </p:nvSpPr>
        <p:spPr>
          <a:xfrm>
            <a:off x="248158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S09_35 · Georgia 14 · W 188 · k−0</a:t>
            </a:r>
            <a:endParaRPr lang="en-US" sz="780" dirty="0"/>
          </a:p>
        </p:txBody>
      </p:sp>
      <p:sp>
        <p:nvSpPr>
          <p:cNvPr id="239" name="S09_35_Georgia_14_W188"/>
          <p:cNvSpPr/>
          <p:nvPr/>
        </p:nvSpPr>
        <p:spPr>
          <a:xfrm>
            <a:off x="24815800" y="11036300"/>
            <a:ext cx="238760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310007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S09_36 · Georgia 14 · W 172.88 · k−0</a:t>
            </a:r>
            <a:endParaRPr lang="en-US" sz="780" dirty="0"/>
          </a:p>
        </p:txBody>
      </p:sp>
      <p:sp>
        <p:nvSpPr>
          <p:cNvPr id="241" name="S09_36_Georgia_14_W172.88"/>
          <p:cNvSpPr/>
          <p:nvPr/>
        </p:nvSpPr>
        <p:spPr>
          <a:xfrm>
            <a:off x="31000700" y="11036300"/>
            <a:ext cx="219557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42" name="Text 240"/>
          <p:cNvSpPr/>
          <p:nvPr/>
        </p:nvSpPr>
        <p:spPr>
          <a:xfrm>
            <a:off x="371856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S09_37 · Georgia 14 · W 207.63 · k−0</a:t>
            </a:r>
            <a:endParaRPr lang="en-US" sz="780" dirty="0"/>
          </a:p>
        </p:txBody>
      </p:sp>
      <p:sp>
        <p:nvSpPr>
          <p:cNvPr id="243" name="S09_37_Georgia_14_W207.63"/>
          <p:cNvSpPr/>
          <p:nvPr/>
        </p:nvSpPr>
        <p:spPr>
          <a:xfrm>
            <a:off x="37185600" y="11036300"/>
            <a:ext cx="26369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44" name="Text 242"/>
          <p:cNvSpPr/>
          <p:nvPr/>
        </p:nvSpPr>
        <p:spPr>
          <a:xfrm>
            <a:off x="43370500" y="10871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S09_38 · Georgia 14 · W 209.63 · k−0</a:t>
            </a:r>
            <a:endParaRPr lang="en-US" sz="780" dirty="0"/>
          </a:p>
        </p:txBody>
      </p:sp>
      <p:sp>
        <p:nvSpPr>
          <p:cNvPr id="245" name="S09_38_Georgia_14_W209.63"/>
          <p:cNvSpPr/>
          <p:nvPr/>
        </p:nvSpPr>
        <p:spPr>
          <a:xfrm>
            <a:off x="43370500" y="11036300"/>
            <a:ext cx="26623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46" name="Text 244"/>
          <p:cNvSpPr/>
          <p:nvPr/>
        </p:nvSpPr>
        <p:spPr>
          <a:xfrm>
            <a:off x="762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S09_41 · Calibri 14 · W 173.7 · k−2.05</a:t>
            </a:r>
            <a:endParaRPr lang="en-US" sz="780" dirty="0"/>
          </a:p>
        </p:txBody>
      </p:sp>
      <p:sp>
        <p:nvSpPr>
          <p:cNvPr id="247" name="S09_41_Calibri_14_W173.7"/>
          <p:cNvSpPr/>
          <p:nvPr/>
        </p:nvSpPr>
        <p:spPr>
          <a:xfrm>
            <a:off x="76200" y="11760200"/>
            <a:ext cx="220599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48" name="Text 246"/>
          <p:cNvSpPr/>
          <p:nvPr/>
        </p:nvSpPr>
        <p:spPr>
          <a:xfrm>
            <a:off x="62611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S09_42 · Calibri 14 · W 153.99 · k−3.64</a:t>
            </a:r>
            <a:endParaRPr lang="en-US" sz="780" dirty="0"/>
          </a:p>
        </p:txBody>
      </p:sp>
      <p:sp>
        <p:nvSpPr>
          <p:cNvPr id="249" name="S09_42_Calibri_14_W153.99"/>
          <p:cNvSpPr/>
          <p:nvPr/>
        </p:nvSpPr>
        <p:spPr>
          <a:xfrm>
            <a:off x="6261100" y="11760200"/>
            <a:ext cx="1955673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50" name="Text 248"/>
          <p:cNvSpPr/>
          <p:nvPr/>
        </p:nvSpPr>
        <p:spPr>
          <a:xfrm>
            <a:off x="124460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S09_43 · Calibri 14 · W 188.2 · k−0.8</a:t>
            </a:r>
            <a:endParaRPr lang="en-US" sz="780" dirty="0"/>
          </a:p>
        </p:txBody>
      </p:sp>
      <p:sp>
        <p:nvSpPr>
          <p:cNvPr id="251" name="S09_43_Calibri_14_W188.2"/>
          <p:cNvSpPr/>
          <p:nvPr/>
        </p:nvSpPr>
        <p:spPr>
          <a:xfrm>
            <a:off x="12446000" y="11760200"/>
            <a:ext cx="239014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52" name="Text 250"/>
          <p:cNvSpPr/>
          <p:nvPr/>
        </p:nvSpPr>
        <p:spPr>
          <a:xfrm>
            <a:off x="186309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S09_44 · Calibri 14 · W 184.5 · k−1.63</a:t>
            </a:r>
            <a:endParaRPr lang="en-US" sz="780" dirty="0"/>
          </a:p>
        </p:txBody>
      </p:sp>
      <p:sp>
        <p:nvSpPr>
          <p:cNvPr id="253" name="S09_44_Calibri_14_W184.5"/>
          <p:cNvSpPr/>
          <p:nvPr/>
        </p:nvSpPr>
        <p:spPr>
          <a:xfrm>
            <a:off x="18630900" y="11760200"/>
            <a:ext cx="234315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54" name="Text 252"/>
          <p:cNvSpPr/>
          <p:nvPr/>
        </p:nvSpPr>
        <p:spPr>
          <a:xfrm>
            <a:off x="248158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S09_45 · Verdana 14 · W 218.96 · k−1.92</a:t>
            </a:r>
            <a:endParaRPr lang="en-US" sz="780" dirty="0"/>
          </a:p>
        </p:txBody>
      </p:sp>
      <p:sp>
        <p:nvSpPr>
          <p:cNvPr id="255" name="S09_45_Verdana_14_W218.96"/>
          <p:cNvSpPr/>
          <p:nvPr/>
        </p:nvSpPr>
        <p:spPr>
          <a:xfrm>
            <a:off x="24815800" y="11760200"/>
            <a:ext cx="2780792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56" name="Text 254"/>
          <p:cNvSpPr/>
          <p:nvPr/>
        </p:nvSpPr>
        <p:spPr>
          <a:xfrm>
            <a:off x="310007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S09_46 · Verdana 14 · W 191.03 · k−4.35</a:t>
            </a:r>
            <a:endParaRPr lang="en-US" sz="780" dirty="0"/>
          </a:p>
        </p:txBody>
      </p:sp>
      <p:sp>
        <p:nvSpPr>
          <p:cNvPr id="257" name="S09_46_Verdana_14_W191.03"/>
          <p:cNvSpPr/>
          <p:nvPr/>
        </p:nvSpPr>
        <p:spPr>
          <a:xfrm>
            <a:off x="31000700" y="11760200"/>
            <a:ext cx="2426081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58" name="Text 256"/>
          <p:cNvSpPr/>
          <p:nvPr/>
        </p:nvSpPr>
        <p:spPr>
          <a:xfrm>
            <a:off x="371856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S09_47 · Verdana 14 · W 241.54 · k−0.46</a:t>
            </a:r>
            <a:endParaRPr lang="en-US" sz="780" dirty="0"/>
          </a:p>
        </p:txBody>
      </p:sp>
      <p:sp>
        <p:nvSpPr>
          <p:cNvPr id="259" name="S09_47_Verdana_14_W241.54"/>
          <p:cNvSpPr/>
          <p:nvPr/>
        </p:nvSpPr>
        <p:spPr>
          <a:xfrm>
            <a:off x="37185600" y="11760200"/>
            <a:ext cx="3067558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60" name="Text 258"/>
          <p:cNvSpPr/>
          <p:nvPr/>
        </p:nvSpPr>
        <p:spPr>
          <a:xfrm>
            <a:off x="43370500" y="11595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S09_48 · Verdana 14 · W 241.99 · k−1.01</a:t>
            </a:r>
            <a:endParaRPr lang="en-US" sz="780" dirty="0"/>
          </a:p>
        </p:txBody>
      </p:sp>
      <p:sp>
        <p:nvSpPr>
          <p:cNvPr id="261" name="S09_48_Verdana_14_W241.99"/>
          <p:cNvSpPr/>
          <p:nvPr/>
        </p:nvSpPr>
        <p:spPr>
          <a:xfrm>
            <a:off x="43370500" y="11760200"/>
            <a:ext cx="307327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62" name="Text 260"/>
          <p:cNvSpPr/>
          <p:nvPr/>
        </p:nvSpPr>
        <p:spPr>
          <a:xfrm>
            <a:off x="762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S09_51 · Tahoma 14 · W 191.73 · k−2.02</a:t>
            </a:r>
            <a:endParaRPr lang="en-US" sz="780" dirty="0"/>
          </a:p>
        </p:txBody>
      </p:sp>
      <p:sp>
        <p:nvSpPr>
          <p:cNvPr id="263" name="S09_51_Tahoma_14_W191.73"/>
          <p:cNvSpPr/>
          <p:nvPr/>
        </p:nvSpPr>
        <p:spPr>
          <a:xfrm>
            <a:off x="76200" y="12484100"/>
            <a:ext cx="2434971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64" name="Text 262"/>
          <p:cNvSpPr/>
          <p:nvPr/>
        </p:nvSpPr>
        <p:spPr>
          <a:xfrm>
            <a:off x="62611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S09_52 · Tahoma 14 · W 169.31 · k−3.94</a:t>
            </a:r>
            <a:endParaRPr lang="en-US" sz="780" dirty="0"/>
          </a:p>
        </p:txBody>
      </p:sp>
      <p:sp>
        <p:nvSpPr>
          <p:cNvPr id="265" name="S09_52_Tahoma_14_W169.31"/>
          <p:cNvSpPr/>
          <p:nvPr/>
        </p:nvSpPr>
        <p:spPr>
          <a:xfrm>
            <a:off x="6261100" y="12484100"/>
            <a:ext cx="2150237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66" name="Text 264"/>
          <p:cNvSpPr/>
          <p:nvPr/>
        </p:nvSpPr>
        <p:spPr>
          <a:xfrm>
            <a:off x="124460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S09_53 · Tahoma 14 · W 212.71 · k−0.29</a:t>
            </a:r>
            <a:endParaRPr lang="en-US" sz="780" dirty="0"/>
          </a:p>
        </p:txBody>
      </p:sp>
      <p:sp>
        <p:nvSpPr>
          <p:cNvPr id="267" name="S09_53_Tahoma_14_W212.71"/>
          <p:cNvSpPr/>
          <p:nvPr/>
        </p:nvSpPr>
        <p:spPr>
          <a:xfrm>
            <a:off x="12446000" y="12484100"/>
            <a:ext cx="2701417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68" name="Text 266"/>
          <p:cNvSpPr/>
          <p:nvPr/>
        </p:nvSpPr>
        <p:spPr>
          <a:xfrm>
            <a:off x="186309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S09_54 · Tahoma 14 · W 210.86 · k−1.02</a:t>
            </a:r>
            <a:endParaRPr lang="en-US" sz="780" dirty="0"/>
          </a:p>
        </p:txBody>
      </p:sp>
      <p:sp>
        <p:nvSpPr>
          <p:cNvPr id="269" name="S09_54_Tahoma_14_W210.86"/>
          <p:cNvSpPr/>
          <p:nvPr/>
        </p:nvSpPr>
        <p:spPr>
          <a:xfrm>
            <a:off x="18630900" y="12484100"/>
            <a:ext cx="2677922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70" name="Text 268"/>
          <p:cNvSpPr/>
          <p:nvPr/>
        </p:nvSpPr>
        <p:spPr>
          <a:xfrm>
            <a:off x="248158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S09_55 · Trebuchet MS 14 · W 194.63 · k−1.75</a:t>
            </a:r>
            <a:endParaRPr lang="en-US" sz="780" dirty="0"/>
          </a:p>
        </p:txBody>
      </p:sp>
      <p:sp>
        <p:nvSpPr>
          <p:cNvPr id="271" name="S09_55_TrebuchetMS_14_W194.63"/>
          <p:cNvSpPr/>
          <p:nvPr/>
        </p:nvSpPr>
        <p:spPr>
          <a:xfrm>
            <a:off x="24815800" y="12484100"/>
            <a:ext cx="2471801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72" name="Text 270"/>
          <p:cNvSpPr/>
          <p:nvPr/>
        </p:nvSpPr>
        <p:spPr>
          <a:xfrm>
            <a:off x="310007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S09_56 · Trebuchet MS 14 · W 169.59 · k−6.41</a:t>
            </a:r>
            <a:endParaRPr lang="en-US" sz="780" dirty="0"/>
          </a:p>
        </p:txBody>
      </p:sp>
      <p:sp>
        <p:nvSpPr>
          <p:cNvPr id="273" name="S09_56_TrebuchetMS_14_W169.59"/>
          <p:cNvSpPr/>
          <p:nvPr/>
        </p:nvSpPr>
        <p:spPr>
          <a:xfrm>
            <a:off x="31000700" y="12484100"/>
            <a:ext cx="2153793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74" name="Text 272"/>
          <p:cNvSpPr/>
          <p:nvPr/>
        </p:nvSpPr>
        <p:spPr>
          <a:xfrm>
            <a:off x="371856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S09_57 · Trebuchet MS 14 · W 206.56 · k−0.57</a:t>
            </a:r>
            <a:endParaRPr lang="en-US" sz="780" dirty="0"/>
          </a:p>
        </p:txBody>
      </p:sp>
      <p:sp>
        <p:nvSpPr>
          <p:cNvPr id="275" name="S09_57_TrebuchetMS_14_W206.56"/>
          <p:cNvSpPr/>
          <p:nvPr/>
        </p:nvSpPr>
        <p:spPr>
          <a:xfrm>
            <a:off x="37185600" y="12484100"/>
            <a:ext cx="2623312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76" name="Text 274"/>
          <p:cNvSpPr/>
          <p:nvPr/>
        </p:nvSpPr>
        <p:spPr>
          <a:xfrm>
            <a:off x="43370500" y="1231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S09_58 · Trebuchet MS 14 · W 206.89 · k−1.24</a:t>
            </a:r>
            <a:endParaRPr lang="en-US" sz="780" dirty="0"/>
          </a:p>
        </p:txBody>
      </p:sp>
      <p:sp>
        <p:nvSpPr>
          <p:cNvPr id="277" name="S09_58_TrebuchetMS_14_W206.89"/>
          <p:cNvSpPr/>
          <p:nvPr/>
        </p:nvSpPr>
        <p:spPr>
          <a:xfrm>
            <a:off x="43370500" y="12484100"/>
            <a:ext cx="262750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78" name="Text 276"/>
          <p:cNvSpPr/>
          <p:nvPr/>
        </p:nvSpPr>
        <p:spPr>
          <a:xfrm>
            <a:off x="762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S09_61 · Comic Sans MS 14 · W 201.88 · k−0</a:t>
            </a:r>
            <a:endParaRPr lang="en-US" sz="780" dirty="0"/>
          </a:p>
        </p:txBody>
      </p:sp>
      <p:sp>
        <p:nvSpPr>
          <p:cNvPr id="279" name="S09_61_ComicSansMS_14_W201.88"/>
          <p:cNvSpPr/>
          <p:nvPr/>
        </p:nvSpPr>
        <p:spPr>
          <a:xfrm>
            <a:off x="76200" y="13208000"/>
            <a:ext cx="256387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80" name="Text 278"/>
          <p:cNvSpPr/>
          <p:nvPr/>
        </p:nvSpPr>
        <p:spPr>
          <a:xfrm>
            <a:off x="62611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S09_62 · Comic Sans MS 14 · W 178.25 · k−0</a:t>
            </a:r>
            <a:endParaRPr lang="en-US" sz="780" dirty="0"/>
          </a:p>
        </p:txBody>
      </p:sp>
      <p:sp>
        <p:nvSpPr>
          <p:cNvPr id="281" name="S09_62_ComicSansMS_14_W178.25"/>
          <p:cNvSpPr/>
          <p:nvPr/>
        </p:nvSpPr>
        <p:spPr>
          <a:xfrm>
            <a:off x="6261100" y="13208000"/>
            <a:ext cx="226377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82" name="Text 280"/>
          <p:cNvSpPr/>
          <p:nvPr/>
        </p:nvSpPr>
        <p:spPr>
          <a:xfrm>
            <a:off x="124460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S09_63 · Comic Sans MS 14 · W 206.38 · k−0</a:t>
            </a:r>
            <a:endParaRPr lang="en-US" sz="780" dirty="0"/>
          </a:p>
        </p:txBody>
      </p:sp>
      <p:sp>
        <p:nvSpPr>
          <p:cNvPr id="283" name="S09_63_ComicSansMS_14_W206.38"/>
          <p:cNvSpPr/>
          <p:nvPr/>
        </p:nvSpPr>
        <p:spPr>
          <a:xfrm>
            <a:off x="12446000" y="13208000"/>
            <a:ext cx="26210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84" name="Text 282"/>
          <p:cNvSpPr/>
          <p:nvPr/>
        </p:nvSpPr>
        <p:spPr>
          <a:xfrm>
            <a:off x="186309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S09_64 · Comic Sans MS 14 · W 224.5 · k−0</a:t>
            </a:r>
            <a:endParaRPr lang="en-US" sz="780" dirty="0"/>
          </a:p>
        </p:txBody>
      </p:sp>
      <p:sp>
        <p:nvSpPr>
          <p:cNvPr id="285" name="S09_64_ComicSansMS_14_W224.5"/>
          <p:cNvSpPr/>
          <p:nvPr/>
        </p:nvSpPr>
        <p:spPr>
          <a:xfrm>
            <a:off x="18630900" y="13208000"/>
            <a:ext cx="285115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86" name="Text 284"/>
          <p:cNvSpPr/>
          <p:nvPr/>
        </p:nvSpPr>
        <p:spPr>
          <a:xfrm>
            <a:off x="248158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S09_65 · Courier New 14 · W 252.25 · k−0</a:t>
            </a:r>
            <a:endParaRPr lang="en-US" sz="780" dirty="0"/>
          </a:p>
        </p:txBody>
      </p:sp>
      <p:sp>
        <p:nvSpPr>
          <p:cNvPr id="287" name="S09_65_CourierNew_14_W252.25"/>
          <p:cNvSpPr/>
          <p:nvPr/>
        </p:nvSpPr>
        <p:spPr>
          <a:xfrm>
            <a:off x="24815800" y="13208000"/>
            <a:ext cx="320357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288" name="Text 286"/>
          <p:cNvSpPr/>
          <p:nvPr/>
        </p:nvSpPr>
        <p:spPr>
          <a:xfrm>
            <a:off x="310007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S09_66 · Courier New 14 · W 218.75 · k−0</a:t>
            </a:r>
            <a:endParaRPr lang="en-US" sz="780" dirty="0"/>
          </a:p>
        </p:txBody>
      </p:sp>
      <p:sp>
        <p:nvSpPr>
          <p:cNvPr id="289" name="S09_66_CourierNew_14_W218.75"/>
          <p:cNvSpPr/>
          <p:nvPr/>
        </p:nvSpPr>
        <p:spPr>
          <a:xfrm>
            <a:off x="31000700" y="13208000"/>
            <a:ext cx="277812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290" name="Text 288"/>
          <p:cNvSpPr/>
          <p:nvPr/>
        </p:nvSpPr>
        <p:spPr>
          <a:xfrm>
            <a:off x="371856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S09_67 · Courier New 14 · W 260.63 · k−0</a:t>
            </a:r>
            <a:endParaRPr lang="en-US" sz="780" dirty="0"/>
          </a:p>
        </p:txBody>
      </p:sp>
      <p:sp>
        <p:nvSpPr>
          <p:cNvPr id="291" name="S09_67_CourierNew_14_W260.63"/>
          <p:cNvSpPr/>
          <p:nvPr/>
        </p:nvSpPr>
        <p:spPr>
          <a:xfrm>
            <a:off x="37185600" y="13208000"/>
            <a:ext cx="33100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292" name="Text 290"/>
          <p:cNvSpPr/>
          <p:nvPr/>
        </p:nvSpPr>
        <p:spPr>
          <a:xfrm>
            <a:off x="43370500" y="13042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S09_68 · Courier New 14 · W 277.38 · k−0</a:t>
            </a:r>
            <a:endParaRPr lang="en-US" sz="780" dirty="0"/>
          </a:p>
        </p:txBody>
      </p:sp>
      <p:sp>
        <p:nvSpPr>
          <p:cNvPr id="293" name="S09_68_CourierNew_14_W277.38"/>
          <p:cNvSpPr/>
          <p:nvPr/>
        </p:nvSpPr>
        <p:spPr>
          <a:xfrm>
            <a:off x="43370500" y="13208000"/>
            <a:ext cx="35227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294" name="Text 292"/>
          <p:cNvSpPr/>
          <p:nvPr/>
        </p:nvSpPr>
        <p:spPr>
          <a:xfrm>
            <a:off x="76200" y="13766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16pt regular</a:t>
            </a:r>
            <a:endParaRPr lang="en-US" sz="1200" dirty="0"/>
          </a:p>
        </p:txBody>
      </p:sp>
      <p:sp>
        <p:nvSpPr>
          <p:cNvPr id="295" name="Text 293"/>
          <p:cNvSpPr/>
          <p:nvPr/>
        </p:nvSpPr>
        <p:spPr>
          <a:xfrm>
            <a:off x="762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S10_11 · Roboto 16 · W 220.38 · k−0</a:t>
            </a:r>
            <a:endParaRPr lang="en-US" sz="820" dirty="0"/>
          </a:p>
        </p:txBody>
      </p:sp>
      <p:sp>
        <p:nvSpPr>
          <p:cNvPr id="296" name="S10_11_Roboto_16_W220.38"/>
          <p:cNvSpPr/>
          <p:nvPr/>
        </p:nvSpPr>
        <p:spPr>
          <a:xfrm>
            <a:off x="76200" y="14185900"/>
            <a:ext cx="279882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297" name="Text 295"/>
          <p:cNvSpPr/>
          <p:nvPr/>
        </p:nvSpPr>
        <p:spPr>
          <a:xfrm>
            <a:off x="62611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S10_12 · Roboto 16 · W 199.13 · k−0</a:t>
            </a:r>
            <a:endParaRPr lang="en-US" sz="820" dirty="0"/>
          </a:p>
        </p:txBody>
      </p:sp>
      <p:sp>
        <p:nvSpPr>
          <p:cNvPr id="298" name="S10_12_Roboto_16_W199.13"/>
          <p:cNvSpPr/>
          <p:nvPr/>
        </p:nvSpPr>
        <p:spPr>
          <a:xfrm>
            <a:off x="6261100" y="14185900"/>
            <a:ext cx="2528951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299" name="Text 297"/>
          <p:cNvSpPr/>
          <p:nvPr/>
        </p:nvSpPr>
        <p:spPr>
          <a:xfrm>
            <a:off x="124460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S10_13 · Roboto 16 · W 235.88 · k−0</a:t>
            </a:r>
            <a:endParaRPr lang="en-US" sz="820" dirty="0"/>
          </a:p>
        </p:txBody>
      </p:sp>
      <p:sp>
        <p:nvSpPr>
          <p:cNvPr id="300" name="S10_13_Roboto_16_W235.88"/>
          <p:cNvSpPr/>
          <p:nvPr/>
        </p:nvSpPr>
        <p:spPr>
          <a:xfrm>
            <a:off x="12446000" y="14185900"/>
            <a:ext cx="29956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01" name="Text 299"/>
          <p:cNvSpPr/>
          <p:nvPr/>
        </p:nvSpPr>
        <p:spPr>
          <a:xfrm>
            <a:off x="186309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S10_14 · Roboto 16 · W 233.88 · k−0</a:t>
            </a:r>
            <a:endParaRPr lang="en-US" sz="820" dirty="0"/>
          </a:p>
        </p:txBody>
      </p:sp>
      <p:sp>
        <p:nvSpPr>
          <p:cNvPr id="302" name="S10_14_Roboto_16_W233.88"/>
          <p:cNvSpPr/>
          <p:nvPr/>
        </p:nvSpPr>
        <p:spPr>
          <a:xfrm>
            <a:off x="18630900" y="14185900"/>
            <a:ext cx="29702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03" name="Text 301"/>
          <p:cNvSpPr/>
          <p:nvPr/>
        </p:nvSpPr>
        <p:spPr>
          <a:xfrm>
            <a:off x="248158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S10_15 · Inter 16 · W 237.88 · k−0</a:t>
            </a:r>
            <a:endParaRPr lang="en-US" sz="820" dirty="0"/>
          </a:p>
        </p:txBody>
      </p:sp>
      <p:sp>
        <p:nvSpPr>
          <p:cNvPr id="304" name="S10_15_Inter_16_W237.88"/>
          <p:cNvSpPr/>
          <p:nvPr/>
        </p:nvSpPr>
        <p:spPr>
          <a:xfrm>
            <a:off x="24815800" y="14185900"/>
            <a:ext cx="30210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05" name="Text 303"/>
          <p:cNvSpPr/>
          <p:nvPr/>
        </p:nvSpPr>
        <p:spPr>
          <a:xfrm>
            <a:off x="310007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S10_16 · Inter 16 · W 215.13 · k−0</a:t>
            </a:r>
            <a:endParaRPr lang="en-US" sz="820" dirty="0"/>
          </a:p>
        </p:txBody>
      </p:sp>
      <p:sp>
        <p:nvSpPr>
          <p:cNvPr id="306" name="S10_16_Inter_16_W215.13"/>
          <p:cNvSpPr/>
          <p:nvPr/>
        </p:nvSpPr>
        <p:spPr>
          <a:xfrm>
            <a:off x="31000700" y="14185900"/>
            <a:ext cx="2732151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07" name="Text 305"/>
          <p:cNvSpPr/>
          <p:nvPr/>
        </p:nvSpPr>
        <p:spPr>
          <a:xfrm>
            <a:off x="371856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S10_17 · Inter 16 · W 256.38 · k−0</a:t>
            </a:r>
            <a:endParaRPr lang="en-US" sz="820" dirty="0"/>
          </a:p>
        </p:txBody>
      </p:sp>
      <p:sp>
        <p:nvSpPr>
          <p:cNvPr id="308" name="S10_17_Inter_16_W256.38"/>
          <p:cNvSpPr/>
          <p:nvPr/>
        </p:nvSpPr>
        <p:spPr>
          <a:xfrm>
            <a:off x="37185600" y="14185900"/>
            <a:ext cx="325602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09" name="Text 307"/>
          <p:cNvSpPr/>
          <p:nvPr/>
        </p:nvSpPr>
        <p:spPr>
          <a:xfrm>
            <a:off x="43370500" y="140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S10_18 · Inter 16 · W 259.38 · k−0</a:t>
            </a:r>
            <a:endParaRPr lang="en-US" sz="820" dirty="0"/>
          </a:p>
        </p:txBody>
      </p:sp>
      <p:sp>
        <p:nvSpPr>
          <p:cNvPr id="310" name="S10_18_Inter_16_W259.38"/>
          <p:cNvSpPr/>
          <p:nvPr/>
        </p:nvSpPr>
        <p:spPr>
          <a:xfrm>
            <a:off x="43370500" y="14185900"/>
            <a:ext cx="329412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11" name="Text 309"/>
          <p:cNvSpPr/>
          <p:nvPr/>
        </p:nvSpPr>
        <p:spPr>
          <a:xfrm>
            <a:off x="762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S10_21 · Arial 16 · W 221.6 · k−1.78</a:t>
            </a:r>
            <a:endParaRPr lang="en-US" sz="820" dirty="0"/>
          </a:p>
        </p:txBody>
      </p:sp>
      <p:sp>
        <p:nvSpPr>
          <p:cNvPr id="312" name="S10_21_Arial_16_W221.6"/>
          <p:cNvSpPr/>
          <p:nvPr/>
        </p:nvSpPr>
        <p:spPr>
          <a:xfrm>
            <a:off x="76200" y="14973300"/>
            <a:ext cx="2814320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13" name="Text 311"/>
          <p:cNvSpPr/>
          <p:nvPr/>
        </p:nvSpPr>
        <p:spPr>
          <a:xfrm>
            <a:off x="62611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S10_22 · Arial 16 · W 198.67 · k−3.83</a:t>
            </a:r>
            <a:endParaRPr lang="en-US" sz="820" dirty="0"/>
          </a:p>
        </p:txBody>
      </p:sp>
      <p:sp>
        <p:nvSpPr>
          <p:cNvPr id="314" name="S10_22_Arial_16_W198.67"/>
          <p:cNvSpPr/>
          <p:nvPr/>
        </p:nvSpPr>
        <p:spPr>
          <a:xfrm>
            <a:off x="6261100" y="14973300"/>
            <a:ext cx="2523109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15" name="Text 313"/>
          <p:cNvSpPr/>
          <p:nvPr/>
        </p:nvSpPr>
        <p:spPr>
          <a:xfrm>
            <a:off x="124460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S10_23 · Arial 16 · W 244.63 · k−0</a:t>
            </a:r>
            <a:endParaRPr lang="en-US" sz="820" dirty="0"/>
          </a:p>
        </p:txBody>
      </p:sp>
      <p:sp>
        <p:nvSpPr>
          <p:cNvPr id="316" name="S10_23_Arial_16_W244.63"/>
          <p:cNvSpPr/>
          <p:nvPr/>
        </p:nvSpPr>
        <p:spPr>
          <a:xfrm>
            <a:off x="12446000" y="14973300"/>
            <a:ext cx="3106801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17" name="Text 315"/>
          <p:cNvSpPr/>
          <p:nvPr/>
        </p:nvSpPr>
        <p:spPr>
          <a:xfrm>
            <a:off x="186309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S10_24 · Arial 16 · W 242.69 · k−1.19</a:t>
            </a:r>
            <a:endParaRPr lang="en-US" sz="820" dirty="0"/>
          </a:p>
        </p:txBody>
      </p:sp>
      <p:sp>
        <p:nvSpPr>
          <p:cNvPr id="318" name="S10_24_Arial_16_W242.69"/>
          <p:cNvSpPr/>
          <p:nvPr/>
        </p:nvSpPr>
        <p:spPr>
          <a:xfrm>
            <a:off x="18630900" y="14973300"/>
            <a:ext cx="308216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19" name="Text 317"/>
          <p:cNvSpPr/>
          <p:nvPr/>
        </p:nvSpPr>
        <p:spPr>
          <a:xfrm>
            <a:off x="248158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S10_25 · Arial Narrow 16 · W 181.17 · k−1.46</a:t>
            </a:r>
            <a:endParaRPr lang="en-US" sz="820" dirty="0"/>
          </a:p>
        </p:txBody>
      </p:sp>
      <p:sp>
        <p:nvSpPr>
          <p:cNvPr id="320" name="S10_25_ArialNarrow_16_W181.17"/>
          <p:cNvSpPr/>
          <p:nvPr/>
        </p:nvSpPr>
        <p:spPr>
          <a:xfrm>
            <a:off x="24815800" y="14973300"/>
            <a:ext cx="2300859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21" name="Text 319"/>
          <p:cNvSpPr/>
          <p:nvPr/>
        </p:nvSpPr>
        <p:spPr>
          <a:xfrm>
            <a:off x="310007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S10_26 · Arial Narrow 16 · W 163.14 · k−3.11</a:t>
            </a:r>
            <a:endParaRPr lang="en-US" sz="820" dirty="0"/>
          </a:p>
        </p:txBody>
      </p:sp>
      <p:sp>
        <p:nvSpPr>
          <p:cNvPr id="322" name="S10_26_ArialNarrow_16_W163.14"/>
          <p:cNvSpPr/>
          <p:nvPr/>
        </p:nvSpPr>
        <p:spPr>
          <a:xfrm>
            <a:off x="31000700" y="14973300"/>
            <a:ext cx="2071878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23" name="Text 321"/>
          <p:cNvSpPr/>
          <p:nvPr/>
        </p:nvSpPr>
        <p:spPr>
          <a:xfrm>
            <a:off x="371856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S10_27 · Arial Narrow 16 · W 200.25 · k−0</a:t>
            </a:r>
            <a:endParaRPr lang="en-US" sz="820" dirty="0"/>
          </a:p>
        </p:txBody>
      </p:sp>
      <p:sp>
        <p:nvSpPr>
          <p:cNvPr id="324" name="S10_27_ArialNarrow_16_W200.25"/>
          <p:cNvSpPr/>
          <p:nvPr/>
        </p:nvSpPr>
        <p:spPr>
          <a:xfrm>
            <a:off x="37185600" y="14973300"/>
            <a:ext cx="2543175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25" name="Text 323"/>
          <p:cNvSpPr/>
          <p:nvPr/>
        </p:nvSpPr>
        <p:spPr>
          <a:xfrm>
            <a:off x="43370500" y="14808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S10_28 · Arial Narrow 16 · W 198.79 · k−0.96</a:t>
            </a:r>
            <a:endParaRPr lang="en-US" sz="820" dirty="0"/>
          </a:p>
        </p:txBody>
      </p:sp>
      <p:sp>
        <p:nvSpPr>
          <p:cNvPr id="326" name="S10_28_ArialNarrow_16_W198.79"/>
          <p:cNvSpPr/>
          <p:nvPr/>
        </p:nvSpPr>
        <p:spPr>
          <a:xfrm>
            <a:off x="43370500" y="14973300"/>
            <a:ext cx="252463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27" name="Text 325"/>
          <p:cNvSpPr/>
          <p:nvPr/>
        </p:nvSpPr>
        <p:spPr>
          <a:xfrm>
            <a:off x="762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S10_31 · Times New Roman 16 · W 195.09 · k−1.41</a:t>
            </a:r>
            <a:endParaRPr lang="en-US" sz="820" dirty="0"/>
          </a:p>
        </p:txBody>
      </p:sp>
      <p:sp>
        <p:nvSpPr>
          <p:cNvPr id="328" name="S10_31_TimesNewRoman_16_W195.09"/>
          <p:cNvSpPr/>
          <p:nvPr/>
        </p:nvSpPr>
        <p:spPr>
          <a:xfrm>
            <a:off x="76200" y="15760700"/>
            <a:ext cx="247764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29" name="Text 327"/>
          <p:cNvSpPr/>
          <p:nvPr/>
        </p:nvSpPr>
        <p:spPr>
          <a:xfrm>
            <a:off x="62611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S10_32 · Times New Roman 16 · W 186.4 · k−5.23</a:t>
            </a:r>
            <a:endParaRPr lang="en-US" sz="820" dirty="0"/>
          </a:p>
        </p:txBody>
      </p:sp>
      <p:sp>
        <p:nvSpPr>
          <p:cNvPr id="330" name="S10_32_TimesNewRoman_16_W186.4"/>
          <p:cNvSpPr/>
          <p:nvPr/>
        </p:nvSpPr>
        <p:spPr>
          <a:xfrm>
            <a:off x="6261100" y="15760700"/>
            <a:ext cx="2367280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31" name="Text 329"/>
          <p:cNvSpPr/>
          <p:nvPr/>
        </p:nvSpPr>
        <p:spPr>
          <a:xfrm>
            <a:off x="124460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S10_33 · Times New Roman 16 · W 221.88 · k−0</a:t>
            </a:r>
            <a:endParaRPr lang="en-US" sz="820" dirty="0"/>
          </a:p>
        </p:txBody>
      </p:sp>
      <p:sp>
        <p:nvSpPr>
          <p:cNvPr id="332" name="S10_33_TimesNewRoman_16_W221.88"/>
          <p:cNvSpPr/>
          <p:nvPr/>
        </p:nvSpPr>
        <p:spPr>
          <a:xfrm>
            <a:off x="12446000" y="15760700"/>
            <a:ext cx="28178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33" name="Text 331"/>
          <p:cNvSpPr/>
          <p:nvPr/>
        </p:nvSpPr>
        <p:spPr>
          <a:xfrm>
            <a:off x="186309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S10_34 · Times New Roman 16 · W 233.81 · k−2.07</a:t>
            </a:r>
            <a:endParaRPr lang="en-US" sz="820" dirty="0"/>
          </a:p>
        </p:txBody>
      </p:sp>
      <p:sp>
        <p:nvSpPr>
          <p:cNvPr id="334" name="S10_34_TimesNewRoman_16_W233.81"/>
          <p:cNvSpPr/>
          <p:nvPr/>
        </p:nvSpPr>
        <p:spPr>
          <a:xfrm>
            <a:off x="18630900" y="15760700"/>
            <a:ext cx="2969387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35" name="Text 333"/>
          <p:cNvSpPr/>
          <p:nvPr/>
        </p:nvSpPr>
        <p:spPr>
          <a:xfrm>
            <a:off x="248158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S10_35 · Georgia 16 · W 215.75 · k−0</a:t>
            </a:r>
            <a:endParaRPr lang="en-US" sz="820" dirty="0"/>
          </a:p>
        </p:txBody>
      </p:sp>
      <p:sp>
        <p:nvSpPr>
          <p:cNvPr id="336" name="S10_35_Georgia_16_W215.75"/>
          <p:cNvSpPr/>
          <p:nvPr/>
        </p:nvSpPr>
        <p:spPr>
          <a:xfrm>
            <a:off x="24815800" y="15760700"/>
            <a:ext cx="2740025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37" name="Text 335"/>
          <p:cNvSpPr/>
          <p:nvPr/>
        </p:nvSpPr>
        <p:spPr>
          <a:xfrm>
            <a:off x="310007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S10_36 · Georgia 16 · W 198 · k−0</a:t>
            </a:r>
            <a:endParaRPr lang="en-US" sz="820" dirty="0"/>
          </a:p>
        </p:txBody>
      </p:sp>
      <p:sp>
        <p:nvSpPr>
          <p:cNvPr id="338" name="S10_36_Georgia_16_W198"/>
          <p:cNvSpPr/>
          <p:nvPr/>
        </p:nvSpPr>
        <p:spPr>
          <a:xfrm>
            <a:off x="31000700" y="15760700"/>
            <a:ext cx="2514600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39" name="Text 337"/>
          <p:cNvSpPr/>
          <p:nvPr/>
        </p:nvSpPr>
        <p:spPr>
          <a:xfrm>
            <a:off x="371856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S10_37 · Georgia 16 · W 237.88 · k−0</a:t>
            </a:r>
            <a:endParaRPr lang="en-US" sz="820" dirty="0"/>
          </a:p>
        </p:txBody>
      </p:sp>
      <p:sp>
        <p:nvSpPr>
          <p:cNvPr id="340" name="S10_37_Georgia_16_W237.88"/>
          <p:cNvSpPr/>
          <p:nvPr/>
        </p:nvSpPr>
        <p:spPr>
          <a:xfrm>
            <a:off x="37185600" y="15760700"/>
            <a:ext cx="30210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41" name="Text 339"/>
          <p:cNvSpPr/>
          <p:nvPr/>
        </p:nvSpPr>
        <p:spPr>
          <a:xfrm>
            <a:off x="43370500" y="1559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S10_38 · Georgia 16 · W 239.88 · k−0</a:t>
            </a:r>
            <a:endParaRPr lang="en-US" sz="820" dirty="0"/>
          </a:p>
        </p:txBody>
      </p:sp>
      <p:sp>
        <p:nvSpPr>
          <p:cNvPr id="342" name="S10_38_Georgia_16_W239.88"/>
          <p:cNvSpPr/>
          <p:nvPr/>
        </p:nvSpPr>
        <p:spPr>
          <a:xfrm>
            <a:off x="43370500" y="15760700"/>
            <a:ext cx="304647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43" name="Text 341"/>
          <p:cNvSpPr/>
          <p:nvPr/>
        </p:nvSpPr>
        <p:spPr>
          <a:xfrm>
            <a:off x="762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S10_41 · Calibri 16 · W 197.66 · k−2.34</a:t>
            </a:r>
            <a:endParaRPr lang="en-US" sz="820" dirty="0"/>
          </a:p>
        </p:txBody>
      </p:sp>
      <p:sp>
        <p:nvSpPr>
          <p:cNvPr id="344" name="S10_41_Calibri_16_W197.66"/>
          <p:cNvSpPr/>
          <p:nvPr/>
        </p:nvSpPr>
        <p:spPr>
          <a:xfrm>
            <a:off x="76200" y="16548100"/>
            <a:ext cx="2510282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45" name="Text 343"/>
          <p:cNvSpPr/>
          <p:nvPr/>
        </p:nvSpPr>
        <p:spPr>
          <a:xfrm>
            <a:off x="62611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S10_42 · Calibri 16 · W 175.72 · k−4.16</a:t>
            </a:r>
            <a:endParaRPr lang="en-US" sz="820" dirty="0"/>
          </a:p>
        </p:txBody>
      </p:sp>
      <p:sp>
        <p:nvSpPr>
          <p:cNvPr id="346" name="S10_42_Calibri_16_W175.72"/>
          <p:cNvSpPr/>
          <p:nvPr/>
        </p:nvSpPr>
        <p:spPr>
          <a:xfrm>
            <a:off x="6261100" y="16548100"/>
            <a:ext cx="2231644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47" name="Text 345"/>
          <p:cNvSpPr/>
          <p:nvPr/>
        </p:nvSpPr>
        <p:spPr>
          <a:xfrm>
            <a:off x="124460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S10_43 · Calibri 16 · W 214.59 · k−0.91</a:t>
            </a:r>
            <a:endParaRPr lang="en-US" sz="820" dirty="0"/>
          </a:p>
        </p:txBody>
      </p:sp>
      <p:sp>
        <p:nvSpPr>
          <p:cNvPr id="348" name="S10_43_Calibri_16_W214.59"/>
          <p:cNvSpPr/>
          <p:nvPr/>
        </p:nvSpPr>
        <p:spPr>
          <a:xfrm>
            <a:off x="12446000" y="16548100"/>
            <a:ext cx="272529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49" name="Text 347"/>
          <p:cNvSpPr/>
          <p:nvPr/>
        </p:nvSpPr>
        <p:spPr>
          <a:xfrm>
            <a:off x="186309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S10_44 · Calibri 16 · W 210.77 · k−1.86</a:t>
            </a:r>
            <a:endParaRPr lang="en-US" sz="820" dirty="0"/>
          </a:p>
        </p:txBody>
      </p:sp>
      <p:sp>
        <p:nvSpPr>
          <p:cNvPr id="350" name="S10_44_Calibri_16_W210.77"/>
          <p:cNvSpPr/>
          <p:nvPr/>
        </p:nvSpPr>
        <p:spPr>
          <a:xfrm>
            <a:off x="18630900" y="16548100"/>
            <a:ext cx="2676779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51" name="Text 349"/>
          <p:cNvSpPr/>
          <p:nvPr/>
        </p:nvSpPr>
        <p:spPr>
          <a:xfrm>
            <a:off x="248158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S10_45 · Verdana 16 · W 250.44 · k−2.19</a:t>
            </a:r>
            <a:endParaRPr lang="en-US" sz="820" dirty="0"/>
          </a:p>
        </p:txBody>
      </p:sp>
      <p:sp>
        <p:nvSpPr>
          <p:cNvPr id="352" name="S10_45_Verdana_16_W250.44"/>
          <p:cNvSpPr/>
          <p:nvPr/>
        </p:nvSpPr>
        <p:spPr>
          <a:xfrm>
            <a:off x="24815800" y="16548100"/>
            <a:ext cx="3180588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53" name="Text 351"/>
          <p:cNvSpPr/>
          <p:nvPr/>
        </p:nvSpPr>
        <p:spPr>
          <a:xfrm>
            <a:off x="310007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S10_46 · Verdana 16 · W 218.53 · k−4.97</a:t>
            </a:r>
            <a:endParaRPr lang="en-US" sz="820" dirty="0"/>
          </a:p>
        </p:txBody>
      </p:sp>
      <p:sp>
        <p:nvSpPr>
          <p:cNvPr id="354" name="S10_46_Verdana_16_W218.53"/>
          <p:cNvSpPr/>
          <p:nvPr/>
        </p:nvSpPr>
        <p:spPr>
          <a:xfrm>
            <a:off x="31000700" y="16548100"/>
            <a:ext cx="2775331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55" name="Text 353"/>
          <p:cNvSpPr/>
          <p:nvPr/>
        </p:nvSpPr>
        <p:spPr>
          <a:xfrm>
            <a:off x="371856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S10_47 · Verdana 16 · W 275.97 · k−0.53</a:t>
            </a:r>
            <a:endParaRPr lang="en-US" sz="820" dirty="0"/>
          </a:p>
        </p:txBody>
      </p:sp>
      <p:sp>
        <p:nvSpPr>
          <p:cNvPr id="356" name="S10_47_Verdana_16_W275.97"/>
          <p:cNvSpPr/>
          <p:nvPr/>
        </p:nvSpPr>
        <p:spPr>
          <a:xfrm>
            <a:off x="37185600" y="16548100"/>
            <a:ext cx="3504819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57" name="Text 355"/>
          <p:cNvSpPr/>
          <p:nvPr/>
        </p:nvSpPr>
        <p:spPr>
          <a:xfrm>
            <a:off x="43370500" y="16383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S10_48 · Verdana 16 · W 276.97 · k−1.16</a:t>
            </a:r>
            <a:endParaRPr lang="en-US" sz="820" dirty="0"/>
          </a:p>
        </p:txBody>
      </p:sp>
      <p:sp>
        <p:nvSpPr>
          <p:cNvPr id="358" name="S10_48_Verdana_16_W276.97"/>
          <p:cNvSpPr/>
          <p:nvPr/>
        </p:nvSpPr>
        <p:spPr>
          <a:xfrm>
            <a:off x="43370500" y="16548100"/>
            <a:ext cx="3517519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59" name="Text 357"/>
          <p:cNvSpPr/>
          <p:nvPr/>
        </p:nvSpPr>
        <p:spPr>
          <a:xfrm>
            <a:off x="762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S10_51 · Tahoma 16 · W 218.69 · k−2.31</a:t>
            </a:r>
            <a:endParaRPr lang="en-US" sz="820" dirty="0"/>
          </a:p>
        </p:txBody>
      </p:sp>
      <p:sp>
        <p:nvSpPr>
          <p:cNvPr id="360" name="S10_51_Tahoma_16_W218.69"/>
          <p:cNvSpPr/>
          <p:nvPr/>
        </p:nvSpPr>
        <p:spPr>
          <a:xfrm>
            <a:off x="76200" y="17335500"/>
            <a:ext cx="277736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61" name="Text 359"/>
          <p:cNvSpPr/>
          <p:nvPr/>
        </p:nvSpPr>
        <p:spPr>
          <a:xfrm>
            <a:off x="62611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S10_52 · Tahoma 16 · W 193.25 · k−4.5</a:t>
            </a:r>
            <a:endParaRPr lang="en-US" sz="820" dirty="0"/>
          </a:p>
        </p:txBody>
      </p:sp>
      <p:sp>
        <p:nvSpPr>
          <p:cNvPr id="362" name="S10_52_Tahoma_16_W193.25"/>
          <p:cNvSpPr/>
          <p:nvPr/>
        </p:nvSpPr>
        <p:spPr>
          <a:xfrm>
            <a:off x="6261100" y="17335500"/>
            <a:ext cx="2454275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63" name="Text 361"/>
          <p:cNvSpPr/>
          <p:nvPr/>
        </p:nvSpPr>
        <p:spPr>
          <a:xfrm>
            <a:off x="124460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S10_53 · Tahoma 16 · W 242.91 · k−0.34</a:t>
            </a:r>
            <a:endParaRPr lang="en-US" sz="820" dirty="0"/>
          </a:p>
        </p:txBody>
      </p:sp>
      <p:sp>
        <p:nvSpPr>
          <p:cNvPr id="364" name="S10_53_Tahoma_16_W242.91"/>
          <p:cNvSpPr/>
          <p:nvPr/>
        </p:nvSpPr>
        <p:spPr>
          <a:xfrm>
            <a:off x="12446000" y="17335500"/>
            <a:ext cx="3084957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65" name="Text 363"/>
          <p:cNvSpPr/>
          <p:nvPr/>
        </p:nvSpPr>
        <p:spPr>
          <a:xfrm>
            <a:off x="186309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S10_54 · Tahoma 16 · W 241.09 · k−1.16</a:t>
            </a:r>
            <a:endParaRPr lang="en-US" sz="820" dirty="0"/>
          </a:p>
        </p:txBody>
      </p:sp>
      <p:sp>
        <p:nvSpPr>
          <p:cNvPr id="366" name="S10_54_Tahoma_16_W241.09"/>
          <p:cNvSpPr/>
          <p:nvPr/>
        </p:nvSpPr>
        <p:spPr>
          <a:xfrm>
            <a:off x="18630900" y="17335500"/>
            <a:ext cx="3061843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67" name="Text 365"/>
          <p:cNvSpPr/>
          <p:nvPr/>
        </p:nvSpPr>
        <p:spPr>
          <a:xfrm>
            <a:off x="248158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S10_55 · Trebuchet MS 16 · W 222.51 · k−1.99</a:t>
            </a:r>
            <a:endParaRPr lang="en-US" sz="820" dirty="0"/>
          </a:p>
        </p:txBody>
      </p:sp>
      <p:sp>
        <p:nvSpPr>
          <p:cNvPr id="368" name="S10_55_TrebuchetMS_16_W222.51"/>
          <p:cNvSpPr/>
          <p:nvPr/>
        </p:nvSpPr>
        <p:spPr>
          <a:xfrm>
            <a:off x="24815800" y="17335500"/>
            <a:ext cx="2825877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69" name="Text 367"/>
          <p:cNvSpPr/>
          <p:nvPr/>
        </p:nvSpPr>
        <p:spPr>
          <a:xfrm>
            <a:off x="310007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S10_56 · Trebuchet MS 16 · W 194.05 · k−7.33</a:t>
            </a:r>
            <a:endParaRPr lang="en-US" sz="820" dirty="0"/>
          </a:p>
        </p:txBody>
      </p:sp>
      <p:sp>
        <p:nvSpPr>
          <p:cNvPr id="370" name="S10_56_TrebuchetMS_16_W194.05"/>
          <p:cNvSpPr/>
          <p:nvPr/>
        </p:nvSpPr>
        <p:spPr>
          <a:xfrm>
            <a:off x="31000700" y="17335500"/>
            <a:ext cx="2464435" cy="243840"/>
          </a:xfrm>
          <a:prstGeom prst="rect">
            <a:avLst/>
          </a:prstGeom>
          <a:noFill/>
          <a:ln w="1799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71" name="Text 369"/>
          <p:cNvSpPr/>
          <p:nvPr/>
        </p:nvSpPr>
        <p:spPr>
          <a:xfrm>
            <a:off x="371856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S10_57 · Trebuchet MS 16 · W 236.73 · k−0.65</a:t>
            </a:r>
            <a:endParaRPr lang="en-US" sz="820" dirty="0"/>
          </a:p>
        </p:txBody>
      </p:sp>
      <p:sp>
        <p:nvSpPr>
          <p:cNvPr id="372" name="S10_57_TrebuchetMS_16_W236.73"/>
          <p:cNvSpPr/>
          <p:nvPr/>
        </p:nvSpPr>
        <p:spPr>
          <a:xfrm>
            <a:off x="37185600" y="17335500"/>
            <a:ext cx="3006471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73" name="Text 371"/>
          <p:cNvSpPr/>
          <p:nvPr/>
        </p:nvSpPr>
        <p:spPr>
          <a:xfrm>
            <a:off x="43370500" y="1717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S10_58 · Trebuchet MS 16 · W 236.84 · k−1.41</a:t>
            </a:r>
            <a:endParaRPr lang="en-US" sz="820" dirty="0"/>
          </a:p>
        </p:txBody>
      </p:sp>
      <p:sp>
        <p:nvSpPr>
          <p:cNvPr id="374" name="S10_58_TrebuchetMS_16_W236.84"/>
          <p:cNvSpPr/>
          <p:nvPr/>
        </p:nvSpPr>
        <p:spPr>
          <a:xfrm>
            <a:off x="43370500" y="17335500"/>
            <a:ext cx="3007868" cy="243840"/>
          </a:xfrm>
          <a:prstGeom prst="rect">
            <a:avLst/>
          </a:prstGeom>
          <a:noFill/>
          <a:ln w="1799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75" name="Text 373"/>
          <p:cNvSpPr/>
          <p:nvPr/>
        </p:nvSpPr>
        <p:spPr>
          <a:xfrm>
            <a:off x="762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S10_61 · Comic Sans MS 16 · W 231.38 · k−0</a:t>
            </a:r>
            <a:endParaRPr lang="en-US" sz="820" dirty="0"/>
          </a:p>
        </p:txBody>
      </p:sp>
      <p:sp>
        <p:nvSpPr>
          <p:cNvPr id="376" name="S10_61_ComicSansMS_16_W231.38"/>
          <p:cNvSpPr/>
          <p:nvPr/>
        </p:nvSpPr>
        <p:spPr>
          <a:xfrm>
            <a:off x="76200" y="18122900"/>
            <a:ext cx="293852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77" name="Text 375"/>
          <p:cNvSpPr/>
          <p:nvPr/>
        </p:nvSpPr>
        <p:spPr>
          <a:xfrm>
            <a:off x="62611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S10_62 · Comic Sans MS 16 · W 204 · k−0</a:t>
            </a:r>
            <a:endParaRPr lang="en-US" sz="820" dirty="0"/>
          </a:p>
        </p:txBody>
      </p:sp>
      <p:sp>
        <p:nvSpPr>
          <p:cNvPr id="378" name="S10_62_ComicSansMS_16_W204"/>
          <p:cNvSpPr/>
          <p:nvPr/>
        </p:nvSpPr>
        <p:spPr>
          <a:xfrm>
            <a:off x="6261100" y="18122900"/>
            <a:ext cx="2590800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79" name="Text 377"/>
          <p:cNvSpPr/>
          <p:nvPr/>
        </p:nvSpPr>
        <p:spPr>
          <a:xfrm>
            <a:off x="124460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S10_63 · Comic Sans MS 16 · W 236 · k−0</a:t>
            </a:r>
            <a:endParaRPr lang="en-US" sz="820" dirty="0"/>
          </a:p>
        </p:txBody>
      </p:sp>
      <p:sp>
        <p:nvSpPr>
          <p:cNvPr id="380" name="S10_63_ComicSansMS_16_W236"/>
          <p:cNvSpPr/>
          <p:nvPr/>
        </p:nvSpPr>
        <p:spPr>
          <a:xfrm>
            <a:off x="12446000" y="18122900"/>
            <a:ext cx="2997200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81" name="Text 379"/>
          <p:cNvSpPr/>
          <p:nvPr/>
        </p:nvSpPr>
        <p:spPr>
          <a:xfrm>
            <a:off x="186309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S10_64 · Comic Sans MS 16 · W 256.75 · k−0</a:t>
            </a:r>
            <a:endParaRPr lang="en-US" sz="820" dirty="0"/>
          </a:p>
        </p:txBody>
      </p:sp>
      <p:sp>
        <p:nvSpPr>
          <p:cNvPr id="382" name="S10_64_ComicSansMS_16_W256.75"/>
          <p:cNvSpPr/>
          <p:nvPr/>
        </p:nvSpPr>
        <p:spPr>
          <a:xfrm>
            <a:off x="18630900" y="18122900"/>
            <a:ext cx="3260725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83" name="Text 381"/>
          <p:cNvSpPr/>
          <p:nvPr/>
        </p:nvSpPr>
        <p:spPr>
          <a:xfrm>
            <a:off x="248158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S10_65 · Courier New 16 · W 289.75 · k−0</a:t>
            </a:r>
            <a:endParaRPr lang="en-US" sz="820" dirty="0"/>
          </a:p>
        </p:txBody>
      </p:sp>
      <p:sp>
        <p:nvSpPr>
          <p:cNvPr id="384" name="S10_65_CourierNew_16_W289.75"/>
          <p:cNvSpPr/>
          <p:nvPr/>
        </p:nvSpPr>
        <p:spPr>
          <a:xfrm>
            <a:off x="24815800" y="18122900"/>
            <a:ext cx="3679825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600" dirty="0"/>
          </a:p>
        </p:txBody>
      </p:sp>
      <p:sp>
        <p:nvSpPr>
          <p:cNvPr id="385" name="Text 383"/>
          <p:cNvSpPr/>
          <p:nvPr/>
        </p:nvSpPr>
        <p:spPr>
          <a:xfrm>
            <a:off x="310007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S10_66 · Courier New 16 · W 251.25 · k−0</a:t>
            </a:r>
            <a:endParaRPr lang="en-US" sz="820" dirty="0"/>
          </a:p>
        </p:txBody>
      </p:sp>
      <p:sp>
        <p:nvSpPr>
          <p:cNvPr id="386" name="S10_66_CourierNew_16_W251.25"/>
          <p:cNvSpPr/>
          <p:nvPr/>
        </p:nvSpPr>
        <p:spPr>
          <a:xfrm>
            <a:off x="31000700" y="18122900"/>
            <a:ext cx="3190875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600" dirty="0"/>
          </a:p>
        </p:txBody>
      </p:sp>
      <p:sp>
        <p:nvSpPr>
          <p:cNvPr id="387" name="Text 385"/>
          <p:cNvSpPr/>
          <p:nvPr/>
        </p:nvSpPr>
        <p:spPr>
          <a:xfrm>
            <a:off x="371856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S10_67 · Courier New 16 · W 299.38 · k−0</a:t>
            </a:r>
            <a:endParaRPr lang="en-US" sz="820" dirty="0"/>
          </a:p>
        </p:txBody>
      </p:sp>
      <p:sp>
        <p:nvSpPr>
          <p:cNvPr id="388" name="S10_67_CourierNew_16_W299.38"/>
          <p:cNvSpPr/>
          <p:nvPr/>
        </p:nvSpPr>
        <p:spPr>
          <a:xfrm>
            <a:off x="37185600" y="18122900"/>
            <a:ext cx="3802126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600" dirty="0"/>
          </a:p>
        </p:txBody>
      </p:sp>
      <p:sp>
        <p:nvSpPr>
          <p:cNvPr id="389" name="Text 387"/>
          <p:cNvSpPr/>
          <p:nvPr/>
        </p:nvSpPr>
        <p:spPr>
          <a:xfrm>
            <a:off x="43370500" y="1795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S10_68 · Courier New 16 · W 318.63 · k−0</a:t>
            </a:r>
            <a:endParaRPr lang="en-US" sz="820" dirty="0"/>
          </a:p>
        </p:txBody>
      </p:sp>
      <p:sp>
        <p:nvSpPr>
          <p:cNvPr id="390" name="S10_68_CourierNew_16_W318.63"/>
          <p:cNvSpPr/>
          <p:nvPr/>
        </p:nvSpPr>
        <p:spPr>
          <a:xfrm>
            <a:off x="43370500" y="18122900"/>
            <a:ext cx="4046601" cy="243840"/>
          </a:xfrm>
          <a:prstGeom prst="rect">
            <a:avLst/>
          </a:prstGeom>
          <a:noFill/>
          <a:ln w="1799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600" dirty="0"/>
          </a:p>
        </p:txBody>
      </p:sp>
      <p:sp>
        <p:nvSpPr>
          <p:cNvPr id="391" name="Text 389"/>
          <p:cNvSpPr/>
          <p:nvPr/>
        </p:nvSpPr>
        <p:spPr>
          <a:xfrm>
            <a:off x="76200" y="187452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18pt regular</a:t>
            </a:r>
            <a:endParaRPr lang="en-US" sz="1200" dirty="0"/>
          </a:p>
        </p:txBody>
      </p:sp>
      <p:sp>
        <p:nvSpPr>
          <p:cNvPr id="392" name="Text 390"/>
          <p:cNvSpPr/>
          <p:nvPr/>
        </p:nvSpPr>
        <p:spPr>
          <a:xfrm>
            <a:off x="762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S11_11 · Roboto 18 · W 247.25 · k−0</a:t>
            </a:r>
            <a:endParaRPr lang="en-US" sz="860" dirty="0"/>
          </a:p>
        </p:txBody>
      </p:sp>
      <p:sp>
        <p:nvSpPr>
          <p:cNvPr id="393" name="S11_11_Roboto_18_W247.25"/>
          <p:cNvSpPr/>
          <p:nvPr/>
        </p:nvSpPr>
        <p:spPr>
          <a:xfrm>
            <a:off x="76200" y="19164300"/>
            <a:ext cx="31400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394" name="Text 392"/>
          <p:cNvSpPr/>
          <p:nvPr/>
        </p:nvSpPr>
        <p:spPr>
          <a:xfrm>
            <a:off x="62611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S11_12 · Roboto 18 · W 223.38 · k−0</a:t>
            </a:r>
            <a:endParaRPr lang="en-US" sz="860" dirty="0"/>
          </a:p>
        </p:txBody>
      </p:sp>
      <p:sp>
        <p:nvSpPr>
          <p:cNvPr id="395" name="S11_12_Roboto_18_W223.38"/>
          <p:cNvSpPr/>
          <p:nvPr/>
        </p:nvSpPr>
        <p:spPr>
          <a:xfrm>
            <a:off x="6261100" y="19164300"/>
            <a:ext cx="28369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396" name="Text 394"/>
          <p:cNvSpPr/>
          <p:nvPr/>
        </p:nvSpPr>
        <p:spPr>
          <a:xfrm>
            <a:off x="124460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S11_13 · Roboto 18 · W 264.63 · k−0</a:t>
            </a:r>
            <a:endParaRPr lang="en-US" sz="860" dirty="0"/>
          </a:p>
        </p:txBody>
      </p:sp>
      <p:sp>
        <p:nvSpPr>
          <p:cNvPr id="397" name="S11_13_Roboto_18_W264.63"/>
          <p:cNvSpPr/>
          <p:nvPr/>
        </p:nvSpPr>
        <p:spPr>
          <a:xfrm>
            <a:off x="12446000" y="19164300"/>
            <a:ext cx="33608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398" name="Text 396"/>
          <p:cNvSpPr/>
          <p:nvPr/>
        </p:nvSpPr>
        <p:spPr>
          <a:xfrm>
            <a:off x="186309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S11_14 · Roboto 18 · W 262.5 · k−0</a:t>
            </a:r>
            <a:endParaRPr lang="en-US" sz="860" dirty="0"/>
          </a:p>
        </p:txBody>
      </p:sp>
      <p:sp>
        <p:nvSpPr>
          <p:cNvPr id="399" name="S11_14_Roboto_18_W262.5"/>
          <p:cNvSpPr/>
          <p:nvPr/>
        </p:nvSpPr>
        <p:spPr>
          <a:xfrm>
            <a:off x="18630900" y="19164300"/>
            <a:ext cx="33337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00" name="Text 398"/>
          <p:cNvSpPr/>
          <p:nvPr/>
        </p:nvSpPr>
        <p:spPr>
          <a:xfrm>
            <a:off x="248158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S11_15 · Inter 18 · W 267 · k−0</a:t>
            </a:r>
            <a:endParaRPr lang="en-US" sz="860" dirty="0"/>
          </a:p>
        </p:txBody>
      </p:sp>
      <p:sp>
        <p:nvSpPr>
          <p:cNvPr id="401" name="S11_15_Inter_18_W267"/>
          <p:cNvSpPr/>
          <p:nvPr/>
        </p:nvSpPr>
        <p:spPr>
          <a:xfrm>
            <a:off x="24815800" y="19164300"/>
            <a:ext cx="33909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02" name="Text 400"/>
          <p:cNvSpPr/>
          <p:nvPr/>
        </p:nvSpPr>
        <p:spPr>
          <a:xfrm>
            <a:off x="310007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S11_16 · Inter 18 · W 241.63 · k−0</a:t>
            </a:r>
            <a:endParaRPr lang="en-US" sz="860" dirty="0"/>
          </a:p>
        </p:txBody>
      </p:sp>
      <p:sp>
        <p:nvSpPr>
          <p:cNvPr id="403" name="S11_16_Inter_18_W241.63"/>
          <p:cNvSpPr/>
          <p:nvPr/>
        </p:nvSpPr>
        <p:spPr>
          <a:xfrm>
            <a:off x="31000700" y="19164300"/>
            <a:ext cx="30687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04" name="Text 402"/>
          <p:cNvSpPr/>
          <p:nvPr/>
        </p:nvSpPr>
        <p:spPr>
          <a:xfrm>
            <a:off x="371856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S11_17 · Inter 18 · W 287.75 · k−0</a:t>
            </a:r>
            <a:endParaRPr lang="en-US" sz="860" dirty="0"/>
          </a:p>
        </p:txBody>
      </p:sp>
      <p:sp>
        <p:nvSpPr>
          <p:cNvPr id="405" name="S11_17_Inter_18_W287.75"/>
          <p:cNvSpPr/>
          <p:nvPr/>
        </p:nvSpPr>
        <p:spPr>
          <a:xfrm>
            <a:off x="37185600" y="19164300"/>
            <a:ext cx="36544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06" name="Text 404"/>
          <p:cNvSpPr/>
          <p:nvPr/>
        </p:nvSpPr>
        <p:spPr>
          <a:xfrm>
            <a:off x="43370500" y="1899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S11_18 · Inter 18 · W 291.38 · k−0</a:t>
            </a:r>
            <a:endParaRPr lang="en-US" sz="860" dirty="0"/>
          </a:p>
        </p:txBody>
      </p:sp>
      <p:sp>
        <p:nvSpPr>
          <p:cNvPr id="407" name="S11_18_Inter_18_W291.38"/>
          <p:cNvSpPr/>
          <p:nvPr/>
        </p:nvSpPr>
        <p:spPr>
          <a:xfrm>
            <a:off x="43370500" y="19164300"/>
            <a:ext cx="37005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08" name="Text 406"/>
          <p:cNvSpPr/>
          <p:nvPr/>
        </p:nvSpPr>
        <p:spPr>
          <a:xfrm>
            <a:off x="762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S11_21 · Arial 18 · W 249 · k−2</a:t>
            </a:r>
            <a:endParaRPr lang="en-US" sz="860" dirty="0"/>
          </a:p>
        </p:txBody>
      </p:sp>
      <p:sp>
        <p:nvSpPr>
          <p:cNvPr id="409" name="S11_21_Arial_18_W249"/>
          <p:cNvSpPr/>
          <p:nvPr/>
        </p:nvSpPr>
        <p:spPr>
          <a:xfrm>
            <a:off x="76200" y="20015200"/>
            <a:ext cx="316230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10" name="Text 408"/>
          <p:cNvSpPr/>
          <p:nvPr/>
        </p:nvSpPr>
        <p:spPr>
          <a:xfrm>
            <a:off x="62611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S11_22 · Arial 18 · W 223.69 · k−4.31</a:t>
            </a:r>
            <a:endParaRPr lang="en-US" sz="860" dirty="0"/>
          </a:p>
        </p:txBody>
      </p:sp>
      <p:sp>
        <p:nvSpPr>
          <p:cNvPr id="411" name="S11_22_Arial_18_W223.69"/>
          <p:cNvSpPr/>
          <p:nvPr/>
        </p:nvSpPr>
        <p:spPr>
          <a:xfrm>
            <a:off x="6261100" y="20015200"/>
            <a:ext cx="2840863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12" name="Text 410"/>
          <p:cNvSpPr/>
          <p:nvPr/>
        </p:nvSpPr>
        <p:spPr>
          <a:xfrm>
            <a:off x="124460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S11_23 · Arial 18 · W 275 · k−0</a:t>
            </a:r>
            <a:endParaRPr lang="en-US" sz="860" dirty="0"/>
          </a:p>
        </p:txBody>
      </p:sp>
      <p:sp>
        <p:nvSpPr>
          <p:cNvPr id="413" name="S11_23_Arial_18_W275"/>
          <p:cNvSpPr/>
          <p:nvPr/>
        </p:nvSpPr>
        <p:spPr>
          <a:xfrm>
            <a:off x="12446000" y="20015200"/>
            <a:ext cx="34925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14" name="Text 412"/>
          <p:cNvSpPr/>
          <p:nvPr/>
        </p:nvSpPr>
        <p:spPr>
          <a:xfrm>
            <a:off x="186309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S11_24 · Arial 18 · W 272.66 · k−1.34</a:t>
            </a:r>
            <a:endParaRPr lang="en-US" sz="860" dirty="0"/>
          </a:p>
        </p:txBody>
      </p:sp>
      <p:sp>
        <p:nvSpPr>
          <p:cNvPr id="415" name="S11_24_Arial_18_W272.66"/>
          <p:cNvSpPr/>
          <p:nvPr/>
        </p:nvSpPr>
        <p:spPr>
          <a:xfrm>
            <a:off x="18630900" y="20015200"/>
            <a:ext cx="346278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16" name="Text 414"/>
          <p:cNvSpPr/>
          <p:nvPr/>
        </p:nvSpPr>
        <p:spPr>
          <a:xfrm>
            <a:off x="248158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S11_25 · Arial Narrow 18 · W 205.12 · k−1.63</a:t>
            </a:r>
            <a:endParaRPr lang="en-US" sz="860" dirty="0"/>
          </a:p>
        </p:txBody>
      </p:sp>
      <p:sp>
        <p:nvSpPr>
          <p:cNvPr id="417" name="S11_25_ArialNarrow_18_W205.12"/>
          <p:cNvSpPr/>
          <p:nvPr/>
        </p:nvSpPr>
        <p:spPr>
          <a:xfrm>
            <a:off x="24815800" y="20015200"/>
            <a:ext cx="260502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18" name="Text 416"/>
          <p:cNvSpPr/>
          <p:nvPr/>
        </p:nvSpPr>
        <p:spPr>
          <a:xfrm>
            <a:off x="310007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S11_26 · Arial Narrow 18 · W 183.88 · k−3.5</a:t>
            </a:r>
            <a:endParaRPr lang="en-US" sz="860" dirty="0"/>
          </a:p>
        </p:txBody>
      </p:sp>
      <p:sp>
        <p:nvSpPr>
          <p:cNvPr id="419" name="S11_26_ArialNarrow_18_W183.88"/>
          <p:cNvSpPr/>
          <p:nvPr/>
        </p:nvSpPr>
        <p:spPr>
          <a:xfrm>
            <a:off x="31000700" y="20015200"/>
            <a:ext cx="2335276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20" name="Text 418"/>
          <p:cNvSpPr/>
          <p:nvPr/>
        </p:nvSpPr>
        <p:spPr>
          <a:xfrm>
            <a:off x="371856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S11_27 · Arial Narrow 18 · W 226.5 · k−0</a:t>
            </a:r>
            <a:endParaRPr lang="en-US" sz="860" dirty="0"/>
          </a:p>
        </p:txBody>
      </p:sp>
      <p:sp>
        <p:nvSpPr>
          <p:cNvPr id="421" name="S11_27_ArialNarrow_18_W226.5"/>
          <p:cNvSpPr/>
          <p:nvPr/>
        </p:nvSpPr>
        <p:spPr>
          <a:xfrm>
            <a:off x="37185600" y="20015200"/>
            <a:ext cx="28765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22" name="Text 420"/>
          <p:cNvSpPr/>
          <p:nvPr/>
        </p:nvSpPr>
        <p:spPr>
          <a:xfrm>
            <a:off x="43370500" y="19850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S11_28 · Arial Narrow 18 · W 224.17 · k−1.08</a:t>
            </a:r>
            <a:endParaRPr lang="en-US" sz="860" dirty="0"/>
          </a:p>
        </p:txBody>
      </p:sp>
      <p:sp>
        <p:nvSpPr>
          <p:cNvPr id="423" name="S11_28_ArialNarrow_18_W224.17"/>
          <p:cNvSpPr/>
          <p:nvPr/>
        </p:nvSpPr>
        <p:spPr>
          <a:xfrm>
            <a:off x="43370500" y="20015200"/>
            <a:ext cx="2846959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24" name="Text 422"/>
          <p:cNvSpPr/>
          <p:nvPr/>
        </p:nvSpPr>
        <p:spPr>
          <a:xfrm>
            <a:off x="762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S11_31 · Times New Roman 18 · W 218.92 · k−1.58</a:t>
            </a:r>
            <a:endParaRPr lang="en-US" sz="860" dirty="0"/>
          </a:p>
        </p:txBody>
      </p:sp>
      <p:sp>
        <p:nvSpPr>
          <p:cNvPr id="425" name="S11_31_TimesNewRoman_18_W218.92"/>
          <p:cNvSpPr/>
          <p:nvPr/>
        </p:nvSpPr>
        <p:spPr>
          <a:xfrm>
            <a:off x="76200" y="20866100"/>
            <a:ext cx="278028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26" name="Text 424"/>
          <p:cNvSpPr/>
          <p:nvPr/>
        </p:nvSpPr>
        <p:spPr>
          <a:xfrm>
            <a:off x="62611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S11_32 · Times New Roman 18 · W 209.62 · k−5.88</a:t>
            </a:r>
            <a:endParaRPr lang="en-US" sz="860" dirty="0"/>
          </a:p>
        </p:txBody>
      </p:sp>
      <p:sp>
        <p:nvSpPr>
          <p:cNvPr id="427" name="S11_32_TimesNewRoman_18_W209.62"/>
          <p:cNvSpPr/>
          <p:nvPr/>
        </p:nvSpPr>
        <p:spPr>
          <a:xfrm>
            <a:off x="6261100" y="20866100"/>
            <a:ext cx="2662174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28" name="Text 426"/>
          <p:cNvSpPr/>
          <p:nvPr/>
        </p:nvSpPr>
        <p:spPr>
          <a:xfrm>
            <a:off x="124460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S11_33 · Times New Roman 18 · W 249.25 · k−0</a:t>
            </a:r>
            <a:endParaRPr lang="en-US" sz="860" dirty="0"/>
          </a:p>
        </p:txBody>
      </p:sp>
      <p:sp>
        <p:nvSpPr>
          <p:cNvPr id="429" name="S11_33_TimesNewRoman_18_W249.25"/>
          <p:cNvSpPr/>
          <p:nvPr/>
        </p:nvSpPr>
        <p:spPr>
          <a:xfrm>
            <a:off x="12446000" y="20866100"/>
            <a:ext cx="31654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30" name="Text 428"/>
          <p:cNvSpPr/>
          <p:nvPr/>
        </p:nvSpPr>
        <p:spPr>
          <a:xfrm>
            <a:off x="186309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S11_34 · Times New Roman 18 · W 262.68 · k−2.32</a:t>
            </a:r>
            <a:endParaRPr lang="en-US" sz="860" dirty="0"/>
          </a:p>
        </p:txBody>
      </p:sp>
      <p:sp>
        <p:nvSpPr>
          <p:cNvPr id="431" name="S11_34_TimesNewRoman_18_W262.68"/>
          <p:cNvSpPr/>
          <p:nvPr/>
        </p:nvSpPr>
        <p:spPr>
          <a:xfrm>
            <a:off x="18630900" y="20866100"/>
            <a:ext cx="3336036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32" name="Text 430"/>
          <p:cNvSpPr/>
          <p:nvPr/>
        </p:nvSpPr>
        <p:spPr>
          <a:xfrm>
            <a:off x="248158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S11_35 · Georgia 18 · W 242.63 · k−0</a:t>
            </a:r>
            <a:endParaRPr lang="en-US" sz="860" dirty="0"/>
          </a:p>
        </p:txBody>
      </p:sp>
      <p:sp>
        <p:nvSpPr>
          <p:cNvPr id="433" name="S11_35_Georgia_18_W242.63"/>
          <p:cNvSpPr/>
          <p:nvPr/>
        </p:nvSpPr>
        <p:spPr>
          <a:xfrm>
            <a:off x="24815800" y="20866100"/>
            <a:ext cx="30814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34" name="Text 432"/>
          <p:cNvSpPr/>
          <p:nvPr/>
        </p:nvSpPr>
        <p:spPr>
          <a:xfrm>
            <a:off x="310007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S11_36 · Georgia 18 · W 222.75 · k−0</a:t>
            </a:r>
            <a:endParaRPr lang="en-US" sz="860" dirty="0"/>
          </a:p>
        </p:txBody>
      </p:sp>
      <p:sp>
        <p:nvSpPr>
          <p:cNvPr id="435" name="S11_36_Georgia_18_W222.75"/>
          <p:cNvSpPr/>
          <p:nvPr/>
        </p:nvSpPr>
        <p:spPr>
          <a:xfrm>
            <a:off x="31000700" y="20866100"/>
            <a:ext cx="28289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36" name="Text 434"/>
          <p:cNvSpPr/>
          <p:nvPr/>
        </p:nvSpPr>
        <p:spPr>
          <a:xfrm>
            <a:off x="371856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S11_37 · Georgia 18 · W 267.63 · k−0</a:t>
            </a:r>
            <a:endParaRPr lang="en-US" sz="860" dirty="0"/>
          </a:p>
        </p:txBody>
      </p:sp>
      <p:sp>
        <p:nvSpPr>
          <p:cNvPr id="437" name="S11_37_Georgia_18_W267.63"/>
          <p:cNvSpPr/>
          <p:nvPr/>
        </p:nvSpPr>
        <p:spPr>
          <a:xfrm>
            <a:off x="37185600" y="20866100"/>
            <a:ext cx="33989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38" name="Text 436"/>
          <p:cNvSpPr/>
          <p:nvPr/>
        </p:nvSpPr>
        <p:spPr>
          <a:xfrm>
            <a:off x="43370500" y="20701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S11_38 · Georgia 18 · W 269.63 · k−0</a:t>
            </a:r>
            <a:endParaRPr lang="en-US" sz="860" dirty="0"/>
          </a:p>
        </p:txBody>
      </p:sp>
      <p:sp>
        <p:nvSpPr>
          <p:cNvPr id="439" name="S11_38_Georgia_18_W269.63"/>
          <p:cNvSpPr/>
          <p:nvPr/>
        </p:nvSpPr>
        <p:spPr>
          <a:xfrm>
            <a:off x="43370500" y="20866100"/>
            <a:ext cx="34243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40" name="Text 438"/>
          <p:cNvSpPr/>
          <p:nvPr/>
        </p:nvSpPr>
        <p:spPr>
          <a:xfrm>
            <a:off x="762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S11_41 · Calibri 18 · W 222.86 · k−2.64</a:t>
            </a:r>
            <a:endParaRPr lang="en-US" sz="860" dirty="0"/>
          </a:p>
        </p:txBody>
      </p:sp>
      <p:sp>
        <p:nvSpPr>
          <p:cNvPr id="441" name="S11_41_Calibri_18_W222.86"/>
          <p:cNvSpPr/>
          <p:nvPr/>
        </p:nvSpPr>
        <p:spPr>
          <a:xfrm>
            <a:off x="76200" y="21717000"/>
            <a:ext cx="283032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42" name="Text 440"/>
          <p:cNvSpPr/>
          <p:nvPr/>
        </p:nvSpPr>
        <p:spPr>
          <a:xfrm>
            <a:off x="62611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S11_42 · Calibri 18 · W 197.45 · k−4.68</a:t>
            </a:r>
            <a:endParaRPr lang="en-US" sz="860" dirty="0"/>
          </a:p>
        </p:txBody>
      </p:sp>
      <p:sp>
        <p:nvSpPr>
          <p:cNvPr id="443" name="S11_42_Calibri_18_W197.45"/>
          <p:cNvSpPr/>
          <p:nvPr/>
        </p:nvSpPr>
        <p:spPr>
          <a:xfrm>
            <a:off x="6261100" y="21717000"/>
            <a:ext cx="2507615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44" name="Text 442"/>
          <p:cNvSpPr/>
          <p:nvPr/>
        </p:nvSpPr>
        <p:spPr>
          <a:xfrm>
            <a:off x="124460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S11_43 · Calibri 18 · W 241.72 · k−1.03</a:t>
            </a:r>
            <a:endParaRPr lang="en-US" sz="860" dirty="0"/>
          </a:p>
        </p:txBody>
      </p:sp>
      <p:sp>
        <p:nvSpPr>
          <p:cNvPr id="445" name="S11_43_Calibri_18_W241.72"/>
          <p:cNvSpPr/>
          <p:nvPr/>
        </p:nvSpPr>
        <p:spPr>
          <a:xfrm>
            <a:off x="12446000" y="21717000"/>
            <a:ext cx="306984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46" name="Text 444"/>
          <p:cNvSpPr/>
          <p:nvPr/>
        </p:nvSpPr>
        <p:spPr>
          <a:xfrm>
            <a:off x="186309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S11_44 · Calibri 18 · W 237.03 · k−2.1</a:t>
            </a:r>
            <a:endParaRPr lang="en-US" sz="860" dirty="0"/>
          </a:p>
        </p:txBody>
      </p:sp>
      <p:sp>
        <p:nvSpPr>
          <p:cNvPr id="447" name="S11_44_Calibri_18_W237.03"/>
          <p:cNvSpPr/>
          <p:nvPr/>
        </p:nvSpPr>
        <p:spPr>
          <a:xfrm>
            <a:off x="18630900" y="21717000"/>
            <a:ext cx="3010281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48" name="Text 446"/>
          <p:cNvSpPr/>
          <p:nvPr/>
        </p:nvSpPr>
        <p:spPr>
          <a:xfrm>
            <a:off x="248158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S11_45 · Verdana 18 · W 281.29 · k−2.46</a:t>
            </a:r>
            <a:endParaRPr lang="en-US" sz="860" dirty="0"/>
          </a:p>
        </p:txBody>
      </p:sp>
      <p:sp>
        <p:nvSpPr>
          <p:cNvPr id="449" name="S11_45_Verdana_18_W281.29"/>
          <p:cNvSpPr/>
          <p:nvPr/>
        </p:nvSpPr>
        <p:spPr>
          <a:xfrm>
            <a:off x="24815800" y="21717000"/>
            <a:ext cx="3572383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50" name="Text 448"/>
          <p:cNvSpPr/>
          <p:nvPr/>
        </p:nvSpPr>
        <p:spPr>
          <a:xfrm>
            <a:off x="310007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S11_46 · Verdana 18 · W 245.41 · k−5.59</a:t>
            </a:r>
            <a:endParaRPr lang="en-US" sz="860" dirty="0"/>
          </a:p>
        </p:txBody>
      </p:sp>
      <p:sp>
        <p:nvSpPr>
          <p:cNvPr id="451" name="S11_46_Verdana_18_W245.41"/>
          <p:cNvSpPr/>
          <p:nvPr/>
        </p:nvSpPr>
        <p:spPr>
          <a:xfrm>
            <a:off x="31000700" y="21717000"/>
            <a:ext cx="3116707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52" name="Text 450"/>
          <p:cNvSpPr/>
          <p:nvPr/>
        </p:nvSpPr>
        <p:spPr>
          <a:xfrm>
            <a:off x="371856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S11_47 · Verdana 18 · W 310.9 · k−0.6</a:t>
            </a:r>
            <a:endParaRPr lang="en-US" sz="860" dirty="0"/>
          </a:p>
        </p:txBody>
      </p:sp>
      <p:sp>
        <p:nvSpPr>
          <p:cNvPr id="453" name="S11_47_Verdana_18_W310.9"/>
          <p:cNvSpPr/>
          <p:nvPr/>
        </p:nvSpPr>
        <p:spPr>
          <a:xfrm>
            <a:off x="37185600" y="21717000"/>
            <a:ext cx="394843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54" name="Text 452"/>
          <p:cNvSpPr/>
          <p:nvPr/>
        </p:nvSpPr>
        <p:spPr>
          <a:xfrm>
            <a:off x="43370500" y="2155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S11_48 · Verdana 18 · W 311.2 · k−1.3</a:t>
            </a:r>
            <a:endParaRPr lang="en-US" sz="860" dirty="0"/>
          </a:p>
        </p:txBody>
      </p:sp>
      <p:sp>
        <p:nvSpPr>
          <p:cNvPr id="455" name="S11_48_Verdana_18_W311.2"/>
          <p:cNvSpPr/>
          <p:nvPr/>
        </p:nvSpPr>
        <p:spPr>
          <a:xfrm>
            <a:off x="43370500" y="21717000"/>
            <a:ext cx="395224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56" name="Text 454"/>
          <p:cNvSpPr/>
          <p:nvPr/>
        </p:nvSpPr>
        <p:spPr>
          <a:xfrm>
            <a:off x="762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S11_51 · Tahoma 18 · W 246.77 · k−2.61</a:t>
            </a:r>
            <a:endParaRPr lang="en-US" sz="860" dirty="0"/>
          </a:p>
        </p:txBody>
      </p:sp>
      <p:sp>
        <p:nvSpPr>
          <p:cNvPr id="457" name="S11_51_Tahoma_18_W246.77"/>
          <p:cNvSpPr/>
          <p:nvPr/>
        </p:nvSpPr>
        <p:spPr>
          <a:xfrm>
            <a:off x="76200" y="22567900"/>
            <a:ext cx="3133979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58" name="Text 456"/>
          <p:cNvSpPr/>
          <p:nvPr/>
        </p:nvSpPr>
        <p:spPr>
          <a:xfrm>
            <a:off x="62611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S11_52 · Tahoma 18 · W 217.31 · k−5.07</a:t>
            </a:r>
            <a:endParaRPr lang="en-US" sz="860" dirty="0"/>
          </a:p>
        </p:txBody>
      </p:sp>
      <p:sp>
        <p:nvSpPr>
          <p:cNvPr id="459" name="S11_52_Tahoma_18_W217.31"/>
          <p:cNvSpPr/>
          <p:nvPr/>
        </p:nvSpPr>
        <p:spPr>
          <a:xfrm>
            <a:off x="6261100" y="22567900"/>
            <a:ext cx="2759837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60" name="Text 458"/>
          <p:cNvSpPr/>
          <p:nvPr/>
        </p:nvSpPr>
        <p:spPr>
          <a:xfrm>
            <a:off x="124460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S11_53 · Tahoma 18 · W 273.5 · k−0.38</a:t>
            </a:r>
            <a:endParaRPr lang="en-US" sz="860" dirty="0"/>
          </a:p>
        </p:txBody>
      </p:sp>
      <p:sp>
        <p:nvSpPr>
          <p:cNvPr id="461" name="S11_53_Tahoma_18_W273.5"/>
          <p:cNvSpPr/>
          <p:nvPr/>
        </p:nvSpPr>
        <p:spPr>
          <a:xfrm>
            <a:off x="12446000" y="22567900"/>
            <a:ext cx="347345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62" name="Text 460"/>
          <p:cNvSpPr/>
          <p:nvPr/>
        </p:nvSpPr>
        <p:spPr>
          <a:xfrm>
            <a:off x="186309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S11_54 · Tahoma 18 · W 270.95 · k−1.3</a:t>
            </a:r>
            <a:endParaRPr lang="en-US" sz="860" dirty="0"/>
          </a:p>
        </p:txBody>
      </p:sp>
      <p:sp>
        <p:nvSpPr>
          <p:cNvPr id="463" name="S11_54_Tahoma_18_W270.95"/>
          <p:cNvSpPr/>
          <p:nvPr/>
        </p:nvSpPr>
        <p:spPr>
          <a:xfrm>
            <a:off x="18630900" y="22567900"/>
            <a:ext cx="344106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64" name="Text 462"/>
          <p:cNvSpPr/>
          <p:nvPr/>
        </p:nvSpPr>
        <p:spPr>
          <a:xfrm>
            <a:off x="248158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S11_55 · Trebuchet MS 18 · W 250.26 · k−2.24</a:t>
            </a:r>
            <a:endParaRPr lang="en-US" sz="860" dirty="0"/>
          </a:p>
        </p:txBody>
      </p:sp>
      <p:sp>
        <p:nvSpPr>
          <p:cNvPr id="465" name="S11_55_TrebuchetMS_18_W250.26"/>
          <p:cNvSpPr/>
          <p:nvPr/>
        </p:nvSpPr>
        <p:spPr>
          <a:xfrm>
            <a:off x="24815800" y="22567900"/>
            <a:ext cx="317830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66" name="Text 464"/>
          <p:cNvSpPr/>
          <p:nvPr/>
        </p:nvSpPr>
        <p:spPr>
          <a:xfrm>
            <a:off x="310007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S11_56 · Trebuchet MS 18 · W 217.63 · k−8.25</a:t>
            </a:r>
            <a:endParaRPr lang="en-US" sz="860" dirty="0"/>
          </a:p>
        </p:txBody>
      </p:sp>
      <p:sp>
        <p:nvSpPr>
          <p:cNvPr id="467" name="S11_56_TrebuchetMS_18_W217.63"/>
          <p:cNvSpPr/>
          <p:nvPr/>
        </p:nvSpPr>
        <p:spPr>
          <a:xfrm>
            <a:off x="31000700" y="22567900"/>
            <a:ext cx="2763901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68" name="Text 466"/>
          <p:cNvSpPr/>
          <p:nvPr/>
        </p:nvSpPr>
        <p:spPr>
          <a:xfrm>
            <a:off x="371856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S11_57 · Trebuchet MS 18 · W 265.65 · k−0.73</a:t>
            </a:r>
            <a:endParaRPr lang="en-US" sz="860" dirty="0"/>
          </a:p>
        </p:txBody>
      </p:sp>
      <p:sp>
        <p:nvSpPr>
          <p:cNvPr id="469" name="S11_57_TrebuchetMS_18_W265.65"/>
          <p:cNvSpPr/>
          <p:nvPr/>
        </p:nvSpPr>
        <p:spPr>
          <a:xfrm>
            <a:off x="37185600" y="22567900"/>
            <a:ext cx="337375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70" name="Text 468"/>
          <p:cNvSpPr/>
          <p:nvPr/>
        </p:nvSpPr>
        <p:spPr>
          <a:xfrm>
            <a:off x="43370500" y="22402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S11_58 · Trebuchet MS 18 · W 265.67 · k−1.58</a:t>
            </a:r>
            <a:endParaRPr lang="en-US" sz="860" dirty="0"/>
          </a:p>
        </p:txBody>
      </p:sp>
      <p:sp>
        <p:nvSpPr>
          <p:cNvPr id="471" name="S11_58_TrebuchetMS_18_W265.67"/>
          <p:cNvSpPr/>
          <p:nvPr/>
        </p:nvSpPr>
        <p:spPr>
          <a:xfrm>
            <a:off x="43370500" y="22567900"/>
            <a:ext cx="3374009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72" name="Text 470"/>
          <p:cNvSpPr/>
          <p:nvPr/>
        </p:nvSpPr>
        <p:spPr>
          <a:xfrm>
            <a:off x="762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S11_61 · Comic Sans MS 18 · W 260 · k−0</a:t>
            </a:r>
            <a:endParaRPr lang="en-US" sz="860" dirty="0"/>
          </a:p>
        </p:txBody>
      </p:sp>
      <p:sp>
        <p:nvSpPr>
          <p:cNvPr id="473" name="S11_61_ComicSansMS_18_W260"/>
          <p:cNvSpPr/>
          <p:nvPr/>
        </p:nvSpPr>
        <p:spPr>
          <a:xfrm>
            <a:off x="76200" y="23418800"/>
            <a:ext cx="33020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74" name="Text 472"/>
          <p:cNvSpPr/>
          <p:nvPr/>
        </p:nvSpPr>
        <p:spPr>
          <a:xfrm>
            <a:off x="62611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S11_62 · Comic Sans MS 18 · W 229.13 · k−0</a:t>
            </a:r>
            <a:endParaRPr lang="en-US" sz="860" dirty="0"/>
          </a:p>
        </p:txBody>
      </p:sp>
      <p:sp>
        <p:nvSpPr>
          <p:cNvPr id="475" name="S11_62_ComicSansMS_18_W229.13"/>
          <p:cNvSpPr/>
          <p:nvPr/>
        </p:nvSpPr>
        <p:spPr>
          <a:xfrm>
            <a:off x="6261100" y="23418800"/>
            <a:ext cx="29099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76" name="Text 474"/>
          <p:cNvSpPr/>
          <p:nvPr/>
        </p:nvSpPr>
        <p:spPr>
          <a:xfrm>
            <a:off x="124460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S11_63 · Comic Sans MS 18 · W 265.63 · k−0</a:t>
            </a:r>
            <a:endParaRPr lang="en-US" sz="860" dirty="0"/>
          </a:p>
        </p:txBody>
      </p:sp>
      <p:sp>
        <p:nvSpPr>
          <p:cNvPr id="477" name="S11_63_ComicSansMS_18_W265.63"/>
          <p:cNvSpPr/>
          <p:nvPr/>
        </p:nvSpPr>
        <p:spPr>
          <a:xfrm>
            <a:off x="12446000" y="23418800"/>
            <a:ext cx="33735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78" name="Text 476"/>
          <p:cNvSpPr/>
          <p:nvPr/>
        </p:nvSpPr>
        <p:spPr>
          <a:xfrm>
            <a:off x="186309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S11_64 · Comic Sans MS 18 · W 289.13 · k−0</a:t>
            </a:r>
            <a:endParaRPr lang="en-US" sz="860" dirty="0"/>
          </a:p>
        </p:txBody>
      </p:sp>
      <p:sp>
        <p:nvSpPr>
          <p:cNvPr id="479" name="S11_64_ComicSansMS_18_W289.13"/>
          <p:cNvSpPr/>
          <p:nvPr/>
        </p:nvSpPr>
        <p:spPr>
          <a:xfrm>
            <a:off x="18630900" y="23418800"/>
            <a:ext cx="36719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480" name="Text 478"/>
          <p:cNvSpPr/>
          <p:nvPr/>
        </p:nvSpPr>
        <p:spPr>
          <a:xfrm>
            <a:off x="248158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S11_65 · Courier New 18 · W 323.5 · k−0</a:t>
            </a:r>
            <a:endParaRPr lang="en-US" sz="860" dirty="0"/>
          </a:p>
        </p:txBody>
      </p:sp>
      <p:sp>
        <p:nvSpPr>
          <p:cNvPr id="481" name="S11_65_CourierNew_18_W323.5"/>
          <p:cNvSpPr/>
          <p:nvPr/>
        </p:nvSpPr>
        <p:spPr>
          <a:xfrm>
            <a:off x="24815800" y="23418800"/>
            <a:ext cx="41084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482" name="Text 480"/>
          <p:cNvSpPr/>
          <p:nvPr/>
        </p:nvSpPr>
        <p:spPr>
          <a:xfrm>
            <a:off x="310007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S11_66 · Courier New 18 · W 280.5 · k−0</a:t>
            </a:r>
            <a:endParaRPr lang="en-US" sz="860" dirty="0"/>
          </a:p>
        </p:txBody>
      </p:sp>
      <p:sp>
        <p:nvSpPr>
          <p:cNvPr id="483" name="S11_66_CourierNew_18_W280.5"/>
          <p:cNvSpPr/>
          <p:nvPr/>
        </p:nvSpPr>
        <p:spPr>
          <a:xfrm>
            <a:off x="31000700" y="23418800"/>
            <a:ext cx="35623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484" name="Text 482"/>
          <p:cNvSpPr/>
          <p:nvPr/>
        </p:nvSpPr>
        <p:spPr>
          <a:xfrm>
            <a:off x="371856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S11_67 · Courier New 18 · W 334.25 · k−0</a:t>
            </a:r>
            <a:endParaRPr lang="en-US" sz="860" dirty="0"/>
          </a:p>
        </p:txBody>
      </p:sp>
      <p:sp>
        <p:nvSpPr>
          <p:cNvPr id="485" name="S11_67_CourierNew_18_W334.25"/>
          <p:cNvSpPr/>
          <p:nvPr/>
        </p:nvSpPr>
        <p:spPr>
          <a:xfrm>
            <a:off x="37185600" y="23418800"/>
            <a:ext cx="42449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486" name="Text 484"/>
          <p:cNvSpPr/>
          <p:nvPr/>
        </p:nvSpPr>
        <p:spPr>
          <a:xfrm>
            <a:off x="43370500" y="23253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S11_68 · Courier New 18 · W 355.75 · k−0</a:t>
            </a:r>
            <a:endParaRPr lang="en-US" sz="860" dirty="0"/>
          </a:p>
        </p:txBody>
      </p:sp>
      <p:sp>
        <p:nvSpPr>
          <p:cNvPr id="487" name="S11_68_CourierNew_18_W355.75"/>
          <p:cNvSpPr/>
          <p:nvPr/>
        </p:nvSpPr>
        <p:spPr>
          <a:xfrm>
            <a:off x="43370500" y="23418800"/>
            <a:ext cx="4518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3/15 — 20pt regular · 24pt regular · 28pt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S12_11 · Roboto 20 · W 274.88 · k−0</a:t>
            </a:r>
            <a:endParaRPr lang="en-US" sz="900" dirty="0"/>
          </a:p>
        </p:txBody>
      </p:sp>
      <p:sp>
        <p:nvSpPr>
          <p:cNvPr id="5" name="S12_11_Roboto_20_W274.88"/>
          <p:cNvSpPr/>
          <p:nvPr/>
        </p:nvSpPr>
        <p:spPr>
          <a:xfrm>
            <a:off x="76200" y="850900"/>
            <a:ext cx="349097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S12_12 · Roboto 20 · W 248.25 · k−0</a:t>
            </a:r>
            <a:endParaRPr lang="en-US" sz="900" dirty="0"/>
          </a:p>
        </p:txBody>
      </p:sp>
      <p:sp>
        <p:nvSpPr>
          <p:cNvPr id="7" name="S12_12_Roboto_20_W248.25"/>
          <p:cNvSpPr/>
          <p:nvPr/>
        </p:nvSpPr>
        <p:spPr>
          <a:xfrm>
            <a:off x="6261100" y="850900"/>
            <a:ext cx="31527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S12_13 · Roboto 20 · W 294.25 · k−0</a:t>
            </a:r>
            <a:endParaRPr lang="en-US" sz="900" dirty="0"/>
          </a:p>
        </p:txBody>
      </p:sp>
      <p:sp>
        <p:nvSpPr>
          <p:cNvPr id="9" name="S12_13_Roboto_20_W294.25"/>
          <p:cNvSpPr/>
          <p:nvPr/>
        </p:nvSpPr>
        <p:spPr>
          <a:xfrm>
            <a:off x="12446000" y="850900"/>
            <a:ext cx="37369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S12_14 · Roboto 20 · W 291.5 · k−0</a:t>
            </a:r>
            <a:endParaRPr lang="en-US" sz="900" dirty="0"/>
          </a:p>
        </p:txBody>
      </p:sp>
      <p:sp>
        <p:nvSpPr>
          <p:cNvPr id="11" name="S12_14_Roboto_20_W291.5"/>
          <p:cNvSpPr/>
          <p:nvPr/>
        </p:nvSpPr>
        <p:spPr>
          <a:xfrm>
            <a:off x="18630900" y="850900"/>
            <a:ext cx="370205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S12_15 · Inter 20 · W 296.25 · k−0</a:t>
            </a:r>
            <a:endParaRPr lang="en-US" sz="900" dirty="0"/>
          </a:p>
        </p:txBody>
      </p:sp>
      <p:sp>
        <p:nvSpPr>
          <p:cNvPr id="13" name="S12_15_Inter_20_W296.25"/>
          <p:cNvSpPr/>
          <p:nvPr/>
        </p:nvSpPr>
        <p:spPr>
          <a:xfrm>
            <a:off x="24815800" y="850900"/>
            <a:ext cx="37623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S12_16 · Inter 20 · W 268 · k−0</a:t>
            </a:r>
            <a:endParaRPr lang="en-US" sz="900" dirty="0"/>
          </a:p>
        </p:txBody>
      </p:sp>
      <p:sp>
        <p:nvSpPr>
          <p:cNvPr id="15" name="S12_16_Inter_20_W268"/>
          <p:cNvSpPr/>
          <p:nvPr/>
        </p:nvSpPr>
        <p:spPr>
          <a:xfrm>
            <a:off x="31000700" y="850900"/>
            <a:ext cx="34036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S12_17 · Inter 20 · W 319.38 · k−0</a:t>
            </a:r>
            <a:endParaRPr lang="en-US" sz="900" dirty="0"/>
          </a:p>
        </p:txBody>
      </p:sp>
      <p:sp>
        <p:nvSpPr>
          <p:cNvPr id="17" name="S12_17_Inter_20_W319.38"/>
          <p:cNvSpPr/>
          <p:nvPr/>
        </p:nvSpPr>
        <p:spPr>
          <a:xfrm>
            <a:off x="37185600" y="850900"/>
            <a:ext cx="405612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S12_18 · Inter 20 · W 323.25 · k−0</a:t>
            </a:r>
            <a:endParaRPr lang="en-US" sz="900" dirty="0"/>
          </a:p>
        </p:txBody>
      </p:sp>
      <p:sp>
        <p:nvSpPr>
          <p:cNvPr id="19" name="S12_18_Inter_20_W323.25"/>
          <p:cNvSpPr/>
          <p:nvPr/>
        </p:nvSpPr>
        <p:spPr>
          <a:xfrm>
            <a:off x="43370500" y="850900"/>
            <a:ext cx="41052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2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S12_21 · Arial 20 · W 276.41 · k−2.22</a:t>
            </a:r>
            <a:endParaRPr lang="en-US" sz="900" dirty="0"/>
          </a:p>
        </p:txBody>
      </p:sp>
      <p:sp>
        <p:nvSpPr>
          <p:cNvPr id="21" name="S12_21_Arial_20_W276.41"/>
          <p:cNvSpPr/>
          <p:nvPr/>
        </p:nvSpPr>
        <p:spPr>
          <a:xfrm>
            <a:off x="76200" y="1752600"/>
            <a:ext cx="3510407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11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S12_22 · Arial 20 · W 248.71 · k−4.79</a:t>
            </a:r>
            <a:endParaRPr lang="en-US" sz="900" dirty="0"/>
          </a:p>
        </p:txBody>
      </p:sp>
      <p:sp>
        <p:nvSpPr>
          <p:cNvPr id="23" name="S12_22_Arial_20_W248.71"/>
          <p:cNvSpPr/>
          <p:nvPr/>
        </p:nvSpPr>
        <p:spPr>
          <a:xfrm>
            <a:off x="6261100" y="1752600"/>
            <a:ext cx="3158617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4460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S12_23 · Arial 20 · W 305.38 · k−0</a:t>
            </a:r>
            <a:endParaRPr lang="en-US" sz="900" dirty="0"/>
          </a:p>
        </p:txBody>
      </p:sp>
      <p:sp>
        <p:nvSpPr>
          <p:cNvPr id="25" name="S12_23_Arial_20_W305.38"/>
          <p:cNvSpPr/>
          <p:nvPr/>
        </p:nvSpPr>
        <p:spPr>
          <a:xfrm>
            <a:off x="12446000" y="1752600"/>
            <a:ext cx="387832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6309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S12_24 · Arial 20 · W 302.64 · k−1.49</a:t>
            </a:r>
            <a:endParaRPr lang="en-US" sz="900" dirty="0"/>
          </a:p>
        </p:txBody>
      </p:sp>
      <p:sp>
        <p:nvSpPr>
          <p:cNvPr id="27" name="S12_24_Arial_20_W302.64"/>
          <p:cNvSpPr/>
          <p:nvPr/>
        </p:nvSpPr>
        <p:spPr>
          <a:xfrm>
            <a:off x="18630900" y="1752600"/>
            <a:ext cx="3843528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48158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S12_25 · Arial Narrow 20 · W 227.06 · k−1.82</a:t>
            </a:r>
            <a:endParaRPr lang="en-US" sz="900" dirty="0"/>
          </a:p>
        </p:txBody>
      </p:sp>
      <p:sp>
        <p:nvSpPr>
          <p:cNvPr id="29" name="S12_25_ArialNarrow_20_W227.06"/>
          <p:cNvSpPr/>
          <p:nvPr/>
        </p:nvSpPr>
        <p:spPr>
          <a:xfrm>
            <a:off x="24815800" y="1752600"/>
            <a:ext cx="2883662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10007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S12_26 · Arial Narrow 20 · W 204.11 · k−3.89</a:t>
            </a:r>
            <a:endParaRPr lang="en-US" sz="900" dirty="0"/>
          </a:p>
        </p:txBody>
      </p:sp>
      <p:sp>
        <p:nvSpPr>
          <p:cNvPr id="31" name="S12_26_ArialNarrow_20_W204.11"/>
          <p:cNvSpPr/>
          <p:nvPr/>
        </p:nvSpPr>
        <p:spPr>
          <a:xfrm>
            <a:off x="31000700" y="1752600"/>
            <a:ext cx="2592197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1856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S12_27 · Arial Narrow 20 · W 250.88 · k−0</a:t>
            </a:r>
            <a:endParaRPr lang="en-US" sz="900" dirty="0"/>
          </a:p>
        </p:txBody>
      </p:sp>
      <p:sp>
        <p:nvSpPr>
          <p:cNvPr id="33" name="S12_27_ArialNarrow_20_W250.88"/>
          <p:cNvSpPr/>
          <p:nvPr/>
        </p:nvSpPr>
        <p:spPr>
          <a:xfrm>
            <a:off x="37185600" y="1752600"/>
            <a:ext cx="318617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3370500" y="1587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S12_28 · Arial Narrow 20 · W 248.67 · k−1.21</a:t>
            </a:r>
            <a:endParaRPr lang="en-US" sz="900" dirty="0"/>
          </a:p>
        </p:txBody>
      </p:sp>
      <p:sp>
        <p:nvSpPr>
          <p:cNvPr id="35" name="S12_28_ArialNarrow_20_W248.67"/>
          <p:cNvSpPr/>
          <p:nvPr/>
        </p:nvSpPr>
        <p:spPr>
          <a:xfrm>
            <a:off x="43370500" y="1752600"/>
            <a:ext cx="3158109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2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S12_31 · Times New Roman 20 · W 242.74 · k−1.76</a:t>
            </a:r>
            <a:endParaRPr lang="en-US" sz="900" dirty="0"/>
          </a:p>
        </p:txBody>
      </p:sp>
      <p:sp>
        <p:nvSpPr>
          <p:cNvPr id="37" name="S12_31_TimesNewRoman_20_W242.74"/>
          <p:cNvSpPr/>
          <p:nvPr/>
        </p:nvSpPr>
        <p:spPr>
          <a:xfrm>
            <a:off x="76200" y="2654300"/>
            <a:ext cx="3082798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2611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S12_32 · Times New Roman 20 · W 232.84 · k−6.54</a:t>
            </a:r>
            <a:endParaRPr lang="en-US" sz="900" dirty="0"/>
          </a:p>
        </p:txBody>
      </p:sp>
      <p:sp>
        <p:nvSpPr>
          <p:cNvPr id="39" name="S12_32_TimesNewRoman_20_W232.84"/>
          <p:cNvSpPr/>
          <p:nvPr/>
        </p:nvSpPr>
        <p:spPr>
          <a:xfrm>
            <a:off x="6261100" y="2654300"/>
            <a:ext cx="2957068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24460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S12_33 · Times New Roman 20 · W 276.63 · k−0</a:t>
            </a:r>
            <a:endParaRPr lang="en-US" sz="900" dirty="0"/>
          </a:p>
        </p:txBody>
      </p:sp>
      <p:sp>
        <p:nvSpPr>
          <p:cNvPr id="41" name="S12_33_TimesNewRoman_20_W276.63"/>
          <p:cNvSpPr/>
          <p:nvPr/>
        </p:nvSpPr>
        <p:spPr>
          <a:xfrm>
            <a:off x="12446000" y="2654300"/>
            <a:ext cx="3513201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86309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S12_34 · Times New Roman 20 · W 291.55 · k−2.58</a:t>
            </a:r>
            <a:endParaRPr lang="en-US" sz="900" dirty="0"/>
          </a:p>
        </p:txBody>
      </p:sp>
      <p:sp>
        <p:nvSpPr>
          <p:cNvPr id="43" name="S12_34_TimesNewRoman_20_W291.55"/>
          <p:cNvSpPr/>
          <p:nvPr/>
        </p:nvSpPr>
        <p:spPr>
          <a:xfrm>
            <a:off x="18630900" y="2654300"/>
            <a:ext cx="3702685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248158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S12_35 · Georgia 20 · W 269.13 · k−0</a:t>
            </a:r>
            <a:endParaRPr lang="en-US" sz="900" dirty="0"/>
          </a:p>
        </p:txBody>
      </p:sp>
      <p:sp>
        <p:nvSpPr>
          <p:cNvPr id="45" name="S12_35_Georgia_20_W269.13"/>
          <p:cNvSpPr/>
          <p:nvPr/>
        </p:nvSpPr>
        <p:spPr>
          <a:xfrm>
            <a:off x="24815800" y="2654300"/>
            <a:ext cx="3417951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10007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S12_36 · Georgia 20 · W 247.25 · k−0</a:t>
            </a:r>
            <a:endParaRPr lang="en-US" sz="900" dirty="0"/>
          </a:p>
        </p:txBody>
      </p:sp>
      <p:sp>
        <p:nvSpPr>
          <p:cNvPr id="47" name="S12_36_Georgia_20_W247.25"/>
          <p:cNvSpPr/>
          <p:nvPr/>
        </p:nvSpPr>
        <p:spPr>
          <a:xfrm>
            <a:off x="31000700" y="2654300"/>
            <a:ext cx="31400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371856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S12_37 · Georgia 20 · W 296.88 · k−0</a:t>
            </a:r>
            <a:endParaRPr lang="en-US" sz="900" dirty="0"/>
          </a:p>
        </p:txBody>
      </p:sp>
      <p:sp>
        <p:nvSpPr>
          <p:cNvPr id="49" name="S12_37_Georgia_20_W296.88"/>
          <p:cNvSpPr/>
          <p:nvPr/>
        </p:nvSpPr>
        <p:spPr>
          <a:xfrm>
            <a:off x="37185600" y="2654300"/>
            <a:ext cx="377037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43370500" y="248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S12_38 · Georgia 20 · W 299.5 · k−0</a:t>
            </a:r>
            <a:endParaRPr lang="en-US" sz="900" dirty="0"/>
          </a:p>
        </p:txBody>
      </p:sp>
      <p:sp>
        <p:nvSpPr>
          <p:cNvPr id="51" name="S12_38_Georgia_20_W299.5"/>
          <p:cNvSpPr/>
          <p:nvPr/>
        </p:nvSpPr>
        <p:spPr>
          <a:xfrm>
            <a:off x="43370500" y="2654300"/>
            <a:ext cx="380365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62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S12_41 · Calibri 20 · W 247.45 · k−2.93</a:t>
            </a:r>
            <a:endParaRPr lang="en-US" sz="900" dirty="0"/>
          </a:p>
        </p:txBody>
      </p:sp>
      <p:sp>
        <p:nvSpPr>
          <p:cNvPr id="53" name="S12_41_Calibri_20_W247.45"/>
          <p:cNvSpPr/>
          <p:nvPr/>
        </p:nvSpPr>
        <p:spPr>
          <a:xfrm>
            <a:off x="76200" y="3556000"/>
            <a:ext cx="3142615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2611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S12_42 · Calibri 20 · W 219.3 · k−5.2</a:t>
            </a:r>
            <a:endParaRPr lang="en-US" sz="900" dirty="0"/>
          </a:p>
        </p:txBody>
      </p:sp>
      <p:sp>
        <p:nvSpPr>
          <p:cNvPr id="55" name="S12_42_Calibri_20_W219.3"/>
          <p:cNvSpPr/>
          <p:nvPr/>
        </p:nvSpPr>
        <p:spPr>
          <a:xfrm>
            <a:off x="6261100" y="3556000"/>
            <a:ext cx="2785110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124460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S12_43 · Calibri 20 · W 268.11 · k−1.14</a:t>
            </a:r>
            <a:endParaRPr lang="en-US" sz="900" dirty="0"/>
          </a:p>
        </p:txBody>
      </p:sp>
      <p:sp>
        <p:nvSpPr>
          <p:cNvPr id="57" name="S12_43_Calibri_20_W268.11"/>
          <p:cNvSpPr/>
          <p:nvPr/>
        </p:nvSpPr>
        <p:spPr>
          <a:xfrm>
            <a:off x="12446000" y="3556000"/>
            <a:ext cx="3404997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86309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S12_44 · Calibri 20 · W 263.05 · k−2.33</a:t>
            </a:r>
            <a:endParaRPr lang="en-US" sz="900" dirty="0"/>
          </a:p>
        </p:txBody>
      </p:sp>
      <p:sp>
        <p:nvSpPr>
          <p:cNvPr id="59" name="S12_44_Calibri_20_W263.05"/>
          <p:cNvSpPr/>
          <p:nvPr/>
        </p:nvSpPr>
        <p:spPr>
          <a:xfrm>
            <a:off x="18630900" y="3556000"/>
            <a:ext cx="3340735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248158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S12_45 · Verdana 20 · W 312.02 · k−2.73</a:t>
            </a:r>
            <a:endParaRPr lang="en-US" sz="900" dirty="0"/>
          </a:p>
        </p:txBody>
      </p:sp>
      <p:sp>
        <p:nvSpPr>
          <p:cNvPr id="61" name="S12_45_Verdana_20_W312.02"/>
          <p:cNvSpPr/>
          <p:nvPr/>
        </p:nvSpPr>
        <p:spPr>
          <a:xfrm>
            <a:off x="24815800" y="3556000"/>
            <a:ext cx="3962654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310007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S12_46 · Verdana 20 · W 272.04 · k−6.21</a:t>
            </a:r>
            <a:endParaRPr lang="en-US" sz="900" dirty="0"/>
          </a:p>
        </p:txBody>
      </p:sp>
      <p:sp>
        <p:nvSpPr>
          <p:cNvPr id="63" name="S12_46_Verdana_20_W272.04"/>
          <p:cNvSpPr/>
          <p:nvPr/>
        </p:nvSpPr>
        <p:spPr>
          <a:xfrm>
            <a:off x="31000700" y="3556000"/>
            <a:ext cx="3454908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71856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S12_47 · Verdana 20 · W 344.21 · k−0.67</a:t>
            </a:r>
            <a:endParaRPr lang="en-US" sz="900" dirty="0"/>
          </a:p>
        </p:txBody>
      </p:sp>
      <p:sp>
        <p:nvSpPr>
          <p:cNvPr id="65" name="S12_47_Verdana_20_W344.21"/>
          <p:cNvSpPr/>
          <p:nvPr/>
        </p:nvSpPr>
        <p:spPr>
          <a:xfrm>
            <a:off x="37185600" y="3556000"/>
            <a:ext cx="4371467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43370500" y="3390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S12_48 · Verdana 20 · W 345.3 · k−1.45</a:t>
            </a:r>
            <a:endParaRPr lang="en-US" sz="900" dirty="0"/>
          </a:p>
        </p:txBody>
      </p:sp>
      <p:sp>
        <p:nvSpPr>
          <p:cNvPr id="67" name="S12_48_Verdana_20_W345.3"/>
          <p:cNvSpPr/>
          <p:nvPr/>
        </p:nvSpPr>
        <p:spPr>
          <a:xfrm>
            <a:off x="43370500" y="3556000"/>
            <a:ext cx="4385310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62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S12_51 · Tahoma 20 · W 273.23 · k−2.9</a:t>
            </a:r>
            <a:endParaRPr lang="en-US" sz="900" dirty="0"/>
          </a:p>
        </p:txBody>
      </p:sp>
      <p:sp>
        <p:nvSpPr>
          <p:cNvPr id="69" name="S12_51_Tahoma_20_W273.23"/>
          <p:cNvSpPr/>
          <p:nvPr/>
        </p:nvSpPr>
        <p:spPr>
          <a:xfrm>
            <a:off x="76200" y="4457700"/>
            <a:ext cx="3470021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62611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S12_52 · Tahoma 20 · W 241.25 · k−5.63</a:t>
            </a:r>
            <a:endParaRPr lang="en-US" sz="900" dirty="0"/>
          </a:p>
        </p:txBody>
      </p:sp>
      <p:sp>
        <p:nvSpPr>
          <p:cNvPr id="71" name="S12_52_Tahoma_20_W241.25"/>
          <p:cNvSpPr/>
          <p:nvPr/>
        </p:nvSpPr>
        <p:spPr>
          <a:xfrm>
            <a:off x="6261100" y="4457700"/>
            <a:ext cx="3063875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24460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S12_53 · Tahoma 20 · W 303.46 · k−0.42</a:t>
            </a:r>
            <a:endParaRPr lang="en-US" sz="900" dirty="0"/>
          </a:p>
        </p:txBody>
      </p:sp>
      <p:sp>
        <p:nvSpPr>
          <p:cNvPr id="73" name="S12_53_Tahoma_20_W303.46"/>
          <p:cNvSpPr/>
          <p:nvPr/>
        </p:nvSpPr>
        <p:spPr>
          <a:xfrm>
            <a:off x="12446000" y="4457700"/>
            <a:ext cx="3853942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186309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S12_54 · Tahoma 20 · W 300.55 · k−1.45</a:t>
            </a:r>
            <a:endParaRPr lang="en-US" sz="900" dirty="0"/>
          </a:p>
        </p:txBody>
      </p:sp>
      <p:sp>
        <p:nvSpPr>
          <p:cNvPr id="75" name="S12_54_Tahoma_20_W300.55"/>
          <p:cNvSpPr/>
          <p:nvPr/>
        </p:nvSpPr>
        <p:spPr>
          <a:xfrm>
            <a:off x="18630900" y="4457700"/>
            <a:ext cx="3816985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48158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S12_55 · Trebuchet MS 20 · W 277.01 · k−2.49</a:t>
            </a:r>
            <a:endParaRPr lang="en-US" sz="900" dirty="0"/>
          </a:p>
        </p:txBody>
      </p:sp>
      <p:sp>
        <p:nvSpPr>
          <p:cNvPr id="77" name="S12_55_TrebuchetMS_20_W277.01"/>
          <p:cNvSpPr/>
          <p:nvPr/>
        </p:nvSpPr>
        <p:spPr>
          <a:xfrm>
            <a:off x="24815800" y="4457700"/>
            <a:ext cx="3518027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310007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S12_56 · Trebuchet MS 20 · W 241.71 · k−9.17</a:t>
            </a:r>
            <a:endParaRPr lang="en-US" sz="900" dirty="0"/>
          </a:p>
        </p:txBody>
      </p:sp>
      <p:sp>
        <p:nvSpPr>
          <p:cNvPr id="79" name="S12_56_TrebuchetMS_20_W241.71"/>
          <p:cNvSpPr/>
          <p:nvPr/>
        </p:nvSpPr>
        <p:spPr>
          <a:xfrm>
            <a:off x="31000700" y="4457700"/>
            <a:ext cx="3069717" cy="304800"/>
          </a:xfrm>
          <a:prstGeom prst="rect">
            <a:avLst/>
          </a:prstGeom>
          <a:noFill/>
          <a:ln w="2010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371856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S12_57 · Trebuchet MS 20 · W 294.44 · k−0.81</a:t>
            </a:r>
            <a:endParaRPr lang="en-US" sz="900" dirty="0"/>
          </a:p>
        </p:txBody>
      </p:sp>
      <p:sp>
        <p:nvSpPr>
          <p:cNvPr id="81" name="S12_57_TrebuchetMS_20_W294.44"/>
          <p:cNvSpPr/>
          <p:nvPr/>
        </p:nvSpPr>
        <p:spPr>
          <a:xfrm>
            <a:off x="37185600" y="4457700"/>
            <a:ext cx="3739388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43370500" y="429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S12_58 · Trebuchet MS 20 · W 295.12 · k−1.76</a:t>
            </a:r>
            <a:endParaRPr lang="en-US" sz="900" dirty="0"/>
          </a:p>
        </p:txBody>
      </p:sp>
      <p:sp>
        <p:nvSpPr>
          <p:cNvPr id="83" name="S12_58_TrebuchetMS_20_W295.12"/>
          <p:cNvSpPr/>
          <p:nvPr/>
        </p:nvSpPr>
        <p:spPr>
          <a:xfrm>
            <a:off x="43370500" y="4457700"/>
            <a:ext cx="3748024" cy="304800"/>
          </a:xfrm>
          <a:prstGeom prst="rect">
            <a:avLst/>
          </a:prstGeom>
          <a:noFill/>
          <a:ln w="2010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762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S12_61 · Comic Sans MS 20 · W 289.25 · k−0</a:t>
            </a:r>
            <a:endParaRPr lang="en-US" sz="900" dirty="0"/>
          </a:p>
        </p:txBody>
      </p:sp>
      <p:sp>
        <p:nvSpPr>
          <p:cNvPr id="85" name="S12_61_ComicSansMS_20_W289.25"/>
          <p:cNvSpPr/>
          <p:nvPr/>
        </p:nvSpPr>
        <p:spPr>
          <a:xfrm>
            <a:off x="76200" y="5359400"/>
            <a:ext cx="36734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62611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S12_62 · Comic Sans MS 20 · W 254.5 · k−0</a:t>
            </a:r>
            <a:endParaRPr lang="en-US" sz="900" dirty="0"/>
          </a:p>
        </p:txBody>
      </p:sp>
      <p:sp>
        <p:nvSpPr>
          <p:cNvPr id="87" name="S12_62_ComicSansMS_20_W254.5"/>
          <p:cNvSpPr/>
          <p:nvPr/>
        </p:nvSpPr>
        <p:spPr>
          <a:xfrm>
            <a:off x="6261100" y="5359400"/>
            <a:ext cx="323215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124460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S12_63 · Comic Sans MS 20 · W 295.38 · k−0</a:t>
            </a:r>
            <a:endParaRPr lang="en-US" sz="900" dirty="0"/>
          </a:p>
        </p:txBody>
      </p:sp>
      <p:sp>
        <p:nvSpPr>
          <p:cNvPr id="89" name="S12_63_ComicSansMS_20_W295.38"/>
          <p:cNvSpPr/>
          <p:nvPr/>
        </p:nvSpPr>
        <p:spPr>
          <a:xfrm>
            <a:off x="12446000" y="5359400"/>
            <a:ext cx="3751326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186309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S12_64 · Comic Sans MS 20 · W 321.25 · k−0</a:t>
            </a:r>
            <a:endParaRPr lang="en-US" sz="900" dirty="0"/>
          </a:p>
        </p:txBody>
      </p:sp>
      <p:sp>
        <p:nvSpPr>
          <p:cNvPr id="91" name="S12_64_ComicSansMS_20_W321.25"/>
          <p:cNvSpPr/>
          <p:nvPr/>
        </p:nvSpPr>
        <p:spPr>
          <a:xfrm>
            <a:off x="18630900" y="5359400"/>
            <a:ext cx="4079875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248158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S12_65 · Courier New 20 · W 361 · k−0</a:t>
            </a:r>
            <a:endParaRPr lang="en-US" sz="900" dirty="0"/>
          </a:p>
        </p:txBody>
      </p:sp>
      <p:sp>
        <p:nvSpPr>
          <p:cNvPr id="93" name="S12_65_CourierNew_20_W361"/>
          <p:cNvSpPr/>
          <p:nvPr/>
        </p:nvSpPr>
        <p:spPr>
          <a:xfrm>
            <a:off x="24815800" y="5359400"/>
            <a:ext cx="4584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310007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S12_66 · Courier New 20 · W 313 · k−0</a:t>
            </a:r>
            <a:endParaRPr lang="en-US" sz="900" dirty="0"/>
          </a:p>
        </p:txBody>
      </p:sp>
      <p:sp>
        <p:nvSpPr>
          <p:cNvPr id="95" name="S12_66_CourierNew_20_W313"/>
          <p:cNvSpPr/>
          <p:nvPr/>
        </p:nvSpPr>
        <p:spPr>
          <a:xfrm>
            <a:off x="31000700" y="5359400"/>
            <a:ext cx="39751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371856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S12_67 · Courier New 20 · W 373 · k−0</a:t>
            </a:r>
            <a:endParaRPr lang="en-US" sz="900" dirty="0"/>
          </a:p>
        </p:txBody>
      </p:sp>
      <p:sp>
        <p:nvSpPr>
          <p:cNvPr id="97" name="S12_67_CourierNew_20_W373"/>
          <p:cNvSpPr/>
          <p:nvPr/>
        </p:nvSpPr>
        <p:spPr>
          <a:xfrm>
            <a:off x="37185600" y="5359400"/>
            <a:ext cx="47371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2000" dirty="0"/>
          </a:p>
        </p:txBody>
      </p:sp>
      <p:sp>
        <p:nvSpPr>
          <p:cNvPr id="98" name="Text 96"/>
          <p:cNvSpPr/>
          <p:nvPr/>
        </p:nvSpPr>
        <p:spPr>
          <a:xfrm>
            <a:off x="43370500" y="519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S12_68 · Courier New 20 · W 397 · k−0</a:t>
            </a:r>
            <a:endParaRPr lang="en-US" sz="900" dirty="0"/>
          </a:p>
        </p:txBody>
      </p:sp>
      <p:sp>
        <p:nvSpPr>
          <p:cNvPr id="99" name="S12_68_CourierNew_20_W397"/>
          <p:cNvSpPr/>
          <p:nvPr/>
        </p:nvSpPr>
        <p:spPr>
          <a:xfrm>
            <a:off x="43370500" y="5359400"/>
            <a:ext cx="50419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2000" dirty="0"/>
          </a:p>
        </p:txBody>
      </p:sp>
      <p:sp>
        <p:nvSpPr>
          <p:cNvPr id="100" name="Text 98"/>
          <p:cNvSpPr/>
          <p:nvPr/>
        </p:nvSpPr>
        <p:spPr>
          <a:xfrm>
            <a:off x="76200" y="60960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 regular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62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S13_11 · Roboto 24 · W 59.5 · k−0</a:t>
            </a:r>
            <a:endParaRPr lang="en-US" sz="980" dirty="0"/>
          </a:p>
        </p:txBody>
      </p:sp>
      <p:sp>
        <p:nvSpPr>
          <p:cNvPr id="102" name="S13_11_Roboto_24_W59.5"/>
          <p:cNvSpPr/>
          <p:nvPr/>
        </p:nvSpPr>
        <p:spPr>
          <a:xfrm>
            <a:off x="76200" y="6515100"/>
            <a:ext cx="75565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2400" dirty="0"/>
          </a:p>
        </p:txBody>
      </p:sp>
      <p:sp>
        <p:nvSpPr>
          <p:cNvPr id="103" name="Text 101"/>
          <p:cNvSpPr/>
          <p:nvPr/>
        </p:nvSpPr>
        <p:spPr>
          <a:xfrm>
            <a:off x="62611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S13_12 · Roboto 24 · W 94.75 · k−0</a:t>
            </a:r>
            <a:endParaRPr lang="en-US" sz="980" dirty="0"/>
          </a:p>
        </p:txBody>
      </p:sp>
      <p:sp>
        <p:nvSpPr>
          <p:cNvPr id="104" name="S13_12_Roboto_24_W94.75"/>
          <p:cNvSpPr/>
          <p:nvPr/>
        </p:nvSpPr>
        <p:spPr>
          <a:xfrm>
            <a:off x="6261100" y="6515100"/>
            <a:ext cx="1203325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05" name="Text 103"/>
          <p:cNvSpPr/>
          <p:nvPr/>
        </p:nvSpPr>
        <p:spPr>
          <a:xfrm>
            <a:off x="124460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S13_13 · Roboto 24 · W 191.13 · k−0</a:t>
            </a:r>
            <a:endParaRPr lang="en-US" sz="980" dirty="0"/>
          </a:p>
        </p:txBody>
      </p:sp>
      <p:sp>
        <p:nvSpPr>
          <p:cNvPr id="106" name="S13_13_Roboto_24_W191.13"/>
          <p:cNvSpPr/>
          <p:nvPr/>
        </p:nvSpPr>
        <p:spPr>
          <a:xfrm>
            <a:off x="12446000" y="6515100"/>
            <a:ext cx="2427351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186309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S13_14 · Roboto 24 · W 136.38 · k−0</a:t>
            </a:r>
            <a:endParaRPr lang="en-US" sz="980" dirty="0"/>
          </a:p>
        </p:txBody>
      </p:sp>
      <p:sp>
        <p:nvSpPr>
          <p:cNvPr id="108" name="S13_14_Roboto_24_W136.38"/>
          <p:cNvSpPr/>
          <p:nvPr/>
        </p:nvSpPr>
        <p:spPr>
          <a:xfrm>
            <a:off x="18630900" y="6515100"/>
            <a:ext cx="173202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09" name="Text 107"/>
          <p:cNvSpPr/>
          <p:nvPr/>
        </p:nvSpPr>
        <p:spPr>
          <a:xfrm>
            <a:off x="248158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S13_15 · Inter 24 · W 64.63 · k−0</a:t>
            </a:r>
            <a:endParaRPr lang="en-US" sz="980" dirty="0"/>
          </a:p>
        </p:txBody>
      </p:sp>
      <p:sp>
        <p:nvSpPr>
          <p:cNvPr id="110" name="S13_15_Inter_24_W64.63"/>
          <p:cNvSpPr/>
          <p:nvPr/>
        </p:nvSpPr>
        <p:spPr>
          <a:xfrm>
            <a:off x="24815800" y="6515100"/>
            <a:ext cx="820801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2400" dirty="0"/>
          </a:p>
        </p:txBody>
      </p:sp>
      <p:sp>
        <p:nvSpPr>
          <p:cNvPr id="111" name="Text 109"/>
          <p:cNvSpPr/>
          <p:nvPr/>
        </p:nvSpPr>
        <p:spPr>
          <a:xfrm>
            <a:off x="310007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S13_16 · Inter 24 · W 104.38 · k−0</a:t>
            </a:r>
            <a:endParaRPr lang="en-US" sz="980" dirty="0"/>
          </a:p>
        </p:txBody>
      </p:sp>
      <p:sp>
        <p:nvSpPr>
          <p:cNvPr id="112" name="S13_16_Inter_24_W104.38"/>
          <p:cNvSpPr/>
          <p:nvPr/>
        </p:nvSpPr>
        <p:spPr>
          <a:xfrm>
            <a:off x="31000700" y="6515100"/>
            <a:ext cx="132562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13" name="Text 111"/>
          <p:cNvSpPr/>
          <p:nvPr/>
        </p:nvSpPr>
        <p:spPr>
          <a:xfrm>
            <a:off x="371856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S13_17 · Inter 24 · W 204.5 · k−0</a:t>
            </a:r>
            <a:endParaRPr lang="en-US" sz="980" dirty="0"/>
          </a:p>
        </p:txBody>
      </p:sp>
      <p:sp>
        <p:nvSpPr>
          <p:cNvPr id="114" name="S13_17_Inter_24_W204.5"/>
          <p:cNvSpPr/>
          <p:nvPr/>
        </p:nvSpPr>
        <p:spPr>
          <a:xfrm>
            <a:off x="37185600" y="6515100"/>
            <a:ext cx="259715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15" name="Text 113"/>
          <p:cNvSpPr/>
          <p:nvPr/>
        </p:nvSpPr>
        <p:spPr>
          <a:xfrm>
            <a:off x="433705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S13_18 · Inter 24 · W 150.38 · k−0</a:t>
            </a:r>
            <a:endParaRPr lang="en-US" sz="980" dirty="0"/>
          </a:p>
        </p:txBody>
      </p:sp>
      <p:sp>
        <p:nvSpPr>
          <p:cNvPr id="116" name="S13_18_Inter_24_W150.38"/>
          <p:cNvSpPr/>
          <p:nvPr/>
        </p:nvSpPr>
        <p:spPr>
          <a:xfrm>
            <a:off x="43370500" y="6515100"/>
            <a:ext cx="190982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17" name="Text 115"/>
          <p:cNvSpPr/>
          <p:nvPr/>
        </p:nvSpPr>
        <p:spPr>
          <a:xfrm>
            <a:off x="762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S13_21 · Arial 24 · W 58.34 · k−2.66</a:t>
            </a:r>
            <a:endParaRPr lang="en-US" sz="980" dirty="0"/>
          </a:p>
        </p:txBody>
      </p:sp>
      <p:sp>
        <p:nvSpPr>
          <p:cNvPr id="118" name="S13_21_Arial_24_W58.34"/>
          <p:cNvSpPr/>
          <p:nvPr/>
        </p:nvSpPr>
        <p:spPr>
          <a:xfrm>
            <a:off x="76200" y="7543800"/>
            <a:ext cx="740918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62611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S13_22 · Arial 24 · W 95.14 · k−3.11</a:t>
            </a:r>
            <a:endParaRPr lang="en-US" sz="980" dirty="0"/>
          </a:p>
        </p:txBody>
      </p:sp>
      <p:sp>
        <p:nvSpPr>
          <p:cNvPr id="120" name="S13_22_Arial_24_W95.14"/>
          <p:cNvSpPr/>
          <p:nvPr/>
        </p:nvSpPr>
        <p:spPr>
          <a:xfrm>
            <a:off x="6261100" y="7543800"/>
            <a:ext cx="1208278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21" name="Text 119"/>
          <p:cNvSpPr/>
          <p:nvPr/>
        </p:nvSpPr>
        <p:spPr>
          <a:xfrm>
            <a:off x="124460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S13_23 · Arial 24 · W 189.72 · k−3.53</a:t>
            </a:r>
            <a:endParaRPr lang="en-US" sz="980" dirty="0"/>
          </a:p>
        </p:txBody>
      </p:sp>
      <p:sp>
        <p:nvSpPr>
          <p:cNvPr id="122" name="S13_23_Arial_24_W189.72"/>
          <p:cNvSpPr/>
          <p:nvPr/>
        </p:nvSpPr>
        <p:spPr>
          <a:xfrm>
            <a:off x="12446000" y="7543800"/>
            <a:ext cx="2409444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23" name="Text 121"/>
          <p:cNvSpPr/>
          <p:nvPr/>
        </p:nvSpPr>
        <p:spPr>
          <a:xfrm>
            <a:off x="186309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S13_24 · Arial 24 · W 138.36 · k−5.77</a:t>
            </a:r>
            <a:endParaRPr lang="en-US" sz="980" dirty="0"/>
          </a:p>
        </p:txBody>
      </p:sp>
      <p:sp>
        <p:nvSpPr>
          <p:cNvPr id="124" name="S13_24_Arial_24_W138.36"/>
          <p:cNvSpPr/>
          <p:nvPr/>
        </p:nvSpPr>
        <p:spPr>
          <a:xfrm>
            <a:off x="18630900" y="7543800"/>
            <a:ext cx="1757172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25" name="Text 123"/>
          <p:cNvSpPr/>
          <p:nvPr/>
        </p:nvSpPr>
        <p:spPr>
          <a:xfrm>
            <a:off x="248158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S13_25 · Arial Narrow 24 · W 48.2 · k−2.18</a:t>
            </a:r>
            <a:endParaRPr lang="en-US" sz="980" dirty="0"/>
          </a:p>
        </p:txBody>
      </p:sp>
      <p:sp>
        <p:nvSpPr>
          <p:cNvPr id="126" name="S13_25_ArialNarrow_24_W48.2"/>
          <p:cNvSpPr/>
          <p:nvPr/>
        </p:nvSpPr>
        <p:spPr>
          <a:xfrm>
            <a:off x="24815800" y="7543800"/>
            <a:ext cx="612140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2400" dirty="0"/>
          </a:p>
        </p:txBody>
      </p:sp>
      <p:sp>
        <p:nvSpPr>
          <p:cNvPr id="127" name="Text 125"/>
          <p:cNvSpPr/>
          <p:nvPr/>
        </p:nvSpPr>
        <p:spPr>
          <a:xfrm>
            <a:off x="310007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S13_26 · Arial Narrow 24 · W 78.48 · k−2.52</a:t>
            </a:r>
            <a:endParaRPr lang="en-US" sz="980" dirty="0"/>
          </a:p>
        </p:txBody>
      </p:sp>
      <p:sp>
        <p:nvSpPr>
          <p:cNvPr id="128" name="S13_26_ArialNarrow_24_W78.48"/>
          <p:cNvSpPr/>
          <p:nvPr/>
        </p:nvSpPr>
        <p:spPr>
          <a:xfrm>
            <a:off x="31000700" y="7543800"/>
            <a:ext cx="996696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29" name="Text 127"/>
          <p:cNvSpPr/>
          <p:nvPr/>
        </p:nvSpPr>
        <p:spPr>
          <a:xfrm>
            <a:off x="371856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S13_27 · Arial Narrow 24 · W 155.99 · k−2.89</a:t>
            </a:r>
            <a:endParaRPr lang="en-US" sz="980" dirty="0"/>
          </a:p>
        </p:txBody>
      </p:sp>
      <p:sp>
        <p:nvSpPr>
          <p:cNvPr id="130" name="S13_27_ArialNarrow_24_W155.99"/>
          <p:cNvSpPr/>
          <p:nvPr/>
        </p:nvSpPr>
        <p:spPr>
          <a:xfrm>
            <a:off x="37185600" y="7543800"/>
            <a:ext cx="1981073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31" name="Text 129"/>
          <p:cNvSpPr/>
          <p:nvPr/>
        </p:nvSpPr>
        <p:spPr>
          <a:xfrm>
            <a:off x="43370500" y="7378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S13_28 · Arial Narrow 24 · W 114.05 · k−4.7</a:t>
            </a:r>
            <a:endParaRPr lang="en-US" sz="980" dirty="0"/>
          </a:p>
        </p:txBody>
      </p:sp>
      <p:sp>
        <p:nvSpPr>
          <p:cNvPr id="132" name="S13_28_ArialNarrow_24_W114.05"/>
          <p:cNvSpPr/>
          <p:nvPr/>
        </p:nvSpPr>
        <p:spPr>
          <a:xfrm>
            <a:off x="43370500" y="7543800"/>
            <a:ext cx="1448435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33" name="Text 131"/>
          <p:cNvSpPr/>
          <p:nvPr/>
        </p:nvSpPr>
        <p:spPr>
          <a:xfrm>
            <a:off x="762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S13_31 · Times New Roman 24 · W 54.57 · k−1.68</a:t>
            </a:r>
            <a:endParaRPr lang="en-US" sz="980" dirty="0"/>
          </a:p>
        </p:txBody>
      </p:sp>
      <p:sp>
        <p:nvSpPr>
          <p:cNvPr id="134" name="S13_31_TimesNewRoman_24_W54.57"/>
          <p:cNvSpPr/>
          <p:nvPr/>
        </p:nvSpPr>
        <p:spPr>
          <a:xfrm>
            <a:off x="76200" y="8572500"/>
            <a:ext cx="693039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2400" dirty="0"/>
          </a:p>
        </p:txBody>
      </p:sp>
      <p:sp>
        <p:nvSpPr>
          <p:cNvPr id="135" name="Text 133"/>
          <p:cNvSpPr/>
          <p:nvPr/>
        </p:nvSpPr>
        <p:spPr>
          <a:xfrm>
            <a:off x="62611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S13_32 · Times New Roman 24 · W 93.61 · k−4.77</a:t>
            </a:r>
            <a:endParaRPr lang="en-US" sz="980" dirty="0"/>
          </a:p>
        </p:txBody>
      </p:sp>
      <p:sp>
        <p:nvSpPr>
          <p:cNvPr id="136" name="S13_32_TimesNewRoman_24_W93.61"/>
          <p:cNvSpPr/>
          <p:nvPr/>
        </p:nvSpPr>
        <p:spPr>
          <a:xfrm>
            <a:off x="6261100" y="8572500"/>
            <a:ext cx="1188847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37" name="Text 135"/>
          <p:cNvSpPr/>
          <p:nvPr/>
        </p:nvSpPr>
        <p:spPr>
          <a:xfrm>
            <a:off x="124460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S13_33 · Times New Roman 24 · W 175.55 · k−4.08</a:t>
            </a:r>
            <a:endParaRPr lang="en-US" sz="980" dirty="0"/>
          </a:p>
        </p:txBody>
      </p:sp>
      <p:sp>
        <p:nvSpPr>
          <p:cNvPr id="138" name="S13_33_TimesNewRoman_24_W175.55"/>
          <p:cNvSpPr/>
          <p:nvPr/>
        </p:nvSpPr>
        <p:spPr>
          <a:xfrm>
            <a:off x="12446000" y="8572500"/>
            <a:ext cx="2229485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39" name="Text 137"/>
          <p:cNvSpPr/>
          <p:nvPr/>
        </p:nvSpPr>
        <p:spPr>
          <a:xfrm>
            <a:off x="186309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S13_34 · Times New Roman 24 · W 137.3 · k−6.45</a:t>
            </a:r>
            <a:endParaRPr lang="en-US" sz="980" dirty="0"/>
          </a:p>
        </p:txBody>
      </p:sp>
      <p:sp>
        <p:nvSpPr>
          <p:cNvPr id="140" name="S13_34_TimesNewRoman_24_W137.3"/>
          <p:cNvSpPr/>
          <p:nvPr/>
        </p:nvSpPr>
        <p:spPr>
          <a:xfrm>
            <a:off x="18630900" y="8572500"/>
            <a:ext cx="1743710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41" name="Text 139"/>
          <p:cNvSpPr/>
          <p:nvPr/>
        </p:nvSpPr>
        <p:spPr>
          <a:xfrm>
            <a:off x="248158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S13_35 · Georgia 24 · W 58.63 · k−0</a:t>
            </a:r>
            <a:endParaRPr lang="en-US" sz="980" dirty="0"/>
          </a:p>
        </p:txBody>
      </p:sp>
      <p:sp>
        <p:nvSpPr>
          <p:cNvPr id="142" name="S13_35_Georgia_24_W58.63"/>
          <p:cNvSpPr/>
          <p:nvPr/>
        </p:nvSpPr>
        <p:spPr>
          <a:xfrm>
            <a:off x="24815800" y="8572500"/>
            <a:ext cx="744601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2400" dirty="0"/>
          </a:p>
        </p:txBody>
      </p:sp>
      <p:sp>
        <p:nvSpPr>
          <p:cNvPr id="143" name="Text 141"/>
          <p:cNvSpPr/>
          <p:nvPr/>
        </p:nvSpPr>
        <p:spPr>
          <a:xfrm>
            <a:off x="310007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S13_36 · Georgia 24 · W 96.25 · k−0</a:t>
            </a:r>
            <a:endParaRPr lang="en-US" sz="980" dirty="0"/>
          </a:p>
        </p:txBody>
      </p:sp>
      <p:sp>
        <p:nvSpPr>
          <p:cNvPr id="144" name="S13_36_Georgia_24_W96.25"/>
          <p:cNvSpPr/>
          <p:nvPr/>
        </p:nvSpPr>
        <p:spPr>
          <a:xfrm>
            <a:off x="31000700" y="8572500"/>
            <a:ext cx="1222375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45" name="Text 143"/>
          <p:cNvSpPr/>
          <p:nvPr/>
        </p:nvSpPr>
        <p:spPr>
          <a:xfrm>
            <a:off x="371856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S13_37 · Georgia 24 · W 187.63 · k−0</a:t>
            </a:r>
            <a:endParaRPr lang="en-US" sz="980" dirty="0"/>
          </a:p>
        </p:txBody>
      </p:sp>
      <p:sp>
        <p:nvSpPr>
          <p:cNvPr id="146" name="S13_37_Georgia_24_W187.63"/>
          <p:cNvSpPr/>
          <p:nvPr/>
        </p:nvSpPr>
        <p:spPr>
          <a:xfrm>
            <a:off x="37185600" y="8572500"/>
            <a:ext cx="2382901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47" name="Text 145"/>
          <p:cNvSpPr/>
          <p:nvPr/>
        </p:nvSpPr>
        <p:spPr>
          <a:xfrm>
            <a:off x="43370500" y="840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S13_38 · Georgia 24 · W 142.25 · k−0</a:t>
            </a:r>
            <a:endParaRPr lang="en-US" sz="980" dirty="0"/>
          </a:p>
        </p:txBody>
      </p:sp>
      <p:sp>
        <p:nvSpPr>
          <p:cNvPr id="148" name="S13_38_Georgia_24_W142.25"/>
          <p:cNvSpPr/>
          <p:nvPr/>
        </p:nvSpPr>
        <p:spPr>
          <a:xfrm>
            <a:off x="43370500" y="8572500"/>
            <a:ext cx="1806575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49" name="Text 147"/>
          <p:cNvSpPr/>
          <p:nvPr/>
        </p:nvSpPr>
        <p:spPr>
          <a:xfrm>
            <a:off x="762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S13_41 · Calibri 24 · W 50.97 · k−2.16</a:t>
            </a:r>
            <a:endParaRPr lang="en-US" sz="980" dirty="0"/>
          </a:p>
        </p:txBody>
      </p:sp>
      <p:sp>
        <p:nvSpPr>
          <p:cNvPr id="150" name="S13_41_Calibri_24_W50.97"/>
          <p:cNvSpPr/>
          <p:nvPr/>
        </p:nvSpPr>
        <p:spPr>
          <a:xfrm>
            <a:off x="76200" y="9601200"/>
            <a:ext cx="647319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2400" dirty="0"/>
          </a:p>
        </p:txBody>
      </p:sp>
      <p:sp>
        <p:nvSpPr>
          <p:cNvPr id="151" name="Text 149"/>
          <p:cNvSpPr/>
          <p:nvPr/>
        </p:nvSpPr>
        <p:spPr>
          <a:xfrm>
            <a:off x="62611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S13_42 · Calibri 24 · W 82.96 · k−2.42</a:t>
            </a:r>
            <a:endParaRPr lang="en-US" sz="980" dirty="0"/>
          </a:p>
        </p:txBody>
      </p:sp>
      <p:sp>
        <p:nvSpPr>
          <p:cNvPr id="152" name="S13_42_Calibri_24_W82.96"/>
          <p:cNvSpPr/>
          <p:nvPr/>
        </p:nvSpPr>
        <p:spPr>
          <a:xfrm>
            <a:off x="6261100" y="9601200"/>
            <a:ext cx="1053592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53" name="Text 151"/>
          <p:cNvSpPr/>
          <p:nvPr/>
        </p:nvSpPr>
        <p:spPr>
          <a:xfrm>
            <a:off x="124460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S13_43 · Calibri 24 · W 167.44 · k−3.94</a:t>
            </a:r>
            <a:endParaRPr lang="en-US" sz="980" dirty="0"/>
          </a:p>
        </p:txBody>
      </p:sp>
      <p:sp>
        <p:nvSpPr>
          <p:cNvPr id="154" name="S13_43_Calibri_24_W167.44"/>
          <p:cNvSpPr/>
          <p:nvPr/>
        </p:nvSpPr>
        <p:spPr>
          <a:xfrm>
            <a:off x="12446000" y="9601200"/>
            <a:ext cx="2126488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55" name="Text 153"/>
          <p:cNvSpPr/>
          <p:nvPr/>
        </p:nvSpPr>
        <p:spPr>
          <a:xfrm>
            <a:off x="186309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S13_44 · Calibri 24 · W 120.24 · k−4.01</a:t>
            </a:r>
            <a:endParaRPr lang="en-US" sz="980" dirty="0"/>
          </a:p>
        </p:txBody>
      </p:sp>
      <p:sp>
        <p:nvSpPr>
          <p:cNvPr id="156" name="S13_44_Calibri_24_W120.24"/>
          <p:cNvSpPr/>
          <p:nvPr/>
        </p:nvSpPr>
        <p:spPr>
          <a:xfrm>
            <a:off x="18630900" y="9601200"/>
            <a:ext cx="1527048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57" name="Text 155"/>
          <p:cNvSpPr/>
          <p:nvPr/>
        </p:nvSpPr>
        <p:spPr>
          <a:xfrm>
            <a:off x="248158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S13_45 · Verdana 24 · W 64.48 · k−3.02</a:t>
            </a:r>
            <a:endParaRPr lang="en-US" sz="980" dirty="0"/>
          </a:p>
        </p:txBody>
      </p:sp>
      <p:sp>
        <p:nvSpPr>
          <p:cNvPr id="158" name="S13_45_Verdana_24_W64.48"/>
          <p:cNvSpPr/>
          <p:nvPr/>
        </p:nvSpPr>
        <p:spPr>
          <a:xfrm>
            <a:off x="24815800" y="9601200"/>
            <a:ext cx="818896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2400" dirty="0"/>
          </a:p>
        </p:txBody>
      </p:sp>
      <p:sp>
        <p:nvSpPr>
          <p:cNvPr id="159" name="Text 157"/>
          <p:cNvSpPr/>
          <p:nvPr/>
        </p:nvSpPr>
        <p:spPr>
          <a:xfrm>
            <a:off x="310007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S13_46 · Verdana 24 · W 105.37 · k−3.26</a:t>
            </a:r>
            <a:endParaRPr lang="en-US" sz="980" dirty="0"/>
          </a:p>
        </p:txBody>
      </p:sp>
      <p:sp>
        <p:nvSpPr>
          <p:cNvPr id="160" name="S13_46_Verdana_24_W105.37"/>
          <p:cNvSpPr/>
          <p:nvPr/>
        </p:nvSpPr>
        <p:spPr>
          <a:xfrm>
            <a:off x="31000700" y="9601200"/>
            <a:ext cx="1338199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61" name="Text 159"/>
          <p:cNvSpPr/>
          <p:nvPr/>
        </p:nvSpPr>
        <p:spPr>
          <a:xfrm>
            <a:off x="371856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S13_47 · Verdana 24 · W 204.92 · k−4.46</a:t>
            </a:r>
            <a:endParaRPr lang="en-US" sz="980" dirty="0"/>
          </a:p>
        </p:txBody>
      </p:sp>
      <p:sp>
        <p:nvSpPr>
          <p:cNvPr id="162" name="S13_47_Verdana_24_W204.92"/>
          <p:cNvSpPr/>
          <p:nvPr/>
        </p:nvSpPr>
        <p:spPr>
          <a:xfrm>
            <a:off x="37185600" y="9601200"/>
            <a:ext cx="2602484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63" name="Text 161"/>
          <p:cNvSpPr/>
          <p:nvPr/>
        </p:nvSpPr>
        <p:spPr>
          <a:xfrm>
            <a:off x="433705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S13_48 · Verdana 24 · W 157.14 · k−5.86</a:t>
            </a:r>
            <a:endParaRPr lang="en-US" sz="980" dirty="0"/>
          </a:p>
        </p:txBody>
      </p:sp>
      <p:sp>
        <p:nvSpPr>
          <p:cNvPr id="164" name="S13_48_Verdana_24_W157.14"/>
          <p:cNvSpPr/>
          <p:nvPr/>
        </p:nvSpPr>
        <p:spPr>
          <a:xfrm>
            <a:off x="43370500" y="9601200"/>
            <a:ext cx="1995678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65" name="Text 163"/>
          <p:cNvSpPr/>
          <p:nvPr/>
        </p:nvSpPr>
        <p:spPr>
          <a:xfrm>
            <a:off x="762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S13_51 · Tahoma 24 · W 57.28 · k−2.85</a:t>
            </a:r>
            <a:endParaRPr lang="en-US" sz="980" dirty="0"/>
          </a:p>
        </p:txBody>
      </p:sp>
      <p:sp>
        <p:nvSpPr>
          <p:cNvPr id="166" name="S13_51_Tahoma_24_W57.28"/>
          <p:cNvSpPr/>
          <p:nvPr/>
        </p:nvSpPr>
        <p:spPr>
          <a:xfrm>
            <a:off x="76200" y="10629900"/>
            <a:ext cx="727456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2400" dirty="0"/>
          </a:p>
        </p:txBody>
      </p:sp>
      <p:sp>
        <p:nvSpPr>
          <p:cNvPr id="167" name="Text 165"/>
          <p:cNvSpPr/>
          <p:nvPr/>
        </p:nvSpPr>
        <p:spPr>
          <a:xfrm>
            <a:off x="62611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S13_52 · Tahoma 24 · W 92.69 · k−3.06</a:t>
            </a:r>
            <a:endParaRPr lang="en-US" sz="980" dirty="0"/>
          </a:p>
        </p:txBody>
      </p:sp>
      <p:sp>
        <p:nvSpPr>
          <p:cNvPr id="168" name="S13_52_Tahoma_24_W92.69"/>
          <p:cNvSpPr/>
          <p:nvPr/>
        </p:nvSpPr>
        <p:spPr>
          <a:xfrm>
            <a:off x="6261100" y="10629900"/>
            <a:ext cx="1177163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69" name="Text 167"/>
          <p:cNvSpPr/>
          <p:nvPr/>
        </p:nvSpPr>
        <p:spPr>
          <a:xfrm>
            <a:off x="124460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S13_53 · Tahoma 24 · W 182.98 · k−4.15</a:t>
            </a:r>
            <a:endParaRPr lang="en-US" sz="980" dirty="0"/>
          </a:p>
        </p:txBody>
      </p:sp>
      <p:sp>
        <p:nvSpPr>
          <p:cNvPr id="170" name="S13_53_Tahoma_24_W182.98"/>
          <p:cNvSpPr/>
          <p:nvPr/>
        </p:nvSpPr>
        <p:spPr>
          <a:xfrm>
            <a:off x="12446000" y="10629900"/>
            <a:ext cx="2323846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71" name="Text 169"/>
          <p:cNvSpPr/>
          <p:nvPr/>
        </p:nvSpPr>
        <p:spPr>
          <a:xfrm>
            <a:off x="186309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S13_54 · Tahoma 24 · W 140.47 · k−5.53</a:t>
            </a:r>
            <a:endParaRPr lang="en-US" sz="980" dirty="0"/>
          </a:p>
        </p:txBody>
      </p:sp>
      <p:sp>
        <p:nvSpPr>
          <p:cNvPr id="172" name="S13_54_Tahoma_24_W140.47"/>
          <p:cNvSpPr/>
          <p:nvPr/>
        </p:nvSpPr>
        <p:spPr>
          <a:xfrm>
            <a:off x="18630900" y="10629900"/>
            <a:ext cx="1783969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73" name="Text 171"/>
          <p:cNvSpPr/>
          <p:nvPr/>
        </p:nvSpPr>
        <p:spPr>
          <a:xfrm>
            <a:off x="248158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S13_55 · Trebuchet MS 24 · W 56.51 · k−2.99</a:t>
            </a:r>
            <a:endParaRPr lang="en-US" sz="980" dirty="0"/>
          </a:p>
        </p:txBody>
      </p:sp>
      <p:sp>
        <p:nvSpPr>
          <p:cNvPr id="174" name="S13_55_TrebuchetMS_24_W56.51"/>
          <p:cNvSpPr/>
          <p:nvPr/>
        </p:nvSpPr>
        <p:spPr>
          <a:xfrm>
            <a:off x="24815800" y="10629900"/>
            <a:ext cx="717677" cy="365760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2400" dirty="0"/>
          </a:p>
        </p:txBody>
      </p:sp>
      <p:sp>
        <p:nvSpPr>
          <p:cNvPr id="175" name="Text 173"/>
          <p:cNvSpPr/>
          <p:nvPr/>
        </p:nvSpPr>
        <p:spPr>
          <a:xfrm>
            <a:off x="310007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S13_56 · Trebuchet MS 24 · W 89.38 · k−4.87</a:t>
            </a:r>
            <a:endParaRPr lang="en-US" sz="980" dirty="0"/>
          </a:p>
        </p:txBody>
      </p:sp>
      <p:sp>
        <p:nvSpPr>
          <p:cNvPr id="176" name="S13_56_TrebuchetMS_24_W89.38"/>
          <p:cNvSpPr/>
          <p:nvPr/>
        </p:nvSpPr>
        <p:spPr>
          <a:xfrm>
            <a:off x="31000700" y="10629900"/>
            <a:ext cx="1135126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77" name="Text 175"/>
          <p:cNvSpPr/>
          <p:nvPr/>
        </p:nvSpPr>
        <p:spPr>
          <a:xfrm>
            <a:off x="371856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S13_57 · Trebuchet MS 24 · W 183.29 · k−6.96</a:t>
            </a:r>
            <a:endParaRPr lang="en-US" sz="980" dirty="0"/>
          </a:p>
        </p:txBody>
      </p:sp>
      <p:sp>
        <p:nvSpPr>
          <p:cNvPr id="178" name="S13_57_TrebuchetMS_24_W183.29"/>
          <p:cNvSpPr/>
          <p:nvPr/>
        </p:nvSpPr>
        <p:spPr>
          <a:xfrm>
            <a:off x="37185600" y="10629900"/>
            <a:ext cx="2327783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79" name="Text 177"/>
          <p:cNvSpPr/>
          <p:nvPr/>
        </p:nvSpPr>
        <p:spPr>
          <a:xfrm>
            <a:off x="43370500" y="1046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S13_58 · Trebuchet MS 24 · W 132.26 · k−7.87</a:t>
            </a:r>
            <a:endParaRPr lang="en-US" sz="980" dirty="0"/>
          </a:p>
        </p:txBody>
      </p:sp>
      <p:sp>
        <p:nvSpPr>
          <p:cNvPr id="180" name="S13_58_TrebuchetMS_24_W132.26"/>
          <p:cNvSpPr/>
          <p:nvPr/>
        </p:nvSpPr>
        <p:spPr>
          <a:xfrm>
            <a:off x="43370500" y="10629900"/>
            <a:ext cx="1679702" cy="365760"/>
          </a:xfrm>
          <a:prstGeom prst="rect">
            <a:avLst/>
          </a:prstGeom>
          <a:noFill/>
          <a:ln w="222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81" name="Text 179"/>
          <p:cNvSpPr/>
          <p:nvPr/>
        </p:nvSpPr>
        <p:spPr>
          <a:xfrm>
            <a:off x="762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S13_61 · Comic Sans MS 24 · W 61.88 · k−0</a:t>
            </a:r>
            <a:endParaRPr lang="en-US" sz="980" dirty="0"/>
          </a:p>
        </p:txBody>
      </p:sp>
      <p:sp>
        <p:nvSpPr>
          <p:cNvPr id="182" name="S13_61_ComicSansMS_24_W61.88"/>
          <p:cNvSpPr/>
          <p:nvPr/>
        </p:nvSpPr>
        <p:spPr>
          <a:xfrm>
            <a:off x="76200" y="11658600"/>
            <a:ext cx="78587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2400" dirty="0"/>
          </a:p>
        </p:txBody>
      </p:sp>
      <p:sp>
        <p:nvSpPr>
          <p:cNvPr id="183" name="Text 181"/>
          <p:cNvSpPr/>
          <p:nvPr/>
        </p:nvSpPr>
        <p:spPr>
          <a:xfrm>
            <a:off x="62611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S13_62 · Comic Sans MS 24 · W 102.38 · k−0</a:t>
            </a:r>
            <a:endParaRPr lang="en-US" sz="980" dirty="0"/>
          </a:p>
        </p:txBody>
      </p:sp>
      <p:sp>
        <p:nvSpPr>
          <p:cNvPr id="184" name="S13_62_ComicSansMS_24_W102.38"/>
          <p:cNvSpPr/>
          <p:nvPr/>
        </p:nvSpPr>
        <p:spPr>
          <a:xfrm>
            <a:off x="6261100" y="11658600"/>
            <a:ext cx="130022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85" name="Text 183"/>
          <p:cNvSpPr/>
          <p:nvPr/>
        </p:nvSpPr>
        <p:spPr>
          <a:xfrm>
            <a:off x="124460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S13_63 · Comic Sans MS 24 · W 192.25 · k−0</a:t>
            </a:r>
            <a:endParaRPr lang="en-US" sz="980" dirty="0"/>
          </a:p>
        </p:txBody>
      </p:sp>
      <p:sp>
        <p:nvSpPr>
          <p:cNvPr id="186" name="S13_63_ComicSansMS_24_W192.25"/>
          <p:cNvSpPr/>
          <p:nvPr/>
        </p:nvSpPr>
        <p:spPr>
          <a:xfrm>
            <a:off x="12446000" y="11658600"/>
            <a:ext cx="2441575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87" name="Text 185"/>
          <p:cNvSpPr/>
          <p:nvPr/>
        </p:nvSpPr>
        <p:spPr>
          <a:xfrm>
            <a:off x="186309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S13_64 · Comic Sans MS 24 · W 145 · k−0</a:t>
            </a:r>
            <a:endParaRPr lang="en-US" sz="980" dirty="0"/>
          </a:p>
        </p:txBody>
      </p:sp>
      <p:sp>
        <p:nvSpPr>
          <p:cNvPr id="188" name="S13_64_ComicSansMS_24_W145"/>
          <p:cNvSpPr/>
          <p:nvPr/>
        </p:nvSpPr>
        <p:spPr>
          <a:xfrm>
            <a:off x="18630900" y="11658600"/>
            <a:ext cx="184150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89" name="Text 187"/>
          <p:cNvSpPr/>
          <p:nvPr/>
        </p:nvSpPr>
        <p:spPr>
          <a:xfrm>
            <a:off x="248158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S13_65 · Courier New 24 · W 72.88 · k−0</a:t>
            </a:r>
            <a:endParaRPr lang="en-US" sz="980" dirty="0"/>
          </a:p>
        </p:txBody>
      </p:sp>
      <p:sp>
        <p:nvSpPr>
          <p:cNvPr id="190" name="S13_65_CourierNew_24_W72.88"/>
          <p:cNvSpPr/>
          <p:nvPr/>
        </p:nvSpPr>
        <p:spPr>
          <a:xfrm>
            <a:off x="24815800" y="11658600"/>
            <a:ext cx="925576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2400" dirty="0"/>
          </a:p>
        </p:txBody>
      </p:sp>
      <p:sp>
        <p:nvSpPr>
          <p:cNvPr id="191" name="Text 189"/>
          <p:cNvSpPr/>
          <p:nvPr/>
        </p:nvSpPr>
        <p:spPr>
          <a:xfrm>
            <a:off x="310007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S13_66 · Courier New 24 · W 116 · k−0</a:t>
            </a:r>
            <a:endParaRPr lang="en-US" sz="980" dirty="0"/>
          </a:p>
        </p:txBody>
      </p:sp>
      <p:sp>
        <p:nvSpPr>
          <p:cNvPr id="192" name="S13_66_CourierNew_24_W116"/>
          <p:cNvSpPr/>
          <p:nvPr/>
        </p:nvSpPr>
        <p:spPr>
          <a:xfrm>
            <a:off x="31000700" y="11658600"/>
            <a:ext cx="147320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2400" dirty="0"/>
          </a:p>
        </p:txBody>
      </p:sp>
      <p:sp>
        <p:nvSpPr>
          <p:cNvPr id="193" name="Text 191"/>
          <p:cNvSpPr/>
          <p:nvPr/>
        </p:nvSpPr>
        <p:spPr>
          <a:xfrm>
            <a:off x="371856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S13_67 · Courier New 24 · W 231 · k−0</a:t>
            </a:r>
            <a:endParaRPr lang="en-US" sz="980" dirty="0"/>
          </a:p>
        </p:txBody>
      </p:sp>
      <p:sp>
        <p:nvSpPr>
          <p:cNvPr id="194" name="S13_67_CourierNew_24_W231"/>
          <p:cNvSpPr/>
          <p:nvPr/>
        </p:nvSpPr>
        <p:spPr>
          <a:xfrm>
            <a:off x="37185600" y="11658600"/>
            <a:ext cx="293370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2400" dirty="0"/>
          </a:p>
        </p:txBody>
      </p:sp>
      <p:sp>
        <p:nvSpPr>
          <p:cNvPr id="195" name="Text 193"/>
          <p:cNvSpPr/>
          <p:nvPr/>
        </p:nvSpPr>
        <p:spPr>
          <a:xfrm>
            <a:off x="43370500" y="11493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S13_68 · Courier New 24 · W 173.5 · k−0</a:t>
            </a:r>
            <a:endParaRPr lang="en-US" sz="980" dirty="0"/>
          </a:p>
        </p:txBody>
      </p:sp>
      <p:sp>
        <p:nvSpPr>
          <p:cNvPr id="196" name="S13_68_CourierNew_24_W173.5"/>
          <p:cNvSpPr/>
          <p:nvPr/>
        </p:nvSpPr>
        <p:spPr>
          <a:xfrm>
            <a:off x="43370500" y="11658600"/>
            <a:ext cx="2203450" cy="365760"/>
          </a:xfrm>
          <a:prstGeom prst="rect">
            <a:avLst/>
          </a:prstGeom>
          <a:noFill/>
          <a:ln w="222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2400" dirty="0"/>
          </a:p>
        </p:txBody>
      </p:sp>
      <p:sp>
        <p:nvSpPr>
          <p:cNvPr id="197" name="Text 195"/>
          <p:cNvSpPr/>
          <p:nvPr/>
        </p:nvSpPr>
        <p:spPr>
          <a:xfrm>
            <a:off x="76200" y="125222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28pt regular</a:t>
            </a:r>
            <a:endParaRPr lang="en-US" sz="1200" dirty="0"/>
          </a:p>
        </p:txBody>
      </p:sp>
      <p:sp>
        <p:nvSpPr>
          <p:cNvPr id="198" name="Text 196"/>
          <p:cNvSpPr/>
          <p:nvPr/>
        </p:nvSpPr>
        <p:spPr>
          <a:xfrm>
            <a:off x="762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S14_11 · Roboto 28 · W 69.25 · k−0</a:t>
            </a:r>
            <a:endParaRPr lang="en-US" sz="1060" dirty="0"/>
          </a:p>
        </p:txBody>
      </p:sp>
      <p:sp>
        <p:nvSpPr>
          <p:cNvPr id="199" name="S14_11_Roboto_28_W69.25"/>
          <p:cNvSpPr/>
          <p:nvPr/>
        </p:nvSpPr>
        <p:spPr>
          <a:xfrm>
            <a:off x="76200" y="12941300"/>
            <a:ext cx="87947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2800" dirty="0"/>
          </a:p>
        </p:txBody>
      </p:sp>
      <p:sp>
        <p:nvSpPr>
          <p:cNvPr id="200" name="Text 198"/>
          <p:cNvSpPr/>
          <p:nvPr/>
        </p:nvSpPr>
        <p:spPr>
          <a:xfrm>
            <a:off x="62611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S14_12 · Roboto 28 · W 110.38 · k−0</a:t>
            </a:r>
            <a:endParaRPr lang="en-US" sz="1060" dirty="0"/>
          </a:p>
        </p:txBody>
      </p:sp>
      <p:sp>
        <p:nvSpPr>
          <p:cNvPr id="201" name="S14_12_Roboto_28_W110.38"/>
          <p:cNvSpPr/>
          <p:nvPr/>
        </p:nvSpPr>
        <p:spPr>
          <a:xfrm>
            <a:off x="6261100" y="12941300"/>
            <a:ext cx="1401826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02" name="Text 200"/>
          <p:cNvSpPr/>
          <p:nvPr/>
        </p:nvSpPr>
        <p:spPr>
          <a:xfrm>
            <a:off x="124460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S14_13 · Roboto 28 · W 222.75 · k−0</a:t>
            </a:r>
            <a:endParaRPr lang="en-US" sz="1060" dirty="0"/>
          </a:p>
        </p:txBody>
      </p:sp>
      <p:sp>
        <p:nvSpPr>
          <p:cNvPr id="203" name="S14_13_Roboto_28_W222.75"/>
          <p:cNvSpPr/>
          <p:nvPr/>
        </p:nvSpPr>
        <p:spPr>
          <a:xfrm>
            <a:off x="12446000" y="12941300"/>
            <a:ext cx="282892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04" name="Text 202"/>
          <p:cNvSpPr/>
          <p:nvPr/>
        </p:nvSpPr>
        <p:spPr>
          <a:xfrm>
            <a:off x="186309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S14_14 · Roboto 28 · W 159.13 · k−0</a:t>
            </a:r>
            <a:endParaRPr lang="en-US" sz="1060" dirty="0"/>
          </a:p>
        </p:txBody>
      </p:sp>
      <p:sp>
        <p:nvSpPr>
          <p:cNvPr id="205" name="S14_14_Roboto_28_W159.13"/>
          <p:cNvSpPr/>
          <p:nvPr/>
        </p:nvSpPr>
        <p:spPr>
          <a:xfrm>
            <a:off x="18630900" y="12941300"/>
            <a:ext cx="2020951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06" name="Text 204"/>
          <p:cNvSpPr/>
          <p:nvPr/>
        </p:nvSpPr>
        <p:spPr>
          <a:xfrm>
            <a:off x="248158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S14_15 · Inter 28 · W 75.25 · k−0</a:t>
            </a:r>
            <a:endParaRPr lang="en-US" sz="1060" dirty="0"/>
          </a:p>
        </p:txBody>
      </p:sp>
      <p:sp>
        <p:nvSpPr>
          <p:cNvPr id="207" name="S14_15_Inter_28_W75.25"/>
          <p:cNvSpPr/>
          <p:nvPr/>
        </p:nvSpPr>
        <p:spPr>
          <a:xfrm>
            <a:off x="24815800" y="12941300"/>
            <a:ext cx="95567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2800" dirty="0"/>
          </a:p>
        </p:txBody>
      </p:sp>
      <p:sp>
        <p:nvSpPr>
          <p:cNvPr id="208" name="Text 206"/>
          <p:cNvSpPr/>
          <p:nvPr/>
        </p:nvSpPr>
        <p:spPr>
          <a:xfrm>
            <a:off x="310007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S14_16 · Inter 28 · W 121.88 · k−0</a:t>
            </a:r>
            <a:endParaRPr lang="en-US" sz="1060" dirty="0"/>
          </a:p>
        </p:txBody>
      </p:sp>
      <p:sp>
        <p:nvSpPr>
          <p:cNvPr id="209" name="S14_16_Inter_28_W121.88"/>
          <p:cNvSpPr/>
          <p:nvPr/>
        </p:nvSpPr>
        <p:spPr>
          <a:xfrm>
            <a:off x="31000700" y="12941300"/>
            <a:ext cx="1547876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10" name="Text 208"/>
          <p:cNvSpPr/>
          <p:nvPr/>
        </p:nvSpPr>
        <p:spPr>
          <a:xfrm>
            <a:off x="371856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S14_17 · Inter 28 · W 238.25 · k−0</a:t>
            </a:r>
            <a:endParaRPr lang="en-US" sz="1060" dirty="0"/>
          </a:p>
        </p:txBody>
      </p:sp>
      <p:sp>
        <p:nvSpPr>
          <p:cNvPr id="211" name="S14_17_Inter_28_W238.25"/>
          <p:cNvSpPr/>
          <p:nvPr/>
        </p:nvSpPr>
        <p:spPr>
          <a:xfrm>
            <a:off x="37185600" y="12941300"/>
            <a:ext cx="302577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12" name="Text 210"/>
          <p:cNvSpPr/>
          <p:nvPr/>
        </p:nvSpPr>
        <p:spPr>
          <a:xfrm>
            <a:off x="43370500" y="12776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S14_18 · Inter 28 · W 175.5 · k−0</a:t>
            </a:r>
            <a:endParaRPr lang="en-US" sz="1060" dirty="0"/>
          </a:p>
        </p:txBody>
      </p:sp>
      <p:sp>
        <p:nvSpPr>
          <p:cNvPr id="213" name="S14_18_Inter_28_W175.5"/>
          <p:cNvSpPr/>
          <p:nvPr/>
        </p:nvSpPr>
        <p:spPr>
          <a:xfrm>
            <a:off x="43370500" y="12941300"/>
            <a:ext cx="222885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14" name="Text 212"/>
          <p:cNvSpPr/>
          <p:nvPr/>
        </p:nvSpPr>
        <p:spPr>
          <a:xfrm>
            <a:off x="762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S14_21 · Arial 28 · W 68.02 · k−3.11</a:t>
            </a:r>
            <a:endParaRPr lang="en-US" sz="1060" dirty="0"/>
          </a:p>
        </p:txBody>
      </p:sp>
      <p:sp>
        <p:nvSpPr>
          <p:cNvPr id="215" name="S14_21_Arial_28_W68.02"/>
          <p:cNvSpPr/>
          <p:nvPr/>
        </p:nvSpPr>
        <p:spPr>
          <a:xfrm>
            <a:off x="76200" y="14097000"/>
            <a:ext cx="863854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2800" dirty="0"/>
          </a:p>
        </p:txBody>
      </p:sp>
      <p:sp>
        <p:nvSpPr>
          <p:cNvPr id="216" name="Text 214"/>
          <p:cNvSpPr/>
          <p:nvPr/>
        </p:nvSpPr>
        <p:spPr>
          <a:xfrm>
            <a:off x="62611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S14_22 · Arial 28 · W 110.88 · k−3.62</a:t>
            </a:r>
            <a:endParaRPr lang="en-US" sz="1060" dirty="0"/>
          </a:p>
        </p:txBody>
      </p:sp>
      <p:sp>
        <p:nvSpPr>
          <p:cNvPr id="217" name="S14_22_Arial_28_W110.88"/>
          <p:cNvSpPr/>
          <p:nvPr/>
        </p:nvSpPr>
        <p:spPr>
          <a:xfrm>
            <a:off x="6261100" y="14097000"/>
            <a:ext cx="1408176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18" name="Text 216"/>
          <p:cNvSpPr/>
          <p:nvPr/>
        </p:nvSpPr>
        <p:spPr>
          <a:xfrm>
            <a:off x="124460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S14_23 · Arial 28 · W 221.26 · k−4.12</a:t>
            </a:r>
            <a:endParaRPr lang="en-US" sz="1060" dirty="0"/>
          </a:p>
        </p:txBody>
      </p:sp>
      <p:sp>
        <p:nvSpPr>
          <p:cNvPr id="219" name="S14_23_Arial_28_W221.26"/>
          <p:cNvSpPr/>
          <p:nvPr/>
        </p:nvSpPr>
        <p:spPr>
          <a:xfrm>
            <a:off x="12446000" y="14097000"/>
            <a:ext cx="2810002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20" name="Text 218"/>
          <p:cNvSpPr/>
          <p:nvPr/>
        </p:nvSpPr>
        <p:spPr>
          <a:xfrm>
            <a:off x="186309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S14_24 · Arial 28 · W 161.4 · k−6.73</a:t>
            </a:r>
            <a:endParaRPr lang="en-US" sz="1060" dirty="0"/>
          </a:p>
        </p:txBody>
      </p:sp>
      <p:sp>
        <p:nvSpPr>
          <p:cNvPr id="221" name="S14_24_Arial_28_W161.4"/>
          <p:cNvSpPr/>
          <p:nvPr/>
        </p:nvSpPr>
        <p:spPr>
          <a:xfrm>
            <a:off x="18630900" y="14097000"/>
            <a:ext cx="204978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22" name="Text 220"/>
          <p:cNvSpPr/>
          <p:nvPr/>
        </p:nvSpPr>
        <p:spPr>
          <a:xfrm>
            <a:off x="248158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S14_25 · Arial Narrow 28 · W 55.83 · k−2.55</a:t>
            </a:r>
            <a:endParaRPr lang="en-US" sz="1060" dirty="0"/>
          </a:p>
        </p:txBody>
      </p:sp>
      <p:sp>
        <p:nvSpPr>
          <p:cNvPr id="223" name="S14_25_ArialNarrow_28_W55.83"/>
          <p:cNvSpPr/>
          <p:nvPr/>
        </p:nvSpPr>
        <p:spPr>
          <a:xfrm>
            <a:off x="24815800" y="14097000"/>
            <a:ext cx="709041" cy="426720"/>
          </a:xfrm>
          <a:prstGeom prst="rect">
            <a:avLst/>
          </a:prstGeom>
          <a:noFill/>
          <a:ln w="2434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2800" dirty="0"/>
          </a:p>
        </p:txBody>
      </p:sp>
      <p:sp>
        <p:nvSpPr>
          <p:cNvPr id="224" name="Text 222"/>
          <p:cNvSpPr/>
          <p:nvPr/>
        </p:nvSpPr>
        <p:spPr>
          <a:xfrm>
            <a:off x="310007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S14_26 · Arial Narrow 28 · W 91.31 · k−2.94</a:t>
            </a:r>
            <a:endParaRPr lang="en-US" sz="1060" dirty="0"/>
          </a:p>
        </p:txBody>
      </p:sp>
      <p:sp>
        <p:nvSpPr>
          <p:cNvPr id="225" name="S14_26_ArialNarrow_28_W91.31"/>
          <p:cNvSpPr/>
          <p:nvPr/>
        </p:nvSpPr>
        <p:spPr>
          <a:xfrm>
            <a:off x="31000700" y="14097000"/>
            <a:ext cx="1159637" cy="426720"/>
          </a:xfrm>
          <a:prstGeom prst="rect">
            <a:avLst/>
          </a:prstGeom>
          <a:noFill/>
          <a:ln w="2434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26" name="Text 224"/>
          <p:cNvSpPr/>
          <p:nvPr/>
        </p:nvSpPr>
        <p:spPr>
          <a:xfrm>
            <a:off x="371856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S14_27 · Arial Narrow 28 · W 181.51 · k−3.37</a:t>
            </a:r>
            <a:endParaRPr lang="en-US" sz="1060" dirty="0"/>
          </a:p>
        </p:txBody>
      </p:sp>
      <p:sp>
        <p:nvSpPr>
          <p:cNvPr id="227" name="S14_27_ArialNarrow_28_W181.51"/>
          <p:cNvSpPr/>
          <p:nvPr/>
        </p:nvSpPr>
        <p:spPr>
          <a:xfrm>
            <a:off x="37185600" y="14097000"/>
            <a:ext cx="2305177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28" name="Text 226"/>
          <p:cNvSpPr/>
          <p:nvPr/>
        </p:nvSpPr>
        <p:spPr>
          <a:xfrm>
            <a:off x="43370500" y="13931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S14_28 · Arial Narrow 28 · W 132.77 · k−5.48</a:t>
            </a:r>
            <a:endParaRPr lang="en-US" sz="1060" dirty="0"/>
          </a:p>
        </p:txBody>
      </p:sp>
      <p:sp>
        <p:nvSpPr>
          <p:cNvPr id="229" name="S14_28_ArialNarrow_28_W132.77"/>
          <p:cNvSpPr/>
          <p:nvPr/>
        </p:nvSpPr>
        <p:spPr>
          <a:xfrm>
            <a:off x="43370500" y="14097000"/>
            <a:ext cx="1686179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30" name="Text 228"/>
          <p:cNvSpPr/>
          <p:nvPr/>
        </p:nvSpPr>
        <p:spPr>
          <a:xfrm>
            <a:off x="762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S14_31 · Times New Roman 28 · W 63.54 · k−1.96</a:t>
            </a:r>
            <a:endParaRPr lang="en-US" sz="1060" dirty="0"/>
          </a:p>
        </p:txBody>
      </p:sp>
      <p:sp>
        <p:nvSpPr>
          <p:cNvPr id="231" name="S14_31_TimesNewRoman_28_W63.54"/>
          <p:cNvSpPr/>
          <p:nvPr/>
        </p:nvSpPr>
        <p:spPr>
          <a:xfrm>
            <a:off x="76200" y="15252700"/>
            <a:ext cx="806958" cy="426720"/>
          </a:xfrm>
          <a:prstGeom prst="rect">
            <a:avLst/>
          </a:prstGeom>
          <a:noFill/>
          <a:ln w="2434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2800" dirty="0"/>
          </a:p>
        </p:txBody>
      </p:sp>
      <p:sp>
        <p:nvSpPr>
          <p:cNvPr id="232" name="Text 230"/>
          <p:cNvSpPr/>
          <p:nvPr/>
        </p:nvSpPr>
        <p:spPr>
          <a:xfrm>
            <a:off x="62611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S14_32 · Times New Roman 28 · W 109.06 · k−5.57</a:t>
            </a:r>
            <a:endParaRPr lang="en-US" sz="1060" dirty="0"/>
          </a:p>
        </p:txBody>
      </p:sp>
      <p:sp>
        <p:nvSpPr>
          <p:cNvPr id="233" name="S14_32_TimesNewRoman_28_W109.06"/>
          <p:cNvSpPr/>
          <p:nvPr/>
        </p:nvSpPr>
        <p:spPr>
          <a:xfrm>
            <a:off x="6261100" y="15252700"/>
            <a:ext cx="1385062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34" name="Text 232"/>
          <p:cNvSpPr/>
          <p:nvPr/>
        </p:nvSpPr>
        <p:spPr>
          <a:xfrm>
            <a:off x="124460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S14_33 · Times New Roman 28 · W 204.62 · k−4.76</a:t>
            </a:r>
            <a:endParaRPr lang="en-US" sz="1060" dirty="0"/>
          </a:p>
        </p:txBody>
      </p:sp>
      <p:sp>
        <p:nvSpPr>
          <p:cNvPr id="235" name="S14_33_TimesNewRoman_28_W204.62"/>
          <p:cNvSpPr/>
          <p:nvPr/>
        </p:nvSpPr>
        <p:spPr>
          <a:xfrm>
            <a:off x="12446000" y="15252700"/>
            <a:ext cx="2598674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36" name="Text 234"/>
          <p:cNvSpPr/>
          <p:nvPr/>
        </p:nvSpPr>
        <p:spPr>
          <a:xfrm>
            <a:off x="186309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S14_34 · Times New Roman 28 · W 160.11 · k−7.52</a:t>
            </a:r>
            <a:endParaRPr lang="en-US" sz="1060" dirty="0"/>
          </a:p>
        </p:txBody>
      </p:sp>
      <p:sp>
        <p:nvSpPr>
          <p:cNvPr id="237" name="S14_34_TimesNewRoman_28_W160.11"/>
          <p:cNvSpPr/>
          <p:nvPr/>
        </p:nvSpPr>
        <p:spPr>
          <a:xfrm>
            <a:off x="18630900" y="15252700"/>
            <a:ext cx="2033397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38" name="Text 236"/>
          <p:cNvSpPr/>
          <p:nvPr/>
        </p:nvSpPr>
        <p:spPr>
          <a:xfrm>
            <a:off x="248158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S14_35 · Georgia 28 · W 68.13 · k−0</a:t>
            </a:r>
            <a:endParaRPr lang="en-US" sz="1060" dirty="0"/>
          </a:p>
        </p:txBody>
      </p:sp>
      <p:sp>
        <p:nvSpPr>
          <p:cNvPr id="239" name="S14_35_Georgia_28_W68.13"/>
          <p:cNvSpPr/>
          <p:nvPr/>
        </p:nvSpPr>
        <p:spPr>
          <a:xfrm>
            <a:off x="24815800" y="15252700"/>
            <a:ext cx="865251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2800" dirty="0"/>
          </a:p>
        </p:txBody>
      </p:sp>
      <p:sp>
        <p:nvSpPr>
          <p:cNvPr id="240" name="Text 238"/>
          <p:cNvSpPr/>
          <p:nvPr/>
        </p:nvSpPr>
        <p:spPr>
          <a:xfrm>
            <a:off x="310007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S14_36 · Georgia 28 · W 111.88 · k−0</a:t>
            </a:r>
            <a:endParaRPr lang="en-US" sz="1060" dirty="0"/>
          </a:p>
        </p:txBody>
      </p:sp>
      <p:sp>
        <p:nvSpPr>
          <p:cNvPr id="241" name="S14_36_Georgia_28_W111.88"/>
          <p:cNvSpPr/>
          <p:nvPr/>
        </p:nvSpPr>
        <p:spPr>
          <a:xfrm>
            <a:off x="31000700" y="15252700"/>
            <a:ext cx="1420876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42" name="Text 240"/>
          <p:cNvSpPr/>
          <p:nvPr/>
        </p:nvSpPr>
        <p:spPr>
          <a:xfrm>
            <a:off x="371856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S14_37 · Georgia 28 · W 218.5 · k−0</a:t>
            </a:r>
            <a:endParaRPr lang="en-US" sz="1060" dirty="0"/>
          </a:p>
        </p:txBody>
      </p:sp>
      <p:sp>
        <p:nvSpPr>
          <p:cNvPr id="243" name="S14_37_Georgia_28_W218.5"/>
          <p:cNvSpPr/>
          <p:nvPr/>
        </p:nvSpPr>
        <p:spPr>
          <a:xfrm>
            <a:off x="37185600" y="15252700"/>
            <a:ext cx="277495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44" name="Text 242"/>
          <p:cNvSpPr/>
          <p:nvPr/>
        </p:nvSpPr>
        <p:spPr>
          <a:xfrm>
            <a:off x="43370500" y="150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S14_38 · Georgia 28 · W 165.88 · k−0</a:t>
            </a:r>
            <a:endParaRPr lang="en-US" sz="1060" dirty="0"/>
          </a:p>
        </p:txBody>
      </p:sp>
      <p:sp>
        <p:nvSpPr>
          <p:cNvPr id="245" name="S14_38_Georgia_28_W165.88"/>
          <p:cNvSpPr/>
          <p:nvPr/>
        </p:nvSpPr>
        <p:spPr>
          <a:xfrm>
            <a:off x="43370500" y="15252700"/>
            <a:ext cx="2106676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46" name="Text 244"/>
          <p:cNvSpPr/>
          <p:nvPr/>
        </p:nvSpPr>
        <p:spPr>
          <a:xfrm>
            <a:off x="762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S14_41 · Calibri 28 · W 59.23 · k−2.52</a:t>
            </a:r>
            <a:endParaRPr lang="en-US" sz="1060" dirty="0"/>
          </a:p>
        </p:txBody>
      </p:sp>
      <p:sp>
        <p:nvSpPr>
          <p:cNvPr id="247" name="S14_41_Calibri_28_W59.23"/>
          <p:cNvSpPr/>
          <p:nvPr/>
        </p:nvSpPr>
        <p:spPr>
          <a:xfrm>
            <a:off x="76200" y="16408400"/>
            <a:ext cx="752221" cy="426720"/>
          </a:xfrm>
          <a:prstGeom prst="rect">
            <a:avLst/>
          </a:prstGeom>
          <a:noFill/>
          <a:ln w="2434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2800" dirty="0"/>
          </a:p>
        </p:txBody>
      </p:sp>
      <p:sp>
        <p:nvSpPr>
          <p:cNvPr id="248" name="Text 246"/>
          <p:cNvSpPr/>
          <p:nvPr/>
        </p:nvSpPr>
        <p:spPr>
          <a:xfrm>
            <a:off x="62611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S14_42 · Calibri 28 · W 96.68 · k−2.82</a:t>
            </a:r>
            <a:endParaRPr lang="en-US" sz="1060" dirty="0"/>
          </a:p>
        </p:txBody>
      </p:sp>
      <p:sp>
        <p:nvSpPr>
          <p:cNvPr id="249" name="S14_42_Calibri_28_W96.68"/>
          <p:cNvSpPr/>
          <p:nvPr/>
        </p:nvSpPr>
        <p:spPr>
          <a:xfrm>
            <a:off x="6261100" y="16408400"/>
            <a:ext cx="1227836" cy="426720"/>
          </a:xfrm>
          <a:prstGeom prst="rect">
            <a:avLst/>
          </a:prstGeom>
          <a:noFill/>
          <a:ln w="24342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50" name="Text 248"/>
          <p:cNvSpPr/>
          <p:nvPr/>
        </p:nvSpPr>
        <p:spPr>
          <a:xfrm>
            <a:off x="124460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S14_43 · Calibri 28 · W 195.03 · k−4.6</a:t>
            </a:r>
            <a:endParaRPr lang="en-US" sz="1060" dirty="0"/>
          </a:p>
        </p:txBody>
      </p:sp>
      <p:sp>
        <p:nvSpPr>
          <p:cNvPr id="251" name="S14_43_Calibri_28_W195.03"/>
          <p:cNvSpPr/>
          <p:nvPr/>
        </p:nvSpPr>
        <p:spPr>
          <a:xfrm>
            <a:off x="12446000" y="16408400"/>
            <a:ext cx="2476881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52" name="Text 250"/>
          <p:cNvSpPr/>
          <p:nvPr/>
        </p:nvSpPr>
        <p:spPr>
          <a:xfrm>
            <a:off x="186309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S14_44 · Calibri 28 · W 140.32 · k−4.68</a:t>
            </a:r>
            <a:endParaRPr lang="en-US" sz="1060" dirty="0"/>
          </a:p>
        </p:txBody>
      </p:sp>
      <p:sp>
        <p:nvSpPr>
          <p:cNvPr id="253" name="S14_44_Calibri_28_W140.32"/>
          <p:cNvSpPr/>
          <p:nvPr/>
        </p:nvSpPr>
        <p:spPr>
          <a:xfrm>
            <a:off x="18630900" y="16408400"/>
            <a:ext cx="1782064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54" name="Text 252"/>
          <p:cNvSpPr/>
          <p:nvPr/>
        </p:nvSpPr>
        <p:spPr>
          <a:xfrm>
            <a:off x="248158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S14_45 · Verdana 28 · W 75.1 · k−3.53</a:t>
            </a:r>
            <a:endParaRPr lang="en-US" sz="1060" dirty="0"/>
          </a:p>
        </p:txBody>
      </p:sp>
      <p:sp>
        <p:nvSpPr>
          <p:cNvPr id="255" name="S14_45_Verdana_28_W75.1"/>
          <p:cNvSpPr/>
          <p:nvPr/>
        </p:nvSpPr>
        <p:spPr>
          <a:xfrm>
            <a:off x="24815800" y="16408400"/>
            <a:ext cx="95377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2800" dirty="0"/>
          </a:p>
        </p:txBody>
      </p:sp>
      <p:sp>
        <p:nvSpPr>
          <p:cNvPr id="256" name="Text 254"/>
          <p:cNvSpPr/>
          <p:nvPr/>
        </p:nvSpPr>
        <p:spPr>
          <a:xfrm>
            <a:off x="310007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S14_46 · Verdana 28 · W 122.7 · k−3.8</a:t>
            </a:r>
            <a:endParaRPr lang="en-US" sz="1060" dirty="0"/>
          </a:p>
        </p:txBody>
      </p:sp>
      <p:sp>
        <p:nvSpPr>
          <p:cNvPr id="257" name="S14_46_Verdana_28_W122.7"/>
          <p:cNvSpPr/>
          <p:nvPr/>
        </p:nvSpPr>
        <p:spPr>
          <a:xfrm>
            <a:off x="31000700" y="16408400"/>
            <a:ext cx="155829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58" name="Text 256"/>
          <p:cNvSpPr/>
          <p:nvPr/>
        </p:nvSpPr>
        <p:spPr>
          <a:xfrm>
            <a:off x="371856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S14_47 · Verdana 28 · W 238.68 · k−5.2</a:t>
            </a:r>
            <a:endParaRPr lang="en-US" sz="1060" dirty="0"/>
          </a:p>
        </p:txBody>
      </p:sp>
      <p:sp>
        <p:nvSpPr>
          <p:cNvPr id="259" name="S14_47_Verdana_28_W238.68"/>
          <p:cNvSpPr/>
          <p:nvPr/>
        </p:nvSpPr>
        <p:spPr>
          <a:xfrm>
            <a:off x="37185600" y="16408400"/>
            <a:ext cx="3031236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60" name="Text 258"/>
          <p:cNvSpPr/>
          <p:nvPr/>
        </p:nvSpPr>
        <p:spPr>
          <a:xfrm>
            <a:off x="43370500" y="1624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S14_48 · Verdana 28 · W 183.16 · k−6.84</a:t>
            </a:r>
            <a:endParaRPr lang="en-US" sz="1060" dirty="0"/>
          </a:p>
        </p:txBody>
      </p:sp>
      <p:sp>
        <p:nvSpPr>
          <p:cNvPr id="261" name="S14_48_Verdana_28_W183.16"/>
          <p:cNvSpPr/>
          <p:nvPr/>
        </p:nvSpPr>
        <p:spPr>
          <a:xfrm>
            <a:off x="43370500" y="16408400"/>
            <a:ext cx="2326132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62" name="Text 260"/>
          <p:cNvSpPr/>
          <p:nvPr/>
        </p:nvSpPr>
        <p:spPr>
          <a:xfrm>
            <a:off x="762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S14_51 · Tahoma 28 · W 66.8 · k−3.33</a:t>
            </a:r>
            <a:endParaRPr lang="en-US" sz="1060" dirty="0"/>
          </a:p>
        </p:txBody>
      </p:sp>
      <p:sp>
        <p:nvSpPr>
          <p:cNvPr id="263" name="S14_51_Tahoma_28_W66.8"/>
          <p:cNvSpPr/>
          <p:nvPr/>
        </p:nvSpPr>
        <p:spPr>
          <a:xfrm>
            <a:off x="76200" y="17564100"/>
            <a:ext cx="84836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2800" dirty="0"/>
          </a:p>
        </p:txBody>
      </p:sp>
      <p:sp>
        <p:nvSpPr>
          <p:cNvPr id="264" name="Text 262"/>
          <p:cNvSpPr/>
          <p:nvPr/>
        </p:nvSpPr>
        <p:spPr>
          <a:xfrm>
            <a:off x="62611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S14_52 · Tahoma 28 · W 108.06 · k−3.57</a:t>
            </a:r>
            <a:endParaRPr lang="en-US" sz="1060" dirty="0"/>
          </a:p>
        </p:txBody>
      </p:sp>
      <p:sp>
        <p:nvSpPr>
          <p:cNvPr id="265" name="S14_52_Tahoma_28_W108.06"/>
          <p:cNvSpPr/>
          <p:nvPr/>
        </p:nvSpPr>
        <p:spPr>
          <a:xfrm>
            <a:off x="6261100" y="17564100"/>
            <a:ext cx="1372362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66" name="Text 264"/>
          <p:cNvSpPr/>
          <p:nvPr/>
        </p:nvSpPr>
        <p:spPr>
          <a:xfrm>
            <a:off x="124460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S14_53 · Tahoma 28 · W 213.16 · k−4.84</a:t>
            </a:r>
            <a:endParaRPr lang="en-US" sz="1060" dirty="0"/>
          </a:p>
        </p:txBody>
      </p:sp>
      <p:sp>
        <p:nvSpPr>
          <p:cNvPr id="267" name="S14_53_Tahoma_28_W213.16"/>
          <p:cNvSpPr/>
          <p:nvPr/>
        </p:nvSpPr>
        <p:spPr>
          <a:xfrm>
            <a:off x="12446000" y="17564100"/>
            <a:ext cx="2707132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68" name="Text 266"/>
          <p:cNvSpPr/>
          <p:nvPr/>
        </p:nvSpPr>
        <p:spPr>
          <a:xfrm>
            <a:off x="186309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S14_54 · Tahoma 28 · W 163.8 · k−6.45</a:t>
            </a:r>
            <a:endParaRPr lang="en-US" sz="1060" dirty="0"/>
          </a:p>
        </p:txBody>
      </p:sp>
      <p:sp>
        <p:nvSpPr>
          <p:cNvPr id="269" name="S14_54_Tahoma_28_W163.8"/>
          <p:cNvSpPr/>
          <p:nvPr/>
        </p:nvSpPr>
        <p:spPr>
          <a:xfrm>
            <a:off x="18630900" y="17564100"/>
            <a:ext cx="208026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70" name="Text 268"/>
          <p:cNvSpPr/>
          <p:nvPr/>
        </p:nvSpPr>
        <p:spPr>
          <a:xfrm>
            <a:off x="248158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S14_55 · Trebuchet MS 28 · W 65.64 · k−3.49</a:t>
            </a:r>
            <a:endParaRPr lang="en-US" sz="1060" dirty="0"/>
          </a:p>
        </p:txBody>
      </p:sp>
      <p:sp>
        <p:nvSpPr>
          <p:cNvPr id="271" name="S14_55_TrebuchetMS_28_W65.64"/>
          <p:cNvSpPr/>
          <p:nvPr/>
        </p:nvSpPr>
        <p:spPr>
          <a:xfrm>
            <a:off x="24815800" y="17564100"/>
            <a:ext cx="833628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2800" dirty="0"/>
          </a:p>
        </p:txBody>
      </p:sp>
      <p:sp>
        <p:nvSpPr>
          <p:cNvPr id="272" name="Text 270"/>
          <p:cNvSpPr/>
          <p:nvPr/>
        </p:nvSpPr>
        <p:spPr>
          <a:xfrm>
            <a:off x="310007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S14_56 · Trebuchet MS 28 · W 103.81 · k−5.69</a:t>
            </a:r>
            <a:endParaRPr lang="en-US" sz="1060" dirty="0"/>
          </a:p>
        </p:txBody>
      </p:sp>
      <p:sp>
        <p:nvSpPr>
          <p:cNvPr id="273" name="S14_56_TrebuchetMS_28_W103.81"/>
          <p:cNvSpPr/>
          <p:nvPr/>
        </p:nvSpPr>
        <p:spPr>
          <a:xfrm>
            <a:off x="31000700" y="17564100"/>
            <a:ext cx="1318387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74" name="Text 272"/>
          <p:cNvSpPr/>
          <p:nvPr/>
        </p:nvSpPr>
        <p:spPr>
          <a:xfrm>
            <a:off x="371856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S14_57 · Trebuchet MS 28 · W 213.25 · k−8.13</a:t>
            </a:r>
            <a:endParaRPr lang="en-US" sz="1060" dirty="0"/>
          </a:p>
        </p:txBody>
      </p:sp>
      <p:sp>
        <p:nvSpPr>
          <p:cNvPr id="275" name="S14_57_TrebuchetMS_28_W213.25"/>
          <p:cNvSpPr/>
          <p:nvPr/>
        </p:nvSpPr>
        <p:spPr>
          <a:xfrm>
            <a:off x="37185600" y="17564100"/>
            <a:ext cx="2708275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76" name="Text 274"/>
          <p:cNvSpPr/>
          <p:nvPr/>
        </p:nvSpPr>
        <p:spPr>
          <a:xfrm>
            <a:off x="43370500" y="1739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S14_58 · Trebuchet MS 28 · W 153.7 · k−9.18</a:t>
            </a:r>
            <a:endParaRPr lang="en-US" sz="1060" dirty="0"/>
          </a:p>
        </p:txBody>
      </p:sp>
      <p:sp>
        <p:nvSpPr>
          <p:cNvPr id="277" name="S14_58_TrebuchetMS_28_W153.7"/>
          <p:cNvSpPr/>
          <p:nvPr/>
        </p:nvSpPr>
        <p:spPr>
          <a:xfrm>
            <a:off x="43370500" y="17564100"/>
            <a:ext cx="1951990" cy="426720"/>
          </a:xfrm>
          <a:prstGeom prst="rect">
            <a:avLst/>
          </a:prstGeom>
          <a:noFill/>
          <a:ln w="24342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78" name="Text 276"/>
          <p:cNvSpPr/>
          <p:nvPr/>
        </p:nvSpPr>
        <p:spPr>
          <a:xfrm>
            <a:off x="762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S14_61 · Comic Sans MS 28 · W 72.13 · k−0</a:t>
            </a:r>
            <a:endParaRPr lang="en-US" sz="1060" dirty="0"/>
          </a:p>
        </p:txBody>
      </p:sp>
      <p:sp>
        <p:nvSpPr>
          <p:cNvPr id="279" name="S14_61_ComicSansMS_28_W72.13"/>
          <p:cNvSpPr/>
          <p:nvPr/>
        </p:nvSpPr>
        <p:spPr>
          <a:xfrm>
            <a:off x="76200" y="18719800"/>
            <a:ext cx="916051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2800" dirty="0"/>
          </a:p>
        </p:txBody>
      </p:sp>
      <p:sp>
        <p:nvSpPr>
          <p:cNvPr id="280" name="Text 278"/>
          <p:cNvSpPr/>
          <p:nvPr/>
        </p:nvSpPr>
        <p:spPr>
          <a:xfrm>
            <a:off x="62611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S14_62 · Comic Sans MS 28 · W 119.5 · k−0</a:t>
            </a:r>
            <a:endParaRPr lang="en-US" sz="1060" dirty="0"/>
          </a:p>
        </p:txBody>
      </p:sp>
      <p:sp>
        <p:nvSpPr>
          <p:cNvPr id="281" name="S14_62_ComicSansMS_28_W119.5"/>
          <p:cNvSpPr/>
          <p:nvPr/>
        </p:nvSpPr>
        <p:spPr>
          <a:xfrm>
            <a:off x="6261100" y="18719800"/>
            <a:ext cx="151765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82" name="Text 280"/>
          <p:cNvSpPr/>
          <p:nvPr/>
        </p:nvSpPr>
        <p:spPr>
          <a:xfrm>
            <a:off x="124460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S14_63 · Comic Sans MS 28 · W 224.38 · k−0</a:t>
            </a:r>
            <a:endParaRPr lang="en-US" sz="1060" dirty="0"/>
          </a:p>
        </p:txBody>
      </p:sp>
      <p:sp>
        <p:nvSpPr>
          <p:cNvPr id="283" name="S14_63_ComicSansMS_28_W224.38"/>
          <p:cNvSpPr/>
          <p:nvPr/>
        </p:nvSpPr>
        <p:spPr>
          <a:xfrm>
            <a:off x="12446000" y="18719800"/>
            <a:ext cx="2849626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84" name="Text 282"/>
          <p:cNvSpPr/>
          <p:nvPr/>
        </p:nvSpPr>
        <p:spPr>
          <a:xfrm>
            <a:off x="186309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S14_64 · Comic Sans MS 28 · W 169.25 · k−0</a:t>
            </a:r>
            <a:endParaRPr lang="en-US" sz="1060" dirty="0"/>
          </a:p>
        </p:txBody>
      </p:sp>
      <p:sp>
        <p:nvSpPr>
          <p:cNvPr id="285" name="S14_64_ComicSansMS_28_W169.25"/>
          <p:cNvSpPr/>
          <p:nvPr/>
        </p:nvSpPr>
        <p:spPr>
          <a:xfrm>
            <a:off x="18630900" y="18719800"/>
            <a:ext cx="214947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2800" dirty="0"/>
          </a:p>
        </p:txBody>
      </p:sp>
      <p:sp>
        <p:nvSpPr>
          <p:cNvPr id="286" name="Text 284"/>
          <p:cNvSpPr/>
          <p:nvPr/>
        </p:nvSpPr>
        <p:spPr>
          <a:xfrm>
            <a:off x="248158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S14_65 · Courier New 28 · W 84.75 · k−0</a:t>
            </a:r>
            <a:endParaRPr lang="en-US" sz="1060" dirty="0"/>
          </a:p>
        </p:txBody>
      </p:sp>
      <p:sp>
        <p:nvSpPr>
          <p:cNvPr id="287" name="S14_65_CourierNew_28_W84.75"/>
          <p:cNvSpPr/>
          <p:nvPr/>
        </p:nvSpPr>
        <p:spPr>
          <a:xfrm>
            <a:off x="24815800" y="18719800"/>
            <a:ext cx="1076325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2800" dirty="0"/>
          </a:p>
        </p:txBody>
      </p:sp>
      <p:sp>
        <p:nvSpPr>
          <p:cNvPr id="288" name="Text 286"/>
          <p:cNvSpPr/>
          <p:nvPr/>
        </p:nvSpPr>
        <p:spPr>
          <a:xfrm>
            <a:off x="310007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S14_66 · Courier New 28 · W 135 · k−0</a:t>
            </a:r>
            <a:endParaRPr lang="en-US" sz="1060" dirty="0"/>
          </a:p>
        </p:txBody>
      </p:sp>
      <p:sp>
        <p:nvSpPr>
          <p:cNvPr id="289" name="S14_66_CourierNew_28_W135"/>
          <p:cNvSpPr/>
          <p:nvPr/>
        </p:nvSpPr>
        <p:spPr>
          <a:xfrm>
            <a:off x="31000700" y="18719800"/>
            <a:ext cx="171450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2800" dirty="0"/>
          </a:p>
        </p:txBody>
      </p:sp>
      <p:sp>
        <p:nvSpPr>
          <p:cNvPr id="290" name="Text 288"/>
          <p:cNvSpPr/>
          <p:nvPr/>
        </p:nvSpPr>
        <p:spPr>
          <a:xfrm>
            <a:off x="371856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S14_67 · Courier New 28 · W 269 · k−0</a:t>
            </a:r>
            <a:endParaRPr lang="en-US" sz="1060" dirty="0"/>
          </a:p>
        </p:txBody>
      </p:sp>
      <p:sp>
        <p:nvSpPr>
          <p:cNvPr id="291" name="S14_67_CourierNew_28_W269"/>
          <p:cNvSpPr/>
          <p:nvPr/>
        </p:nvSpPr>
        <p:spPr>
          <a:xfrm>
            <a:off x="37185600" y="18719800"/>
            <a:ext cx="341630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2800" dirty="0"/>
          </a:p>
        </p:txBody>
      </p:sp>
      <p:sp>
        <p:nvSpPr>
          <p:cNvPr id="292" name="Text 290"/>
          <p:cNvSpPr/>
          <p:nvPr/>
        </p:nvSpPr>
        <p:spPr>
          <a:xfrm>
            <a:off x="43370500" y="18554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S14_68 · Courier New 28 · W 202 · k−0</a:t>
            </a:r>
            <a:endParaRPr lang="en-US" sz="1060" dirty="0"/>
          </a:p>
        </p:txBody>
      </p:sp>
      <p:sp>
        <p:nvSpPr>
          <p:cNvPr id="293" name="S14_68_CourierNew_28_W202"/>
          <p:cNvSpPr/>
          <p:nvPr/>
        </p:nvSpPr>
        <p:spPr>
          <a:xfrm>
            <a:off x="43370500" y="18719800"/>
            <a:ext cx="2565400" cy="426720"/>
          </a:xfrm>
          <a:prstGeom prst="rect">
            <a:avLst/>
          </a:prstGeom>
          <a:noFill/>
          <a:ln w="24342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4/15 — 32pt regular · 36pt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S15_11 · Roboto 32 · W 78.88 · k−0</a:t>
            </a:r>
            <a:endParaRPr lang="en-US" sz="1140" dirty="0"/>
          </a:p>
        </p:txBody>
      </p:sp>
      <p:sp>
        <p:nvSpPr>
          <p:cNvPr id="5" name="S15_11_Roboto_32_W78.88"/>
          <p:cNvSpPr/>
          <p:nvPr/>
        </p:nvSpPr>
        <p:spPr>
          <a:xfrm>
            <a:off x="76200" y="850900"/>
            <a:ext cx="10017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S15_12 · Roboto 32 · W 125.88 · k−0</a:t>
            </a:r>
            <a:endParaRPr lang="en-US" sz="1140" dirty="0"/>
          </a:p>
        </p:txBody>
      </p:sp>
      <p:sp>
        <p:nvSpPr>
          <p:cNvPr id="7" name="S15_12_Roboto_32_W125.88"/>
          <p:cNvSpPr/>
          <p:nvPr/>
        </p:nvSpPr>
        <p:spPr>
          <a:xfrm>
            <a:off x="6261100" y="850900"/>
            <a:ext cx="15986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 Ty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S15_13 · Roboto 32 · W 254.38 · k−0</a:t>
            </a:r>
            <a:endParaRPr lang="en-US" sz="1140" dirty="0"/>
          </a:p>
        </p:txBody>
      </p:sp>
      <p:sp>
        <p:nvSpPr>
          <p:cNvPr id="9" name="S15_13_Roboto_32_W254.38"/>
          <p:cNvSpPr/>
          <p:nvPr/>
        </p:nvSpPr>
        <p:spPr>
          <a:xfrm>
            <a:off x="12446000" y="850900"/>
            <a:ext cx="32306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S15_14 · Roboto 32 · W 181.63 · k−0</a:t>
            </a:r>
            <a:endParaRPr lang="en-US" sz="1140" dirty="0"/>
          </a:p>
        </p:txBody>
      </p:sp>
      <p:sp>
        <p:nvSpPr>
          <p:cNvPr id="11" name="S15_14_Roboto_32_W181.63"/>
          <p:cNvSpPr/>
          <p:nvPr/>
        </p:nvSpPr>
        <p:spPr>
          <a:xfrm>
            <a:off x="18630900" y="850900"/>
            <a:ext cx="23067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S15_15 · Inter 32 · W 85.88 · k−0</a:t>
            </a:r>
            <a:endParaRPr lang="en-US" sz="1140" dirty="0"/>
          </a:p>
        </p:txBody>
      </p:sp>
      <p:sp>
        <p:nvSpPr>
          <p:cNvPr id="13" name="S15_15_Inter_32_W85.88"/>
          <p:cNvSpPr/>
          <p:nvPr/>
        </p:nvSpPr>
        <p:spPr>
          <a:xfrm>
            <a:off x="24815800" y="850900"/>
            <a:ext cx="10906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S15_16 · Inter 32 · W 139.13 · k−0</a:t>
            </a:r>
            <a:endParaRPr lang="en-US" sz="1140" dirty="0"/>
          </a:p>
        </p:txBody>
      </p:sp>
      <p:sp>
        <p:nvSpPr>
          <p:cNvPr id="15" name="S15_16_Inter_32_W139.13"/>
          <p:cNvSpPr/>
          <p:nvPr/>
        </p:nvSpPr>
        <p:spPr>
          <a:xfrm>
            <a:off x="31000700" y="850900"/>
            <a:ext cx="17669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 Ty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S15_17 · Inter 32 · W 272.5 · k−0</a:t>
            </a:r>
            <a:endParaRPr lang="en-US" sz="1140" dirty="0"/>
          </a:p>
        </p:txBody>
      </p:sp>
      <p:sp>
        <p:nvSpPr>
          <p:cNvPr id="17" name="S15_17_Inter_32_W272.5"/>
          <p:cNvSpPr/>
          <p:nvPr/>
        </p:nvSpPr>
        <p:spPr>
          <a:xfrm>
            <a:off x="37185600" y="850900"/>
            <a:ext cx="34607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S15_18 · Inter 32 · W 200.25 · k−0</a:t>
            </a:r>
            <a:endParaRPr lang="en-US" sz="1140" dirty="0"/>
          </a:p>
        </p:txBody>
      </p:sp>
      <p:sp>
        <p:nvSpPr>
          <p:cNvPr id="19" name="S15_18_Inter_32_W200.25"/>
          <p:cNvSpPr/>
          <p:nvPr/>
        </p:nvSpPr>
        <p:spPr>
          <a:xfrm>
            <a:off x="43370500" y="850900"/>
            <a:ext cx="25431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62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S15_21 · Arial 32 · W 77.33 · k−3.55</a:t>
            </a:r>
            <a:endParaRPr lang="en-US" sz="1140" dirty="0"/>
          </a:p>
        </p:txBody>
      </p:sp>
      <p:sp>
        <p:nvSpPr>
          <p:cNvPr id="21" name="S15_21_Arial_32_W77.33"/>
          <p:cNvSpPr/>
          <p:nvPr/>
        </p:nvSpPr>
        <p:spPr>
          <a:xfrm>
            <a:off x="76200" y="2120900"/>
            <a:ext cx="982091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611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S15_22 · Arial 32 · W 126.61 · k−4.14</a:t>
            </a:r>
            <a:endParaRPr lang="en-US" sz="1140" dirty="0"/>
          </a:p>
        </p:txBody>
      </p:sp>
      <p:sp>
        <p:nvSpPr>
          <p:cNvPr id="23" name="S15_22_Arial_32_W126.61"/>
          <p:cNvSpPr/>
          <p:nvPr/>
        </p:nvSpPr>
        <p:spPr>
          <a:xfrm>
            <a:off x="6261100" y="2120900"/>
            <a:ext cx="1607947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24460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S15_23 · Arial 32 · W 252.17 · k−4.71</a:t>
            </a:r>
            <a:endParaRPr lang="en-US" sz="1140" dirty="0"/>
          </a:p>
        </p:txBody>
      </p:sp>
      <p:sp>
        <p:nvSpPr>
          <p:cNvPr id="25" name="S15_23_Arial_32_W252.17"/>
          <p:cNvSpPr/>
          <p:nvPr/>
        </p:nvSpPr>
        <p:spPr>
          <a:xfrm>
            <a:off x="12446000" y="2120900"/>
            <a:ext cx="3202559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6309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S15_24 · Arial 32 · W 184.44 · k−7.69</a:t>
            </a:r>
            <a:endParaRPr lang="en-US" sz="1140" dirty="0"/>
          </a:p>
        </p:txBody>
      </p:sp>
      <p:sp>
        <p:nvSpPr>
          <p:cNvPr id="27" name="S15_24_Arial_32_W184.44"/>
          <p:cNvSpPr/>
          <p:nvPr/>
        </p:nvSpPr>
        <p:spPr>
          <a:xfrm>
            <a:off x="18630900" y="2120900"/>
            <a:ext cx="2342388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248158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S15_25 · Arial Narrow 32 · W 63.72 · k−2.91</a:t>
            </a:r>
            <a:endParaRPr lang="en-US" sz="1140" dirty="0"/>
          </a:p>
        </p:txBody>
      </p:sp>
      <p:sp>
        <p:nvSpPr>
          <p:cNvPr id="29" name="S15_25_ArialNarrow_32_W63.72"/>
          <p:cNvSpPr/>
          <p:nvPr/>
        </p:nvSpPr>
        <p:spPr>
          <a:xfrm>
            <a:off x="24815800" y="2120900"/>
            <a:ext cx="809244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10007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S15_26 · Arial Narrow 32 · W 104.02 · k−3.36</a:t>
            </a:r>
            <a:endParaRPr lang="en-US" sz="1140" dirty="0"/>
          </a:p>
        </p:txBody>
      </p:sp>
      <p:sp>
        <p:nvSpPr>
          <p:cNvPr id="31" name="S15_26_ArialNarrow_32_W104.02"/>
          <p:cNvSpPr/>
          <p:nvPr/>
        </p:nvSpPr>
        <p:spPr>
          <a:xfrm>
            <a:off x="31000700" y="2120900"/>
            <a:ext cx="1321054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71856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S15_27 · Arial Narrow 32 · W 207.41 · k−3.84</a:t>
            </a:r>
            <a:endParaRPr lang="en-US" sz="1140" dirty="0"/>
          </a:p>
        </p:txBody>
      </p:sp>
      <p:sp>
        <p:nvSpPr>
          <p:cNvPr id="33" name="S15_27_ArialNarrow_32_W207.41"/>
          <p:cNvSpPr/>
          <p:nvPr/>
        </p:nvSpPr>
        <p:spPr>
          <a:xfrm>
            <a:off x="37185600" y="2120900"/>
            <a:ext cx="2634107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33705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S15_28 · Arial Narrow 32 · W 151.36 · k−6.27</a:t>
            </a:r>
            <a:endParaRPr lang="en-US" sz="1140" dirty="0"/>
          </a:p>
        </p:txBody>
      </p:sp>
      <p:sp>
        <p:nvSpPr>
          <p:cNvPr id="35" name="S15_28_ArialNarrow_32_W151.36"/>
          <p:cNvSpPr/>
          <p:nvPr/>
        </p:nvSpPr>
        <p:spPr>
          <a:xfrm>
            <a:off x="43370500" y="2120900"/>
            <a:ext cx="1922272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62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S15_31 · Times New Roman 32 · W 72.52 · k−2.23</a:t>
            </a:r>
            <a:endParaRPr lang="en-US" sz="1140" dirty="0"/>
          </a:p>
        </p:txBody>
      </p:sp>
      <p:sp>
        <p:nvSpPr>
          <p:cNvPr id="37" name="S15_31_TimesNewRoman_32_W72.52"/>
          <p:cNvSpPr/>
          <p:nvPr/>
        </p:nvSpPr>
        <p:spPr>
          <a:xfrm>
            <a:off x="76200" y="3390900"/>
            <a:ext cx="921004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2611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S15_32 · Times New Roman 32 · W 124.39 · k−6.36</a:t>
            </a:r>
            <a:endParaRPr lang="en-US" sz="1140" dirty="0"/>
          </a:p>
        </p:txBody>
      </p:sp>
      <p:sp>
        <p:nvSpPr>
          <p:cNvPr id="39" name="S15_32_TimesNewRoman_32_W124.39"/>
          <p:cNvSpPr/>
          <p:nvPr/>
        </p:nvSpPr>
        <p:spPr>
          <a:xfrm>
            <a:off x="6261100" y="3390900"/>
            <a:ext cx="157975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124460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S15_33 · Times New Roman 32 · W 233.81 · k−5.44</a:t>
            </a:r>
            <a:endParaRPr lang="en-US" sz="1140" dirty="0"/>
          </a:p>
        </p:txBody>
      </p:sp>
      <p:sp>
        <p:nvSpPr>
          <p:cNvPr id="41" name="S15_33_TimesNewRoman_32_W233.81"/>
          <p:cNvSpPr/>
          <p:nvPr/>
        </p:nvSpPr>
        <p:spPr>
          <a:xfrm>
            <a:off x="12446000" y="3390900"/>
            <a:ext cx="2969387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186309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S15_34 · Times New Roman 32 · W 182.78 · k−8.6</a:t>
            </a:r>
            <a:endParaRPr lang="en-US" sz="1140" dirty="0"/>
          </a:p>
        </p:txBody>
      </p:sp>
      <p:sp>
        <p:nvSpPr>
          <p:cNvPr id="43" name="S15_34_TimesNewRoman_32_W182.78"/>
          <p:cNvSpPr/>
          <p:nvPr/>
        </p:nvSpPr>
        <p:spPr>
          <a:xfrm>
            <a:off x="18630900" y="3390900"/>
            <a:ext cx="2321306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248158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S15_35 · Georgia 32 · W 77.63 · k−0</a:t>
            </a:r>
            <a:endParaRPr lang="en-US" sz="1140" dirty="0"/>
          </a:p>
        </p:txBody>
      </p:sp>
      <p:sp>
        <p:nvSpPr>
          <p:cNvPr id="45" name="S15_35_Georgia_32_W77.63"/>
          <p:cNvSpPr/>
          <p:nvPr/>
        </p:nvSpPr>
        <p:spPr>
          <a:xfrm>
            <a:off x="24815800" y="3390900"/>
            <a:ext cx="9859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310007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S15_36 · Georgia 32 · W 127.88 · k−0</a:t>
            </a:r>
            <a:endParaRPr lang="en-US" sz="1140" dirty="0"/>
          </a:p>
        </p:txBody>
      </p:sp>
      <p:sp>
        <p:nvSpPr>
          <p:cNvPr id="47" name="S15_36_Georgia_32_W127.88"/>
          <p:cNvSpPr/>
          <p:nvPr/>
        </p:nvSpPr>
        <p:spPr>
          <a:xfrm>
            <a:off x="31000700" y="3390900"/>
            <a:ext cx="16240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371856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S15_37 · Georgia 32 · W 249.63 · k−0</a:t>
            </a:r>
            <a:endParaRPr lang="en-US" sz="1140" dirty="0"/>
          </a:p>
        </p:txBody>
      </p:sp>
      <p:sp>
        <p:nvSpPr>
          <p:cNvPr id="49" name="S15_37_Georgia_32_W249.63"/>
          <p:cNvSpPr/>
          <p:nvPr/>
        </p:nvSpPr>
        <p:spPr>
          <a:xfrm>
            <a:off x="37185600" y="3390900"/>
            <a:ext cx="31703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433705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S15_38 · Georgia 32 · W 189.63 · k−0</a:t>
            </a:r>
            <a:endParaRPr lang="en-US" sz="1140" dirty="0"/>
          </a:p>
        </p:txBody>
      </p:sp>
      <p:sp>
        <p:nvSpPr>
          <p:cNvPr id="51" name="S15_38_Georgia_32_W189.63"/>
          <p:cNvSpPr/>
          <p:nvPr/>
        </p:nvSpPr>
        <p:spPr>
          <a:xfrm>
            <a:off x="43370500" y="3390900"/>
            <a:ext cx="24083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762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S15_41 · Calibri 32 · W 67.75 · k−2.88</a:t>
            </a:r>
            <a:endParaRPr lang="en-US" sz="1140" dirty="0"/>
          </a:p>
        </p:txBody>
      </p:sp>
      <p:sp>
        <p:nvSpPr>
          <p:cNvPr id="53" name="S15_41_Calibri_32_W67.75"/>
          <p:cNvSpPr/>
          <p:nvPr/>
        </p:nvSpPr>
        <p:spPr>
          <a:xfrm>
            <a:off x="76200" y="4660900"/>
            <a:ext cx="860425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62611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S15_42 · Calibri 32 · W 110.41 · k−3.22</a:t>
            </a:r>
            <a:endParaRPr lang="en-US" sz="1140" dirty="0"/>
          </a:p>
        </p:txBody>
      </p:sp>
      <p:sp>
        <p:nvSpPr>
          <p:cNvPr id="55" name="S15_42_Calibri_32_W110.41"/>
          <p:cNvSpPr/>
          <p:nvPr/>
        </p:nvSpPr>
        <p:spPr>
          <a:xfrm>
            <a:off x="6261100" y="4660900"/>
            <a:ext cx="1402207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124460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S15_43 · Calibri 32 · W 223 · k−5.25</a:t>
            </a:r>
            <a:endParaRPr lang="en-US" sz="1140" dirty="0"/>
          </a:p>
        </p:txBody>
      </p:sp>
      <p:sp>
        <p:nvSpPr>
          <p:cNvPr id="57" name="S15_43_Calibri_32_W223"/>
          <p:cNvSpPr/>
          <p:nvPr/>
        </p:nvSpPr>
        <p:spPr>
          <a:xfrm>
            <a:off x="12446000" y="4660900"/>
            <a:ext cx="2832100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186309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S15_44 · Calibri 32 · W 160.28 · k−5.35</a:t>
            </a:r>
            <a:endParaRPr lang="en-US" sz="1140" dirty="0"/>
          </a:p>
        </p:txBody>
      </p:sp>
      <p:sp>
        <p:nvSpPr>
          <p:cNvPr id="59" name="S15_44_Calibri_32_W160.28"/>
          <p:cNvSpPr/>
          <p:nvPr/>
        </p:nvSpPr>
        <p:spPr>
          <a:xfrm>
            <a:off x="18630900" y="4660900"/>
            <a:ext cx="2035556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248158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S15_45 · Verdana 32 · W 85.59 · k−4.04</a:t>
            </a:r>
            <a:endParaRPr lang="en-US" sz="1140" dirty="0"/>
          </a:p>
        </p:txBody>
      </p:sp>
      <p:sp>
        <p:nvSpPr>
          <p:cNvPr id="61" name="S15_45_Verdana_32_W85.59"/>
          <p:cNvSpPr/>
          <p:nvPr/>
        </p:nvSpPr>
        <p:spPr>
          <a:xfrm>
            <a:off x="24815800" y="4660900"/>
            <a:ext cx="108699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310007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S15_46 · Verdana 32 · W 140.03 · k−4.35</a:t>
            </a:r>
            <a:endParaRPr lang="en-US" sz="1140" dirty="0"/>
          </a:p>
        </p:txBody>
      </p:sp>
      <p:sp>
        <p:nvSpPr>
          <p:cNvPr id="63" name="S15_46_Verdana_32_W140.03"/>
          <p:cNvSpPr/>
          <p:nvPr/>
        </p:nvSpPr>
        <p:spPr>
          <a:xfrm>
            <a:off x="31000700" y="4660900"/>
            <a:ext cx="1778381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3200" dirty="0"/>
          </a:p>
        </p:txBody>
      </p:sp>
      <p:sp>
        <p:nvSpPr>
          <p:cNvPr id="64" name="Text 62"/>
          <p:cNvSpPr/>
          <p:nvPr/>
        </p:nvSpPr>
        <p:spPr>
          <a:xfrm>
            <a:off x="371856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S15_47 · Verdana 32 · W 272.81 · k−5.94</a:t>
            </a:r>
            <a:endParaRPr lang="en-US" sz="1140" dirty="0"/>
          </a:p>
        </p:txBody>
      </p:sp>
      <p:sp>
        <p:nvSpPr>
          <p:cNvPr id="65" name="S15_47_Verdana_32_W272.81"/>
          <p:cNvSpPr/>
          <p:nvPr/>
        </p:nvSpPr>
        <p:spPr>
          <a:xfrm>
            <a:off x="37185600" y="4660900"/>
            <a:ext cx="3464687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433705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S15_48 · Verdana 32 · W 209.19 · k−7.81</a:t>
            </a:r>
            <a:endParaRPr lang="en-US" sz="1140" dirty="0"/>
          </a:p>
        </p:txBody>
      </p:sp>
      <p:sp>
        <p:nvSpPr>
          <p:cNvPr id="67" name="S15_48_Verdana_32_W209.19"/>
          <p:cNvSpPr/>
          <p:nvPr/>
        </p:nvSpPr>
        <p:spPr>
          <a:xfrm>
            <a:off x="43370500" y="4660900"/>
            <a:ext cx="265671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762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S15_51 · Tahoma 32 · W 76.08 · k−3.8</a:t>
            </a:r>
            <a:endParaRPr lang="en-US" sz="1140" dirty="0"/>
          </a:p>
        </p:txBody>
      </p:sp>
      <p:sp>
        <p:nvSpPr>
          <p:cNvPr id="69" name="S15_51_Tahoma_32_W76.08"/>
          <p:cNvSpPr/>
          <p:nvPr/>
        </p:nvSpPr>
        <p:spPr>
          <a:xfrm>
            <a:off x="76200" y="5930900"/>
            <a:ext cx="966216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62611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S15_52 · Tahoma 32 · W 123.42 · k−4.08</a:t>
            </a:r>
            <a:endParaRPr lang="en-US" sz="1140" dirty="0"/>
          </a:p>
        </p:txBody>
      </p:sp>
      <p:sp>
        <p:nvSpPr>
          <p:cNvPr id="71" name="S15_52_Tahoma_32_W123.42"/>
          <p:cNvSpPr/>
          <p:nvPr/>
        </p:nvSpPr>
        <p:spPr>
          <a:xfrm>
            <a:off x="6261100" y="5930900"/>
            <a:ext cx="1567434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3200" dirty="0"/>
          </a:p>
        </p:txBody>
      </p:sp>
      <p:sp>
        <p:nvSpPr>
          <p:cNvPr id="72" name="Text 70"/>
          <p:cNvSpPr/>
          <p:nvPr/>
        </p:nvSpPr>
        <p:spPr>
          <a:xfrm>
            <a:off x="124460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S15_53 · Tahoma 32 · W 243.59 · k−5.54</a:t>
            </a:r>
            <a:endParaRPr lang="en-US" sz="1140" dirty="0"/>
          </a:p>
        </p:txBody>
      </p:sp>
      <p:sp>
        <p:nvSpPr>
          <p:cNvPr id="73" name="S15_53_Tahoma_32_W243.59"/>
          <p:cNvSpPr/>
          <p:nvPr/>
        </p:nvSpPr>
        <p:spPr>
          <a:xfrm>
            <a:off x="12446000" y="5930900"/>
            <a:ext cx="309359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186309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S15_54 · Tahoma 32 · W 187.13 · k−7.37</a:t>
            </a:r>
            <a:endParaRPr lang="en-US" sz="1140" dirty="0"/>
          </a:p>
        </p:txBody>
      </p:sp>
      <p:sp>
        <p:nvSpPr>
          <p:cNvPr id="75" name="S15_54_Tahoma_32_W187.13"/>
          <p:cNvSpPr/>
          <p:nvPr/>
        </p:nvSpPr>
        <p:spPr>
          <a:xfrm>
            <a:off x="18630900" y="5930900"/>
            <a:ext cx="2376551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248158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S15_55 · Trebuchet MS 32 · W 75.02 · k−3.98</a:t>
            </a:r>
            <a:endParaRPr lang="en-US" sz="1140" dirty="0"/>
          </a:p>
        </p:txBody>
      </p:sp>
      <p:sp>
        <p:nvSpPr>
          <p:cNvPr id="77" name="S15_55_TrebuchetMS_32_W75.02"/>
          <p:cNvSpPr/>
          <p:nvPr/>
        </p:nvSpPr>
        <p:spPr>
          <a:xfrm>
            <a:off x="24815800" y="5930900"/>
            <a:ext cx="952754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3200" dirty="0"/>
          </a:p>
        </p:txBody>
      </p:sp>
      <p:sp>
        <p:nvSpPr>
          <p:cNvPr id="78" name="Text 76"/>
          <p:cNvSpPr/>
          <p:nvPr/>
        </p:nvSpPr>
        <p:spPr>
          <a:xfrm>
            <a:off x="310007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S15_56 · Trebuchet MS 32 · W 118.63 · k−6.5</a:t>
            </a:r>
            <a:endParaRPr lang="en-US" sz="1140" dirty="0"/>
          </a:p>
        </p:txBody>
      </p:sp>
      <p:sp>
        <p:nvSpPr>
          <p:cNvPr id="79" name="S15_56_TrebuchetMS_32_W118.63"/>
          <p:cNvSpPr/>
          <p:nvPr/>
        </p:nvSpPr>
        <p:spPr>
          <a:xfrm>
            <a:off x="31000700" y="5930900"/>
            <a:ext cx="1506601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3200" dirty="0"/>
          </a:p>
        </p:txBody>
      </p:sp>
      <p:sp>
        <p:nvSpPr>
          <p:cNvPr id="80" name="Text 78"/>
          <p:cNvSpPr/>
          <p:nvPr/>
        </p:nvSpPr>
        <p:spPr>
          <a:xfrm>
            <a:off x="371856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S15_57 · Trebuchet MS 32 · W 244.09 · k−9.29</a:t>
            </a:r>
            <a:endParaRPr lang="en-US" sz="1140" dirty="0"/>
          </a:p>
        </p:txBody>
      </p:sp>
      <p:sp>
        <p:nvSpPr>
          <p:cNvPr id="81" name="S15_57_TrebuchetMS_32_W244.09"/>
          <p:cNvSpPr/>
          <p:nvPr/>
        </p:nvSpPr>
        <p:spPr>
          <a:xfrm>
            <a:off x="37185600" y="5930900"/>
            <a:ext cx="309994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82" name="Text 80"/>
          <p:cNvSpPr/>
          <p:nvPr/>
        </p:nvSpPr>
        <p:spPr>
          <a:xfrm>
            <a:off x="433705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S15_58 · Trebuchet MS 32 · W 175.89 · k−10.49</a:t>
            </a:r>
            <a:endParaRPr lang="en-US" sz="1140" dirty="0"/>
          </a:p>
        </p:txBody>
      </p:sp>
      <p:sp>
        <p:nvSpPr>
          <p:cNvPr id="83" name="S15_58_TrebuchetMS_32_W175.89"/>
          <p:cNvSpPr/>
          <p:nvPr/>
        </p:nvSpPr>
        <p:spPr>
          <a:xfrm>
            <a:off x="43370500" y="5930900"/>
            <a:ext cx="2233803" cy="487680"/>
          </a:xfrm>
          <a:prstGeom prst="rect">
            <a:avLst/>
          </a:prstGeom>
          <a:noFill/>
          <a:ln w="26458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84" name="Text 82"/>
          <p:cNvSpPr/>
          <p:nvPr/>
        </p:nvSpPr>
        <p:spPr>
          <a:xfrm>
            <a:off x="762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S15_61 · Comic Sans MS 32 · W 82.25 · k−0</a:t>
            </a:r>
            <a:endParaRPr lang="en-US" sz="1140" dirty="0"/>
          </a:p>
        </p:txBody>
      </p:sp>
      <p:sp>
        <p:nvSpPr>
          <p:cNvPr id="85" name="S15_61_ComicSansMS_32_W82.25"/>
          <p:cNvSpPr/>
          <p:nvPr/>
        </p:nvSpPr>
        <p:spPr>
          <a:xfrm>
            <a:off x="76200" y="7200900"/>
            <a:ext cx="10445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3200" dirty="0"/>
          </a:p>
        </p:txBody>
      </p:sp>
      <p:sp>
        <p:nvSpPr>
          <p:cNvPr id="86" name="Text 84"/>
          <p:cNvSpPr/>
          <p:nvPr/>
        </p:nvSpPr>
        <p:spPr>
          <a:xfrm>
            <a:off x="62611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S15_62 · Comic Sans MS 32 · W 136.25 · k−0</a:t>
            </a:r>
            <a:endParaRPr lang="en-US" sz="1140" dirty="0"/>
          </a:p>
        </p:txBody>
      </p:sp>
      <p:sp>
        <p:nvSpPr>
          <p:cNvPr id="87" name="S15_62_ComicSansMS_32_W136.25"/>
          <p:cNvSpPr/>
          <p:nvPr/>
        </p:nvSpPr>
        <p:spPr>
          <a:xfrm>
            <a:off x="6261100" y="7200900"/>
            <a:ext cx="17303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3200" dirty="0"/>
          </a:p>
        </p:txBody>
      </p:sp>
      <p:sp>
        <p:nvSpPr>
          <p:cNvPr id="88" name="Text 86"/>
          <p:cNvSpPr/>
          <p:nvPr/>
        </p:nvSpPr>
        <p:spPr>
          <a:xfrm>
            <a:off x="124460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S15_63 · Comic Sans MS 32 · W 256.38 · k−0</a:t>
            </a:r>
            <a:endParaRPr lang="en-US" sz="1140" dirty="0"/>
          </a:p>
        </p:txBody>
      </p:sp>
      <p:sp>
        <p:nvSpPr>
          <p:cNvPr id="89" name="S15_63_ComicSansMS_32_W256.38"/>
          <p:cNvSpPr/>
          <p:nvPr/>
        </p:nvSpPr>
        <p:spPr>
          <a:xfrm>
            <a:off x="12446000" y="7200900"/>
            <a:ext cx="32560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90" name="Text 88"/>
          <p:cNvSpPr/>
          <p:nvPr/>
        </p:nvSpPr>
        <p:spPr>
          <a:xfrm>
            <a:off x="186309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S15_64 · Comic Sans MS 32 · W 193.38 · k−0</a:t>
            </a:r>
            <a:endParaRPr lang="en-US" sz="1140" dirty="0"/>
          </a:p>
        </p:txBody>
      </p:sp>
      <p:sp>
        <p:nvSpPr>
          <p:cNvPr id="91" name="S15_64_ComicSansMS_32_W193.38"/>
          <p:cNvSpPr/>
          <p:nvPr/>
        </p:nvSpPr>
        <p:spPr>
          <a:xfrm>
            <a:off x="18630900" y="7200900"/>
            <a:ext cx="24559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92" name="Text 90"/>
          <p:cNvSpPr/>
          <p:nvPr/>
        </p:nvSpPr>
        <p:spPr>
          <a:xfrm>
            <a:off x="248158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S15_65 · Courier New 32 · W 97.25 · k−0</a:t>
            </a:r>
            <a:endParaRPr lang="en-US" sz="1140" dirty="0"/>
          </a:p>
        </p:txBody>
      </p:sp>
      <p:sp>
        <p:nvSpPr>
          <p:cNvPr id="93" name="S15_65_CourierNew_32_W97.25"/>
          <p:cNvSpPr/>
          <p:nvPr/>
        </p:nvSpPr>
        <p:spPr>
          <a:xfrm>
            <a:off x="24815800" y="7200900"/>
            <a:ext cx="12350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3200" dirty="0"/>
          </a:p>
        </p:txBody>
      </p:sp>
      <p:sp>
        <p:nvSpPr>
          <p:cNvPr id="94" name="Text 92"/>
          <p:cNvSpPr/>
          <p:nvPr/>
        </p:nvSpPr>
        <p:spPr>
          <a:xfrm>
            <a:off x="310007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S15_66 · Courier New 32 · W 155 · k−0</a:t>
            </a:r>
            <a:endParaRPr lang="en-US" sz="1140" dirty="0"/>
          </a:p>
        </p:txBody>
      </p:sp>
      <p:sp>
        <p:nvSpPr>
          <p:cNvPr id="95" name="S15_66_CourierNew_32_W155"/>
          <p:cNvSpPr/>
          <p:nvPr/>
        </p:nvSpPr>
        <p:spPr>
          <a:xfrm>
            <a:off x="31000700" y="7200900"/>
            <a:ext cx="19685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3200" dirty="0"/>
          </a:p>
        </p:txBody>
      </p:sp>
      <p:sp>
        <p:nvSpPr>
          <p:cNvPr id="96" name="Text 94"/>
          <p:cNvSpPr/>
          <p:nvPr/>
        </p:nvSpPr>
        <p:spPr>
          <a:xfrm>
            <a:off x="371856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S15_67 · Courier New 32 · W 309 · k−0</a:t>
            </a:r>
            <a:endParaRPr lang="en-US" sz="1140" dirty="0"/>
          </a:p>
        </p:txBody>
      </p:sp>
      <p:sp>
        <p:nvSpPr>
          <p:cNvPr id="97" name="S15_67_CourierNew_32_W309"/>
          <p:cNvSpPr/>
          <p:nvPr/>
        </p:nvSpPr>
        <p:spPr>
          <a:xfrm>
            <a:off x="37185600" y="7200900"/>
            <a:ext cx="39243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3200" dirty="0"/>
          </a:p>
        </p:txBody>
      </p:sp>
      <p:sp>
        <p:nvSpPr>
          <p:cNvPr id="98" name="Text 96"/>
          <p:cNvSpPr/>
          <p:nvPr/>
        </p:nvSpPr>
        <p:spPr>
          <a:xfrm>
            <a:off x="433705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S15_68 · Courier New 32 · W 232 · k−0</a:t>
            </a:r>
            <a:endParaRPr lang="en-US" sz="1140" dirty="0"/>
          </a:p>
        </p:txBody>
      </p:sp>
      <p:sp>
        <p:nvSpPr>
          <p:cNvPr id="99" name="S15_68_CourierNew_32_W232"/>
          <p:cNvSpPr/>
          <p:nvPr/>
        </p:nvSpPr>
        <p:spPr>
          <a:xfrm>
            <a:off x="43370500" y="7200900"/>
            <a:ext cx="29464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3200" dirty="0"/>
          </a:p>
        </p:txBody>
      </p:sp>
      <p:sp>
        <p:nvSpPr>
          <p:cNvPr id="100" name="Text 98"/>
          <p:cNvSpPr/>
          <p:nvPr/>
        </p:nvSpPr>
        <p:spPr>
          <a:xfrm>
            <a:off x="76200" y="8305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36pt regular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62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S16_11 · Roboto 36 · W 88.5 · k−0</a:t>
            </a:r>
            <a:endParaRPr lang="en-US" sz="1220" dirty="0"/>
          </a:p>
        </p:txBody>
      </p:sp>
      <p:sp>
        <p:nvSpPr>
          <p:cNvPr id="102" name="S16_11_Roboto_36_W88.5"/>
          <p:cNvSpPr/>
          <p:nvPr/>
        </p:nvSpPr>
        <p:spPr>
          <a:xfrm>
            <a:off x="76200" y="8724900"/>
            <a:ext cx="11239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3600" dirty="0"/>
          </a:p>
        </p:txBody>
      </p:sp>
      <p:sp>
        <p:nvSpPr>
          <p:cNvPr id="103" name="Text 101"/>
          <p:cNvSpPr/>
          <p:nvPr/>
        </p:nvSpPr>
        <p:spPr>
          <a:xfrm>
            <a:off x="62611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S16_12 · Roboto 36 · W 141.13 · k−0</a:t>
            </a:r>
            <a:endParaRPr lang="en-US" sz="1220" dirty="0"/>
          </a:p>
        </p:txBody>
      </p:sp>
      <p:sp>
        <p:nvSpPr>
          <p:cNvPr id="104" name="S16_12_Roboto_36_W141.13"/>
          <p:cNvSpPr/>
          <p:nvPr/>
        </p:nvSpPr>
        <p:spPr>
          <a:xfrm>
            <a:off x="6261100" y="8724900"/>
            <a:ext cx="17923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05" name="Text 103"/>
          <p:cNvSpPr/>
          <p:nvPr/>
        </p:nvSpPr>
        <p:spPr>
          <a:xfrm>
            <a:off x="124460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S16_13 · Roboto 36 · W 285.88 · k−0</a:t>
            </a:r>
            <a:endParaRPr lang="en-US" sz="1220" dirty="0"/>
          </a:p>
        </p:txBody>
      </p:sp>
      <p:sp>
        <p:nvSpPr>
          <p:cNvPr id="106" name="S16_13_Roboto_36_W285.88"/>
          <p:cNvSpPr/>
          <p:nvPr/>
        </p:nvSpPr>
        <p:spPr>
          <a:xfrm>
            <a:off x="12446000" y="8724900"/>
            <a:ext cx="363067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07" name="Text 105"/>
          <p:cNvSpPr/>
          <p:nvPr/>
        </p:nvSpPr>
        <p:spPr>
          <a:xfrm>
            <a:off x="186309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S16_14 · Roboto 36 · W 203.75 · k−0</a:t>
            </a:r>
            <a:endParaRPr lang="en-US" sz="1220" dirty="0"/>
          </a:p>
        </p:txBody>
      </p:sp>
      <p:sp>
        <p:nvSpPr>
          <p:cNvPr id="108" name="S16_14_Roboto_36_W203.75"/>
          <p:cNvSpPr/>
          <p:nvPr/>
        </p:nvSpPr>
        <p:spPr>
          <a:xfrm>
            <a:off x="18630900" y="8724900"/>
            <a:ext cx="258762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09" name="Text 107"/>
          <p:cNvSpPr/>
          <p:nvPr/>
        </p:nvSpPr>
        <p:spPr>
          <a:xfrm>
            <a:off x="248158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S16_15 · Inter 36 · W 96.5 · k−0</a:t>
            </a:r>
            <a:endParaRPr lang="en-US" sz="1220" dirty="0"/>
          </a:p>
        </p:txBody>
      </p:sp>
      <p:sp>
        <p:nvSpPr>
          <p:cNvPr id="110" name="S16_15_Inter_36_W96.5"/>
          <p:cNvSpPr/>
          <p:nvPr/>
        </p:nvSpPr>
        <p:spPr>
          <a:xfrm>
            <a:off x="24815800" y="8724900"/>
            <a:ext cx="12255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3600" dirty="0"/>
          </a:p>
        </p:txBody>
      </p:sp>
      <p:sp>
        <p:nvSpPr>
          <p:cNvPr id="111" name="Text 109"/>
          <p:cNvSpPr/>
          <p:nvPr/>
        </p:nvSpPr>
        <p:spPr>
          <a:xfrm>
            <a:off x="310007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S16_16 · Inter 36 · W 156.38 · k−0</a:t>
            </a:r>
            <a:endParaRPr lang="en-US" sz="1220" dirty="0"/>
          </a:p>
        </p:txBody>
      </p:sp>
      <p:sp>
        <p:nvSpPr>
          <p:cNvPr id="112" name="S16_16_Inter_36_W156.38"/>
          <p:cNvSpPr/>
          <p:nvPr/>
        </p:nvSpPr>
        <p:spPr>
          <a:xfrm>
            <a:off x="31000700" y="8724900"/>
            <a:ext cx="19860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13" name="Text 111"/>
          <p:cNvSpPr/>
          <p:nvPr/>
        </p:nvSpPr>
        <p:spPr>
          <a:xfrm>
            <a:off x="371856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S16_17 · Inter 36 · W 306.38 · k−0</a:t>
            </a:r>
            <a:endParaRPr lang="en-US" sz="1220" dirty="0"/>
          </a:p>
        </p:txBody>
      </p:sp>
      <p:sp>
        <p:nvSpPr>
          <p:cNvPr id="114" name="S16_17_Inter_36_W306.38"/>
          <p:cNvSpPr/>
          <p:nvPr/>
        </p:nvSpPr>
        <p:spPr>
          <a:xfrm>
            <a:off x="37185600" y="8724900"/>
            <a:ext cx="38910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15" name="Text 113"/>
          <p:cNvSpPr/>
          <p:nvPr/>
        </p:nvSpPr>
        <p:spPr>
          <a:xfrm>
            <a:off x="43370500" y="855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S16_18 · Inter 36 · W 225.25 · k−0</a:t>
            </a:r>
            <a:endParaRPr lang="en-US" sz="1220" dirty="0"/>
          </a:p>
        </p:txBody>
      </p:sp>
      <p:sp>
        <p:nvSpPr>
          <p:cNvPr id="116" name="S16_18_Inter_36_W225.25"/>
          <p:cNvSpPr/>
          <p:nvPr/>
        </p:nvSpPr>
        <p:spPr>
          <a:xfrm>
            <a:off x="43370500" y="8724900"/>
            <a:ext cx="286067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17" name="Text 115"/>
          <p:cNvSpPr/>
          <p:nvPr/>
        </p:nvSpPr>
        <p:spPr>
          <a:xfrm>
            <a:off x="762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S16_21 · Arial 36 · W 87.01 · k−3.99</a:t>
            </a:r>
            <a:endParaRPr lang="en-US" sz="1220" dirty="0"/>
          </a:p>
        </p:txBody>
      </p:sp>
      <p:sp>
        <p:nvSpPr>
          <p:cNvPr id="118" name="S16_21_Arial_36_W87.01"/>
          <p:cNvSpPr/>
          <p:nvPr/>
        </p:nvSpPr>
        <p:spPr>
          <a:xfrm>
            <a:off x="76200" y="10121900"/>
            <a:ext cx="110502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3600" dirty="0"/>
          </a:p>
        </p:txBody>
      </p:sp>
      <p:sp>
        <p:nvSpPr>
          <p:cNvPr id="119" name="Text 117"/>
          <p:cNvSpPr/>
          <p:nvPr/>
        </p:nvSpPr>
        <p:spPr>
          <a:xfrm>
            <a:off x="62611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S16_22 · Arial 36 · W 142.34 · k−4.66</a:t>
            </a:r>
            <a:endParaRPr lang="en-US" sz="1220" dirty="0"/>
          </a:p>
        </p:txBody>
      </p:sp>
      <p:sp>
        <p:nvSpPr>
          <p:cNvPr id="120" name="S16_22_Arial_36_W142.34"/>
          <p:cNvSpPr/>
          <p:nvPr/>
        </p:nvSpPr>
        <p:spPr>
          <a:xfrm>
            <a:off x="6261100" y="10121900"/>
            <a:ext cx="1807718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21" name="Text 119"/>
          <p:cNvSpPr/>
          <p:nvPr/>
        </p:nvSpPr>
        <p:spPr>
          <a:xfrm>
            <a:off x="124460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S16_23 · Arial 36 · W 283.71 · k−5.29</a:t>
            </a:r>
            <a:endParaRPr lang="en-US" sz="1220" dirty="0"/>
          </a:p>
        </p:txBody>
      </p:sp>
      <p:sp>
        <p:nvSpPr>
          <p:cNvPr id="122" name="S16_23_Arial_36_W283.71"/>
          <p:cNvSpPr/>
          <p:nvPr/>
        </p:nvSpPr>
        <p:spPr>
          <a:xfrm>
            <a:off x="12446000" y="10121900"/>
            <a:ext cx="360311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23" name="Text 121"/>
          <p:cNvSpPr/>
          <p:nvPr/>
        </p:nvSpPr>
        <p:spPr>
          <a:xfrm>
            <a:off x="186309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S16_24 · Arial 36 · W 207.35 · k−8.65</a:t>
            </a:r>
            <a:endParaRPr lang="en-US" sz="1220" dirty="0"/>
          </a:p>
        </p:txBody>
      </p:sp>
      <p:sp>
        <p:nvSpPr>
          <p:cNvPr id="124" name="S16_24_Arial_36_W207.35"/>
          <p:cNvSpPr/>
          <p:nvPr/>
        </p:nvSpPr>
        <p:spPr>
          <a:xfrm>
            <a:off x="18630900" y="10121900"/>
            <a:ext cx="2633345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25" name="Text 123"/>
          <p:cNvSpPr/>
          <p:nvPr/>
        </p:nvSpPr>
        <p:spPr>
          <a:xfrm>
            <a:off x="248158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S16_25 · Arial Narrow 36 · W 71.48 · k−3.27</a:t>
            </a:r>
            <a:endParaRPr lang="en-US" sz="1220" dirty="0"/>
          </a:p>
        </p:txBody>
      </p:sp>
      <p:sp>
        <p:nvSpPr>
          <p:cNvPr id="126" name="S16_25_ArialNarrow_36_W71.48"/>
          <p:cNvSpPr/>
          <p:nvPr/>
        </p:nvSpPr>
        <p:spPr>
          <a:xfrm>
            <a:off x="24815800" y="10121900"/>
            <a:ext cx="90779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3600" dirty="0"/>
          </a:p>
        </p:txBody>
      </p:sp>
      <p:sp>
        <p:nvSpPr>
          <p:cNvPr id="127" name="Text 125"/>
          <p:cNvSpPr/>
          <p:nvPr/>
        </p:nvSpPr>
        <p:spPr>
          <a:xfrm>
            <a:off x="310007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S16_26 · Arial Narrow 36 · W 117.1 · k−3.78</a:t>
            </a:r>
            <a:endParaRPr lang="en-US" sz="1220" dirty="0"/>
          </a:p>
        </p:txBody>
      </p:sp>
      <p:sp>
        <p:nvSpPr>
          <p:cNvPr id="128" name="S16_26_ArialNarrow_36_W117.1"/>
          <p:cNvSpPr/>
          <p:nvPr/>
        </p:nvSpPr>
        <p:spPr>
          <a:xfrm>
            <a:off x="31000700" y="10121900"/>
            <a:ext cx="1487170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29" name="Text 127"/>
          <p:cNvSpPr/>
          <p:nvPr/>
        </p:nvSpPr>
        <p:spPr>
          <a:xfrm>
            <a:off x="371856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S16_27 · Arial Narrow 36 · W 232.68 · k−4.32</a:t>
            </a:r>
            <a:endParaRPr lang="en-US" sz="1220" dirty="0"/>
          </a:p>
        </p:txBody>
      </p:sp>
      <p:sp>
        <p:nvSpPr>
          <p:cNvPr id="130" name="S16_27_ArialNarrow_36_W232.68"/>
          <p:cNvSpPr/>
          <p:nvPr/>
        </p:nvSpPr>
        <p:spPr>
          <a:xfrm>
            <a:off x="37185600" y="10121900"/>
            <a:ext cx="295503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31" name="Text 129"/>
          <p:cNvSpPr/>
          <p:nvPr/>
        </p:nvSpPr>
        <p:spPr>
          <a:xfrm>
            <a:off x="43370500" y="9956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S16_28 · Arial Narrow 36 · W 170.58 · k−7.05</a:t>
            </a:r>
            <a:endParaRPr lang="en-US" sz="1220" dirty="0"/>
          </a:p>
        </p:txBody>
      </p:sp>
      <p:sp>
        <p:nvSpPr>
          <p:cNvPr id="132" name="S16_28_ArialNarrow_36_W170.58"/>
          <p:cNvSpPr/>
          <p:nvPr/>
        </p:nvSpPr>
        <p:spPr>
          <a:xfrm>
            <a:off x="43370500" y="10121900"/>
            <a:ext cx="216636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33" name="Text 131"/>
          <p:cNvSpPr/>
          <p:nvPr/>
        </p:nvSpPr>
        <p:spPr>
          <a:xfrm>
            <a:off x="762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S16_31 · Times New Roman 36 · W 81.49 · k−2.51</a:t>
            </a:r>
            <a:endParaRPr lang="en-US" sz="1220" dirty="0"/>
          </a:p>
        </p:txBody>
      </p:sp>
      <p:sp>
        <p:nvSpPr>
          <p:cNvPr id="134" name="S16_31_TimesNewRoman_36_W81.49"/>
          <p:cNvSpPr/>
          <p:nvPr/>
        </p:nvSpPr>
        <p:spPr>
          <a:xfrm>
            <a:off x="76200" y="11518900"/>
            <a:ext cx="1034923" cy="54864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3600" dirty="0"/>
          </a:p>
        </p:txBody>
      </p:sp>
      <p:sp>
        <p:nvSpPr>
          <p:cNvPr id="135" name="Text 133"/>
          <p:cNvSpPr/>
          <p:nvPr/>
        </p:nvSpPr>
        <p:spPr>
          <a:xfrm>
            <a:off x="62611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S16_32 · Times New Roman 36 · W 139.85 · k−7.15</a:t>
            </a:r>
            <a:endParaRPr lang="en-US" sz="1220" dirty="0"/>
          </a:p>
        </p:txBody>
      </p:sp>
      <p:sp>
        <p:nvSpPr>
          <p:cNvPr id="136" name="S16_32_TimesNewRoman_36_W139.85"/>
          <p:cNvSpPr/>
          <p:nvPr/>
        </p:nvSpPr>
        <p:spPr>
          <a:xfrm>
            <a:off x="6261100" y="11518900"/>
            <a:ext cx="1776095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37" name="Text 135"/>
          <p:cNvSpPr/>
          <p:nvPr/>
        </p:nvSpPr>
        <p:spPr>
          <a:xfrm>
            <a:off x="124460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S16_33 · Times New Roman 36 · W 262.88 · k−6.12</a:t>
            </a:r>
            <a:endParaRPr lang="en-US" sz="1220" dirty="0"/>
          </a:p>
        </p:txBody>
      </p:sp>
      <p:sp>
        <p:nvSpPr>
          <p:cNvPr id="138" name="S16_33_TimesNewRoman_36_W262.88"/>
          <p:cNvSpPr/>
          <p:nvPr/>
        </p:nvSpPr>
        <p:spPr>
          <a:xfrm>
            <a:off x="12446000" y="11518900"/>
            <a:ext cx="333857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39" name="Text 137"/>
          <p:cNvSpPr/>
          <p:nvPr/>
        </p:nvSpPr>
        <p:spPr>
          <a:xfrm>
            <a:off x="186309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S16_34 · Times New Roman 36 · W 205.58 · k−9.67</a:t>
            </a:r>
            <a:endParaRPr lang="en-US" sz="1220" dirty="0"/>
          </a:p>
        </p:txBody>
      </p:sp>
      <p:sp>
        <p:nvSpPr>
          <p:cNvPr id="140" name="S16_34_TimesNewRoman_36_W205.58"/>
          <p:cNvSpPr/>
          <p:nvPr/>
        </p:nvSpPr>
        <p:spPr>
          <a:xfrm>
            <a:off x="18630900" y="11518900"/>
            <a:ext cx="261086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41" name="Text 139"/>
          <p:cNvSpPr/>
          <p:nvPr/>
        </p:nvSpPr>
        <p:spPr>
          <a:xfrm>
            <a:off x="248158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S16_35 · Georgia 36 · W 87.13 · k−0</a:t>
            </a:r>
            <a:endParaRPr lang="en-US" sz="1220" dirty="0"/>
          </a:p>
        </p:txBody>
      </p:sp>
      <p:sp>
        <p:nvSpPr>
          <p:cNvPr id="142" name="S16_35_Georgia_36_W87.13"/>
          <p:cNvSpPr/>
          <p:nvPr/>
        </p:nvSpPr>
        <p:spPr>
          <a:xfrm>
            <a:off x="24815800" y="11518900"/>
            <a:ext cx="11065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3600" dirty="0"/>
          </a:p>
        </p:txBody>
      </p:sp>
      <p:sp>
        <p:nvSpPr>
          <p:cNvPr id="143" name="Text 141"/>
          <p:cNvSpPr/>
          <p:nvPr/>
        </p:nvSpPr>
        <p:spPr>
          <a:xfrm>
            <a:off x="310007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S16_36 · Georgia 36 · W 143.5 · k−0</a:t>
            </a:r>
            <a:endParaRPr lang="en-US" sz="1220" dirty="0"/>
          </a:p>
        </p:txBody>
      </p:sp>
      <p:sp>
        <p:nvSpPr>
          <p:cNvPr id="144" name="S16_36_Georgia_36_W143.5"/>
          <p:cNvSpPr/>
          <p:nvPr/>
        </p:nvSpPr>
        <p:spPr>
          <a:xfrm>
            <a:off x="31000700" y="11518900"/>
            <a:ext cx="18224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45" name="Text 143"/>
          <p:cNvSpPr/>
          <p:nvPr/>
        </p:nvSpPr>
        <p:spPr>
          <a:xfrm>
            <a:off x="371856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S16_37 · Georgia 36 · W 280 · k−0</a:t>
            </a:r>
            <a:endParaRPr lang="en-US" sz="1220" dirty="0"/>
          </a:p>
        </p:txBody>
      </p:sp>
      <p:sp>
        <p:nvSpPr>
          <p:cNvPr id="146" name="S16_37_Georgia_36_W280"/>
          <p:cNvSpPr/>
          <p:nvPr/>
        </p:nvSpPr>
        <p:spPr>
          <a:xfrm>
            <a:off x="37185600" y="11518900"/>
            <a:ext cx="35560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47" name="Text 145"/>
          <p:cNvSpPr/>
          <p:nvPr/>
        </p:nvSpPr>
        <p:spPr>
          <a:xfrm>
            <a:off x="43370500" y="11353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S16_38 · Georgia 36 · W 212.75 · k−0</a:t>
            </a:r>
            <a:endParaRPr lang="en-US" sz="1220" dirty="0"/>
          </a:p>
        </p:txBody>
      </p:sp>
      <p:sp>
        <p:nvSpPr>
          <p:cNvPr id="148" name="S16_38_Georgia_36_W212.75"/>
          <p:cNvSpPr/>
          <p:nvPr/>
        </p:nvSpPr>
        <p:spPr>
          <a:xfrm>
            <a:off x="43370500" y="11518900"/>
            <a:ext cx="270192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49" name="Text 147"/>
          <p:cNvSpPr/>
          <p:nvPr/>
        </p:nvSpPr>
        <p:spPr>
          <a:xfrm>
            <a:off x="762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S16_41 · Calibri 36 · W 75.89 · k−3.24</a:t>
            </a:r>
            <a:endParaRPr lang="en-US" sz="1220" dirty="0"/>
          </a:p>
        </p:txBody>
      </p:sp>
      <p:sp>
        <p:nvSpPr>
          <p:cNvPr id="150" name="S16_41_Calibri_36_W75.89"/>
          <p:cNvSpPr/>
          <p:nvPr/>
        </p:nvSpPr>
        <p:spPr>
          <a:xfrm>
            <a:off x="76200" y="12915900"/>
            <a:ext cx="963803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3600" dirty="0"/>
          </a:p>
        </p:txBody>
      </p:sp>
      <p:sp>
        <p:nvSpPr>
          <p:cNvPr id="151" name="Text 149"/>
          <p:cNvSpPr/>
          <p:nvPr/>
        </p:nvSpPr>
        <p:spPr>
          <a:xfrm>
            <a:off x="62611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S16_42 · Calibri 36 · W 123.88 · k−3.62</a:t>
            </a:r>
            <a:endParaRPr lang="en-US" sz="1220" dirty="0"/>
          </a:p>
        </p:txBody>
      </p:sp>
      <p:sp>
        <p:nvSpPr>
          <p:cNvPr id="152" name="S16_42_Calibri_36_W123.88"/>
          <p:cNvSpPr/>
          <p:nvPr/>
        </p:nvSpPr>
        <p:spPr>
          <a:xfrm>
            <a:off x="6261100" y="12915900"/>
            <a:ext cx="157327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53" name="Text 151"/>
          <p:cNvSpPr/>
          <p:nvPr/>
        </p:nvSpPr>
        <p:spPr>
          <a:xfrm>
            <a:off x="124460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S16_43 · Calibri 36 · W 250.59 · k−5.91</a:t>
            </a:r>
            <a:endParaRPr lang="en-US" sz="1220" dirty="0"/>
          </a:p>
        </p:txBody>
      </p:sp>
      <p:sp>
        <p:nvSpPr>
          <p:cNvPr id="154" name="S16_43_Calibri_36_W250.59"/>
          <p:cNvSpPr/>
          <p:nvPr/>
        </p:nvSpPr>
        <p:spPr>
          <a:xfrm>
            <a:off x="12446000" y="12915900"/>
            <a:ext cx="3182493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55" name="Text 153"/>
          <p:cNvSpPr/>
          <p:nvPr/>
        </p:nvSpPr>
        <p:spPr>
          <a:xfrm>
            <a:off x="186309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S16_44 · Calibri 36 · W 179.61 · k−6.02</a:t>
            </a:r>
            <a:endParaRPr lang="en-US" sz="1220" dirty="0"/>
          </a:p>
        </p:txBody>
      </p:sp>
      <p:sp>
        <p:nvSpPr>
          <p:cNvPr id="156" name="S16_44_Calibri_36_W179.61"/>
          <p:cNvSpPr/>
          <p:nvPr/>
        </p:nvSpPr>
        <p:spPr>
          <a:xfrm>
            <a:off x="18630900" y="12915900"/>
            <a:ext cx="228104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57" name="Text 155"/>
          <p:cNvSpPr/>
          <p:nvPr/>
        </p:nvSpPr>
        <p:spPr>
          <a:xfrm>
            <a:off x="248158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S16_45 · Verdana 36 · W 95.96 · k−4.54</a:t>
            </a:r>
            <a:endParaRPr lang="en-US" sz="1220" dirty="0"/>
          </a:p>
        </p:txBody>
      </p:sp>
      <p:sp>
        <p:nvSpPr>
          <p:cNvPr id="158" name="S16_45_Verdana_36_W95.96"/>
          <p:cNvSpPr/>
          <p:nvPr/>
        </p:nvSpPr>
        <p:spPr>
          <a:xfrm>
            <a:off x="24815800" y="12915900"/>
            <a:ext cx="1218692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3600" dirty="0"/>
          </a:p>
        </p:txBody>
      </p:sp>
      <p:sp>
        <p:nvSpPr>
          <p:cNvPr id="159" name="Text 157"/>
          <p:cNvSpPr/>
          <p:nvPr/>
        </p:nvSpPr>
        <p:spPr>
          <a:xfrm>
            <a:off x="310007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S16_46 · Verdana 36 · W 157.11 · k−4.89</a:t>
            </a:r>
            <a:endParaRPr lang="en-US" sz="1220" dirty="0"/>
          </a:p>
        </p:txBody>
      </p:sp>
      <p:sp>
        <p:nvSpPr>
          <p:cNvPr id="160" name="S16_46_Verdana_36_W157.11"/>
          <p:cNvSpPr/>
          <p:nvPr/>
        </p:nvSpPr>
        <p:spPr>
          <a:xfrm>
            <a:off x="31000700" y="12915900"/>
            <a:ext cx="199529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61" name="Text 159"/>
          <p:cNvSpPr/>
          <p:nvPr/>
        </p:nvSpPr>
        <p:spPr>
          <a:xfrm>
            <a:off x="371856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S16_47 · Verdana 36 · W 306.82 · k−6.68</a:t>
            </a:r>
            <a:endParaRPr lang="en-US" sz="1220" dirty="0"/>
          </a:p>
        </p:txBody>
      </p:sp>
      <p:sp>
        <p:nvSpPr>
          <p:cNvPr id="162" name="S16_47_Verdana_36_W306.82"/>
          <p:cNvSpPr/>
          <p:nvPr/>
        </p:nvSpPr>
        <p:spPr>
          <a:xfrm>
            <a:off x="37185600" y="12915900"/>
            <a:ext cx="3896614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63" name="Text 161"/>
          <p:cNvSpPr/>
          <p:nvPr/>
        </p:nvSpPr>
        <p:spPr>
          <a:xfrm>
            <a:off x="43370500" y="1275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S16_48 · Verdana 36 · W 234.71 · k−8.79</a:t>
            </a:r>
            <a:endParaRPr lang="en-US" sz="1220" dirty="0"/>
          </a:p>
        </p:txBody>
      </p:sp>
      <p:sp>
        <p:nvSpPr>
          <p:cNvPr id="164" name="S16_48_Verdana_36_W234.71"/>
          <p:cNvSpPr/>
          <p:nvPr/>
        </p:nvSpPr>
        <p:spPr>
          <a:xfrm>
            <a:off x="43370500" y="12915900"/>
            <a:ext cx="298081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65" name="Text 163"/>
          <p:cNvSpPr/>
          <p:nvPr/>
        </p:nvSpPr>
        <p:spPr>
          <a:xfrm>
            <a:off x="762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S16_51 · Tahoma 36 · W 85.23 · k−4.27</a:t>
            </a:r>
            <a:endParaRPr lang="en-US" sz="1220" dirty="0"/>
          </a:p>
        </p:txBody>
      </p:sp>
      <p:sp>
        <p:nvSpPr>
          <p:cNvPr id="166" name="S16_51_Tahoma_36_W85.23"/>
          <p:cNvSpPr/>
          <p:nvPr/>
        </p:nvSpPr>
        <p:spPr>
          <a:xfrm>
            <a:off x="76200" y="14312900"/>
            <a:ext cx="1082421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3600" dirty="0"/>
          </a:p>
        </p:txBody>
      </p:sp>
      <p:sp>
        <p:nvSpPr>
          <p:cNvPr id="167" name="Text 165"/>
          <p:cNvSpPr/>
          <p:nvPr/>
        </p:nvSpPr>
        <p:spPr>
          <a:xfrm>
            <a:off x="62611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S16_52 · Tahoma 36 · W 138.29 · k−4.59</a:t>
            </a:r>
            <a:endParaRPr lang="en-US" sz="1220" dirty="0"/>
          </a:p>
        </p:txBody>
      </p:sp>
      <p:sp>
        <p:nvSpPr>
          <p:cNvPr id="168" name="S16_52_Tahoma_36_W138.29"/>
          <p:cNvSpPr/>
          <p:nvPr/>
        </p:nvSpPr>
        <p:spPr>
          <a:xfrm>
            <a:off x="6261100" y="14312900"/>
            <a:ext cx="1756283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69" name="Text 167"/>
          <p:cNvSpPr/>
          <p:nvPr/>
        </p:nvSpPr>
        <p:spPr>
          <a:xfrm>
            <a:off x="124460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S16_53 · Tahoma 36 · W 273.9 · k−6.23</a:t>
            </a:r>
            <a:endParaRPr lang="en-US" sz="1220" dirty="0"/>
          </a:p>
        </p:txBody>
      </p:sp>
      <p:sp>
        <p:nvSpPr>
          <p:cNvPr id="170" name="S16_53_Tahoma_36_W273.9"/>
          <p:cNvSpPr/>
          <p:nvPr/>
        </p:nvSpPr>
        <p:spPr>
          <a:xfrm>
            <a:off x="12446000" y="14312900"/>
            <a:ext cx="3478530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71" name="Text 169"/>
          <p:cNvSpPr/>
          <p:nvPr/>
        </p:nvSpPr>
        <p:spPr>
          <a:xfrm>
            <a:off x="186309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S16_54 · Tahoma 36 · W 210.08 · k−8.3</a:t>
            </a:r>
            <a:endParaRPr lang="en-US" sz="1220" dirty="0"/>
          </a:p>
        </p:txBody>
      </p:sp>
      <p:sp>
        <p:nvSpPr>
          <p:cNvPr id="172" name="S16_54_Tahoma_36_W210.08"/>
          <p:cNvSpPr/>
          <p:nvPr/>
        </p:nvSpPr>
        <p:spPr>
          <a:xfrm>
            <a:off x="18630900" y="14312900"/>
            <a:ext cx="266801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73" name="Text 171"/>
          <p:cNvSpPr/>
          <p:nvPr/>
        </p:nvSpPr>
        <p:spPr>
          <a:xfrm>
            <a:off x="248158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S16_55 · Trebuchet MS 36 · W 84.27 · k−4.48</a:t>
            </a:r>
            <a:endParaRPr lang="en-US" sz="1220" dirty="0"/>
          </a:p>
        </p:txBody>
      </p:sp>
      <p:sp>
        <p:nvSpPr>
          <p:cNvPr id="174" name="S16_55_TrebuchetMS_36_W84.27"/>
          <p:cNvSpPr/>
          <p:nvPr/>
        </p:nvSpPr>
        <p:spPr>
          <a:xfrm>
            <a:off x="24815800" y="14312900"/>
            <a:ext cx="1070229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3600" dirty="0"/>
          </a:p>
        </p:txBody>
      </p:sp>
      <p:sp>
        <p:nvSpPr>
          <p:cNvPr id="175" name="Text 173"/>
          <p:cNvSpPr/>
          <p:nvPr/>
        </p:nvSpPr>
        <p:spPr>
          <a:xfrm>
            <a:off x="310007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S16_56 · Trebuchet MS 36 · W 133.56 · k−7.32</a:t>
            </a:r>
            <a:endParaRPr lang="en-US" sz="1220" dirty="0"/>
          </a:p>
        </p:txBody>
      </p:sp>
      <p:sp>
        <p:nvSpPr>
          <p:cNvPr id="176" name="S16_56_TrebuchetMS_36_W133.56"/>
          <p:cNvSpPr/>
          <p:nvPr/>
        </p:nvSpPr>
        <p:spPr>
          <a:xfrm>
            <a:off x="31000700" y="14312900"/>
            <a:ext cx="1696212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77" name="Text 175"/>
          <p:cNvSpPr/>
          <p:nvPr/>
        </p:nvSpPr>
        <p:spPr>
          <a:xfrm>
            <a:off x="371856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S16_57 · Trebuchet MS 36 · W 274.06 · k−10.44</a:t>
            </a:r>
            <a:endParaRPr lang="en-US" sz="1220" dirty="0"/>
          </a:p>
        </p:txBody>
      </p:sp>
      <p:sp>
        <p:nvSpPr>
          <p:cNvPr id="178" name="S16_57_TrebuchetMS_36_W274.06"/>
          <p:cNvSpPr/>
          <p:nvPr/>
        </p:nvSpPr>
        <p:spPr>
          <a:xfrm>
            <a:off x="37185600" y="14312900"/>
            <a:ext cx="3480562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79" name="Text 177"/>
          <p:cNvSpPr/>
          <p:nvPr/>
        </p:nvSpPr>
        <p:spPr>
          <a:xfrm>
            <a:off x="43370500" y="14147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S16_58 · Trebuchet MS 36 · W 197.71 · k−11.79</a:t>
            </a:r>
            <a:endParaRPr lang="en-US" sz="1220" dirty="0"/>
          </a:p>
        </p:txBody>
      </p:sp>
      <p:sp>
        <p:nvSpPr>
          <p:cNvPr id="180" name="S16_58_TrebuchetMS_36_W197.71"/>
          <p:cNvSpPr/>
          <p:nvPr/>
        </p:nvSpPr>
        <p:spPr>
          <a:xfrm>
            <a:off x="43370500" y="14312900"/>
            <a:ext cx="251091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81" name="Text 179"/>
          <p:cNvSpPr/>
          <p:nvPr/>
        </p:nvSpPr>
        <p:spPr>
          <a:xfrm>
            <a:off x="762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S16_61 · Comic Sans MS 36 · W 92.25 · k−0</a:t>
            </a:r>
            <a:endParaRPr lang="en-US" sz="1220" dirty="0"/>
          </a:p>
        </p:txBody>
      </p:sp>
      <p:sp>
        <p:nvSpPr>
          <p:cNvPr id="182" name="S16_61_ComicSansMS_36_W92.25"/>
          <p:cNvSpPr/>
          <p:nvPr/>
        </p:nvSpPr>
        <p:spPr>
          <a:xfrm>
            <a:off x="76200" y="15709900"/>
            <a:ext cx="117157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3600" dirty="0"/>
          </a:p>
        </p:txBody>
      </p:sp>
      <p:sp>
        <p:nvSpPr>
          <p:cNvPr id="183" name="Text 181"/>
          <p:cNvSpPr/>
          <p:nvPr/>
        </p:nvSpPr>
        <p:spPr>
          <a:xfrm>
            <a:off x="62611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S16_62 · Comic Sans MS 36 · W 153.13 · k−0</a:t>
            </a:r>
            <a:endParaRPr lang="en-US" sz="1220" dirty="0"/>
          </a:p>
        </p:txBody>
      </p:sp>
      <p:sp>
        <p:nvSpPr>
          <p:cNvPr id="184" name="S16_62_ComicSansMS_36_W153.13"/>
          <p:cNvSpPr/>
          <p:nvPr/>
        </p:nvSpPr>
        <p:spPr>
          <a:xfrm>
            <a:off x="6261100" y="15709900"/>
            <a:ext cx="19447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85" name="Text 183"/>
          <p:cNvSpPr/>
          <p:nvPr/>
        </p:nvSpPr>
        <p:spPr>
          <a:xfrm>
            <a:off x="124460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S16_63 · Comic Sans MS 36 · W 288 · k−0</a:t>
            </a:r>
            <a:endParaRPr lang="en-US" sz="1220" dirty="0"/>
          </a:p>
        </p:txBody>
      </p:sp>
      <p:sp>
        <p:nvSpPr>
          <p:cNvPr id="186" name="S16_63_ComicSansMS_36_W288"/>
          <p:cNvSpPr/>
          <p:nvPr/>
        </p:nvSpPr>
        <p:spPr>
          <a:xfrm>
            <a:off x="12446000" y="15709900"/>
            <a:ext cx="36576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87" name="Text 185"/>
          <p:cNvSpPr/>
          <p:nvPr/>
        </p:nvSpPr>
        <p:spPr>
          <a:xfrm>
            <a:off x="186309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S16_64 · Comic Sans MS 36 · W 217.13 · k−0</a:t>
            </a:r>
            <a:endParaRPr lang="en-US" sz="1220" dirty="0"/>
          </a:p>
        </p:txBody>
      </p:sp>
      <p:sp>
        <p:nvSpPr>
          <p:cNvPr id="188" name="S16_64_ComicSansMS_36_W217.13"/>
          <p:cNvSpPr/>
          <p:nvPr/>
        </p:nvSpPr>
        <p:spPr>
          <a:xfrm>
            <a:off x="18630900" y="15709900"/>
            <a:ext cx="27575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189" name="Text 187"/>
          <p:cNvSpPr/>
          <p:nvPr/>
        </p:nvSpPr>
        <p:spPr>
          <a:xfrm>
            <a:off x="248158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S16_65 · Courier New 36 · W 109.13 · k−0</a:t>
            </a:r>
            <a:endParaRPr lang="en-US" sz="1220" dirty="0"/>
          </a:p>
        </p:txBody>
      </p:sp>
      <p:sp>
        <p:nvSpPr>
          <p:cNvPr id="190" name="S16_65_CourierNew_36_W109.13"/>
          <p:cNvSpPr/>
          <p:nvPr/>
        </p:nvSpPr>
        <p:spPr>
          <a:xfrm>
            <a:off x="24815800" y="15709900"/>
            <a:ext cx="13859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3600" dirty="0"/>
          </a:p>
        </p:txBody>
      </p:sp>
      <p:sp>
        <p:nvSpPr>
          <p:cNvPr id="191" name="Text 189"/>
          <p:cNvSpPr/>
          <p:nvPr/>
        </p:nvSpPr>
        <p:spPr>
          <a:xfrm>
            <a:off x="310007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S16_66 · Courier New 36 · W 174 · k−0</a:t>
            </a:r>
            <a:endParaRPr lang="en-US" sz="1220" dirty="0"/>
          </a:p>
        </p:txBody>
      </p:sp>
      <p:sp>
        <p:nvSpPr>
          <p:cNvPr id="192" name="S16_66_CourierNew_36_W174"/>
          <p:cNvSpPr/>
          <p:nvPr/>
        </p:nvSpPr>
        <p:spPr>
          <a:xfrm>
            <a:off x="31000700" y="15709900"/>
            <a:ext cx="22098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3600" dirty="0"/>
          </a:p>
        </p:txBody>
      </p:sp>
      <p:sp>
        <p:nvSpPr>
          <p:cNvPr id="193" name="Text 191"/>
          <p:cNvSpPr/>
          <p:nvPr/>
        </p:nvSpPr>
        <p:spPr>
          <a:xfrm>
            <a:off x="371856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S16_67 · Courier New 36 · W 347 · k−0</a:t>
            </a:r>
            <a:endParaRPr lang="en-US" sz="1220" dirty="0"/>
          </a:p>
        </p:txBody>
      </p:sp>
      <p:sp>
        <p:nvSpPr>
          <p:cNvPr id="194" name="S16_67_CourierNew_36_W347"/>
          <p:cNvSpPr/>
          <p:nvPr/>
        </p:nvSpPr>
        <p:spPr>
          <a:xfrm>
            <a:off x="37185600" y="15709900"/>
            <a:ext cx="4406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195" name="Text 193"/>
          <p:cNvSpPr/>
          <p:nvPr/>
        </p:nvSpPr>
        <p:spPr>
          <a:xfrm>
            <a:off x="43370500" y="1554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S16_68 · Courier New 36 · W 260.5 · k−0</a:t>
            </a:r>
            <a:endParaRPr lang="en-US" sz="1220" dirty="0"/>
          </a:p>
        </p:txBody>
      </p:sp>
      <p:sp>
        <p:nvSpPr>
          <p:cNvPr id="196" name="S16_68_CourierNew_36_W260.5"/>
          <p:cNvSpPr/>
          <p:nvPr/>
        </p:nvSpPr>
        <p:spPr>
          <a:xfrm>
            <a:off x="43370500" y="15709900"/>
            <a:ext cx="33083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5/15 — 48pt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S17_11 · Roboto 48 · W 117.75 · k−0</a:t>
            </a:r>
            <a:endParaRPr lang="en-US" sz="1400" dirty="0"/>
          </a:p>
        </p:txBody>
      </p:sp>
      <p:sp>
        <p:nvSpPr>
          <p:cNvPr id="5" name="S17_11_Roboto_48_W117.75"/>
          <p:cNvSpPr/>
          <p:nvPr/>
        </p:nvSpPr>
        <p:spPr>
          <a:xfrm>
            <a:off x="76200" y="850900"/>
            <a:ext cx="149542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S17_12 · Roboto 48 · W 188.25 · k−0</a:t>
            </a:r>
            <a:endParaRPr lang="en-US" sz="1400" dirty="0"/>
          </a:p>
        </p:txBody>
      </p:sp>
      <p:sp>
        <p:nvSpPr>
          <p:cNvPr id="7" name="S17_12_Roboto_48_W188.25"/>
          <p:cNvSpPr/>
          <p:nvPr/>
        </p:nvSpPr>
        <p:spPr>
          <a:xfrm>
            <a:off x="6261100" y="850900"/>
            <a:ext cx="239077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 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S17_13 · Roboto 48 · W 380.88 · k−0</a:t>
            </a:r>
            <a:endParaRPr lang="en-US" sz="1400" dirty="0"/>
          </a:p>
        </p:txBody>
      </p:sp>
      <p:sp>
        <p:nvSpPr>
          <p:cNvPr id="9" name="S17_13_Roboto_48_W380.88"/>
          <p:cNvSpPr/>
          <p:nvPr/>
        </p:nvSpPr>
        <p:spPr>
          <a:xfrm>
            <a:off x="12446000" y="850900"/>
            <a:ext cx="483717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S17_14 · Roboto 48 · W 271.63 · k−0</a:t>
            </a:r>
            <a:endParaRPr lang="en-US" sz="1400" dirty="0"/>
          </a:p>
        </p:txBody>
      </p:sp>
      <p:sp>
        <p:nvSpPr>
          <p:cNvPr id="11" name="S17_14_Roboto_48_W271.63"/>
          <p:cNvSpPr/>
          <p:nvPr/>
        </p:nvSpPr>
        <p:spPr>
          <a:xfrm>
            <a:off x="18630900" y="850900"/>
            <a:ext cx="3449701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S17_15 · Inter 48 · W 128.25 · k−0</a:t>
            </a:r>
            <a:endParaRPr lang="en-US" sz="1400" dirty="0"/>
          </a:p>
        </p:txBody>
      </p:sp>
      <p:sp>
        <p:nvSpPr>
          <p:cNvPr id="13" name="S17_15_Inter_48_W128.25"/>
          <p:cNvSpPr/>
          <p:nvPr/>
        </p:nvSpPr>
        <p:spPr>
          <a:xfrm>
            <a:off x="24815800" y="850900"/>
            <a:ext cx="162877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S17_16 · Inter 48 · W 208 · k−0</a:t>
            </a:r>
            <a:endParaRPr lang="en-US" sz="1400" dirty="0"/>
          </a:p>
        </p:txBody>
      </p:sp>
      <p:sp>
        <p:nvSpPr>
          <p:cNvPr id="15" name="S17_16_Inter_48_W208"/>
          <p:cNvSpPr/>
          <p:nvPr/>
        </p:nvSpPr>
        <p:spPr>
          <a:xfrm>
            <a:off x="31000700" y="850900"/>
            <a:ext cx="26416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 Ty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S17_17 · Inter 48 · W 408 · k−0</a:t>
            </a:r>
            <a:endParaRPr lang="en-US" sz="1400" dirty="0"/>
          </a:p>
        </p:txBody>
      </p:sp>
      <p:sp>
        <p:nvSpPr>
          <p:cNvPr id="17" name="S17_17_Inter_48_W408"/>
          <p:cNvSpPr/>
          <p:nvPr/>
        </p:nvSpPr>
        <p:spPr>
          <a:xfrm>
            <a:off x="37185600" y="850900"/>
            <a:ext cx="51816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S17_18 · Inter 48 · W 299.88 · k−0</a:t>
            </a:r>
            <a:endParaRPr lang="en-US" sz="1400" dirty="0"/>
          </a:p>
        </p:txBody>
      </p:sp>
      <p:sp>
        <p:nvSpPr>
          <p:cNvPr id="19" name="S17_18_Inter_48_W299.88"/>
          <p:cNvSpPr/>
          <p:nvPr/>
        </p:nvSpPr>
        <p:spPr>
          <a:xfrm>
            <a:off x="43370500" y="850900"/>
            <a:ext cx="380847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62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S17_21 · Arial 48 · W 115.93 · k−5.32</a:t>
            </a:r>
            <a:endParaRPr lang="en-US" sz="1400" dirty="0"/>
          </a:p>
        </p:txBody>
      </p:sp>
      <p:sp>
        <p:nvSpPr>
          <p:cNvPr id="21" name="S17_21_Arial_48_W115.93"/>
          <p:cNvSpPr/>
          <p:nvPr/>
        </p:nvSpPr>
        <p:spPr>
          <a:xfrm>
            <a:off x="76200" y="2616200"/>
            <a:ext cx="147231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2611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S17_22 · Arial 48 · W 189.66 · k−6.22</a:t>
            </a:r>
            <a:endParaRPr lang="en-US" sz="1400" dirty="0"/>
          </a:p>
        </p:txBody>
      </p:sp>
      <p:sp>
        <p:nvSpPr>
          <p:cNvPr id="23" name="S17_22_Arial_48_W189.66"/>
          <p:cNvSpPr/>
          <p:nvPr/>
        </p:nvSpPr>
        <p:spPr>
          <a:xfrm>
            <a:off x="6261100" y="2616200"/>
            <a:ext cx="240868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24460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S17_23 · Arial 48 · W 378.32 · k−7.06</a:t>
            </a:r>
            <a:endParaRPr lang="en-US" sz="1400" dirty="0"/>
          </a:p>
        </p:txBody>
      </p:sp>
      <p:sp>
        <p:nvSpPr>
          <p:cNvPr id="25" name="S17_23_Arial_48_W378.32"/>
          <p:cNvSpPr/>
          <p:nvPr/>
        </p:nvSpPr>
        <p:spPr>
          <a:xfrm>
            <a:off x="12446000" y="2616200"/>
            <a:ext cx="480466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186309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S17_24 · Arial 48 · W 276.47 · k−11.53</a:t>
            </a:r>
            <a:endParaRPr lang="en-US" sz="1400" dirty="0"/>
          </a:p>
        </p:txBody>
      </p:sp>
      <p:sp>
        <p:nvSpPr>
          <p:cNvPr id="27" name="S17_24_Arial_48_W276.47"/>
          <p:cNvSpPr/>
          <p:nvPr/>
        </p:nvSpPr>
        <p:spPr>
          <a:xfrm>
            <a:off x="18630900" y="2616200"/>
            <a:ext cx="3511169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248158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S17_25 · Arial Narrow 48 · W 95.14 · k−4.36</a:t>
            </a:r>
            <a:endParaRPr lang="en-US" sz="1400" dirty="0"/>
          </a:p>
        </p:txBody>
      </p:sp>
      <p:sp>
        <p:nvSpPr>
          <p:cNvPr id="29" name="S17_25_ArialNarrow_48_W95.14"/>
          <p:cNvSpPr/>
          <p:nvPr/>
        </p:nvSpPr>
        <p:spPr>
          <a:xfrm>
            <a:off x="24815800" y="2616200"/>
            <a:ext cx="1208278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310007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S17_26 · Arial Narrow 48 · W 155.84 · k−5.04</a:t>
            </a:r>
            <a:endParaRPr lang="en-US" sz="1400" dirty="0"/>
          </a:p>
        </p:txBody>
      </p:sp>
      <p:sp>
        <p:nvSpPr>
          <p:cNvPr id="31" name="S17_26_ArialNarrow_48_W155.84"/>
          <p:cNvSpPr/>
          <p:nvPr/>
        </p:nvSpPr>
        <p:spPr>
          <a:xfrm>
            <a:off x="31000700" y="2616200"/>
            <a:ext cx="1979168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371856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S17_27 · Arial Narrow 48 · W 310.23 · k−5.77</a:t>
            </a:r>
            <a:endParaRPr lang="en-US" sz="1400" dirty="0"/>
          </a:p>
        </p:txBody>
      </p:sp>
      <p:sp>
        <p:nvSpPr>
          <p:cNvPr id="33" name="S17_27_ArialNarrow_48_W310.23"/>
          <p:cNvSpPr/>
          <p:nvPr/>
        </p:nvSpPr>
        <p:spPr>
          <a:xfrm>
            <a:off x="37185600" y="2616200"/>
            <a:ext cx="393992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433705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S17_28 · Arial Narrow 48 · W 226.98 · k−9.4</a:t>
            </a:r>
            <a:endParaRPr lang="en-US" sz="1400" dirty="0"/>
          </a:p>
        </p:txBody>
      </p:sp>
      <p:sp>
        <p:nvSpPr>
          <p:cNvPr id="35" name="S17_28_ArialNarrow_48_W226.98"/>
          <p:cNvSpPr/>
          <p:nvPr/>
        </p:nvSpPr>
        <p:spPr>
          <a:xfrm>
            <a:off x="43370500" y="2616200"/>
            <a:ext cx="2882646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762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S17_31 · Times New Roman 48 · W 108.27 · k−3.36</a:t>
            </a:r>
            <a:endParaRPr lang="en-US" sz="1400" dirty="0"/>
          </a:p>
        </p:txBody>
      </p:sp>
      <p:sp>
        <p:nvSpPr>
          <p:cNvPr id="37" name="S17_31_TimesNewRoman_48_W108.27"/>
          <p:cNvSpPr/>
          <p:nvPr/>
        </p:nvSpPr>
        <p:spPr>
          <a:xfrm>
            <a:off x="76200" y="4381500"/>
            <a:ext cx="1375029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62611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S17_32 · Times New Roman 48 · W 186.09 · k−9.54</a:t>
            </a:r>
            <a:endParaRPr lang="en-US" sz="1400" dirty="0"/>
          </a:p>
        </p:txBody>
      </p:sp>
      <p:sp>
        <p:nvSpPr>
          <p:cNvPr id="39" name="S17_32_TimesNewRoman_48_W186.09"/>
          <p:cNvSpPr/>
          <p:nvPr/>
        </p:nvSpPr>
        <p:spPr>
          <a:xfrm>
            <a:off x="6261100" y="4381500"/>
            <a:ext cx="236334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124460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S17_33 · Times New Roman 48 · W 349.97 · k−8.16</a:t>
            </a:r>
            <a:endParaRPr lang="en-US" sz="1400" dirty="0"/>
          </a:p>
        </p:txBody>
      </p:sp>
      <p:sp>
        <p:nvSpPr>
          <p:cNvPr id="41" name="S17_33_TimesNewRoman_48_W349.97"/>
          <p:cNvSpPr/>
          <p:nvPr/>
        </p:nvSpPr>
        <p:spPr>
          <a:xfrm>
            <a:off x="12446000" y="4381500"/>
            <a:ext cx="4444619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186309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S17_34 · Times New Roman 48 · W 273.86 · k−12.89</a:t>
            </a:r>
            <a:endParaRPr lang="en-US" sz="1400" dirty="0"/>
          </a:p>
        </p:txBody>
      </p:sp>
      <p:sp>
        <p:nvSpPr>
          <p:cNvPr id="43" name="S17_34_TimesNewRoman_48_W273.86"/>
          <p:cNvSpPr/>
          <p:nvPr/>
        </p:nvSpPr>
        <p:spPr>
          <a:xfrm>
            <a:off x="18630900" y="4381500"/>
            <a:ext cx="347802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248158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S17_35 · Georgia 48 · W 116.13 · k−0</a:t>
            </a:r>
            <a:endParaRPr lang="en-US" sz="1400" dirty="0"/>
          </a:p>
        </p:txBody>
      </p:sp>
      <p:sp>
        <p:nvSpPr>
          <p:cNvPr id="45" name="S17_35_Georgia_48_W116.13"/>
          <p:cNvSpPr/>
          <p:nvPr/>
        </p:nvSpPr>
        <p:spPr>
          <a:xfrm>
            <a:off x="24815800" y="4381500"/>
            <a:ext cx="1474851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310007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S17_36 · Georgia 48 · W 191.38 · k−0</a:t>
            </a:r>
            <a:endParaRPr lang="en-US" sz="1400" dirty="0"/>
          </a:p>
        </p:txBody>
      </p:sp>
      <p:sp>
        <p:nvSpPr>
          <p:cNvPr id="47" name="S17_36_Georgia_48_W191.38"/>
          <p:cNvSpPr/>
          <p:nvPr/>
        </p:nvSpPr>
        <p:spPr>
          <a:xfrm>
            <a:off x="31000700" y="4381500"/>
            <a:ext cx="243052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371856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S17_37 · Georgia 48 · W 373.88 · k−0</a:t>
            </a:r>
            <a:endParaRPr lang="en-US" sz="1400" dirty="0"/>
          </a:p>
        </p:txBody>
      </p:sp>
      <p:sp>
        <p:nvSpPr>
          <p:cNvPr id="49" name="S17_37_Georgia_48_W373.88"/>
          <p:cNvSpPr/>
          <p:nvPr/>
        </p:nvSpPr>
        <p:spPr>
          <a:xfrm>
            <a:off x="37185600" y="4381500"/>
            <a:ext cx="474827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50" name="Text 48"/>
          <p:cNvSpPr/>
          <p:nvPr/>
        </p:nvSpPr>
        <p:spPr>
          <a:xfrm>
            <a:off x="433705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S17_38 · Georgia 48 · W 284.13 · k−0</a:t>
            </a:r>
            <a:endParaRPr lang="en-US" sz="1400" dirty="0"/>
          </a:p>
        </p:txBody>
      </p:sp>
      <p:sp>
        <p:nvSpPr>
          <p:cNvPr id="51" name="S17_38_Georgia_48_W284.13"/>
          <p:cNvSpPr/>
          <p:nvPr/>
        </p:nvSpPr>
        <p:spPr>
          <a:xfrm>
            <a:off x="43370500" y="4381500"/>
            <a:ext cx="3608451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762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S17_41 · Calibri 48 · W 101.06 · k−4.32</a:t>
            </a:r>
            <a:endParaRPr lang="en-US" sz="1400" dirty="0"/>
          </a:p>
        </p:txBody>
      </p:sp>
      <p:sp>
        <p:nvSpPr>
          <p:cNvPr id="53" name="S17_41_Calibri_48_W101.06"/>
          <p:cNvSpPr/>
          <p:nvPr/>
        </p:nvSpPr>
        <p:spPr>
          <a:xfrm>
            <a:off x="76200" y="6146800"/>
            <a:ext cx="128346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62611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S17_42 · Calibri 48 · W 165.17 · k−4.83</a:t>
            </a:r>
            <a:endParaRPr lang="en-US" sz="1400" dirty="0"/>
          </a:p>
        </p:txBody>
      </p:sp>
      <p:sp>
        <p:nvSpPr>
          <p:cNvPr id="55" name="S17_42_Calibri_48_W165.17"/>
          <p:cNvSpPr/>
          <p:nvPr/>
        </p:nvSpPr>
        <p:spPr>
          <a:xfrm>
            <a:off x="6261100" y="6146800"/>
            <a:ext cx="2097659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4800" dirty="0"/>
          </a:p>
        </p:txBody>
      </p:sp>
      <p:sp>
        <p:nvSpPr>
          <p:cNvPr id="56" name="Text 54"/>
          <p:cNvSpPr/>
          <p:nvPr/>
        </p:nvSpPr>
        <p:spPr>
          <a:xfrm>
            <a:off x="124460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S17_43 · Calibri 48 · W 334.13 · k−7.87</a:t>
            </a:r>
            <a:endParaRPr lang="en-US" sz="1400" dirty="0"/>
          </a:p>
        </p:txBody>
      </p:sp>
      <p:sp>
        <p:nvSpPr>
          <p:cNvPr id="57" name="S17_43_Calibri_48_W334.13"/>
          <p:cNvSpPr/>
          <p:nvPr/>
        </p:nvSpPr>
        <p:spPr>
          <a:xfrm>
            <a:off x="12446000" y="6146800"/>
            <a:ext cx="424345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186309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S17_44 · Calibri 48 · W 239.61 · k−8.02</a:t>
            </a:r>
            <a:endParaRPr lang="en-US" sz="1400" dirty="0"/>
          </a:p>
        </p:txBody>
      </p:sp>
      <p:sp>
        <p:nvSpPr>
          <p:cNvPr id="59" name="S17_44_Calibri_48_W239.61"/>
          <p:cNvSpPr/>
          <p:nvPr/>
        </p:nvSpPr>
        <p:spPr>
          <a:xfrm>
            <a:off x="18630900" y="6146800"/>
            <a:ext cx="3043047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60" name="Text 58"/>
          <p:cNvSpPr/>
          <p:nvPr/>
        </p:nvSpPr>
        <p:spPr>
          <a:xfrm>
            <a:off x="248158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S17_45 · Verdana 48 · W 127.83 · k−6.05</a:t>
            </a:r>
            <a:endParaRPr lang="en-US" sz="1400" dirty="0"/>
          </a:p>
        </p:txBody>
      </p:sp>
      <p:sp>
        <p:nvSpPr>
          <p:cNvPr id="61" name="S17_45_Verdana_48_W127.83"/>
          <p:cNvSpPr/>
          <p:nvPr/>
        </p:nvSpPr>
        <p:spPr>
          <a:xfrm>
            <a:off x="24815800" y="6146800"/>
            <a:ext cx="162344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4800" dirty="0"/>
          </a:p>
        </p:txBody>
      </p:sp>
      <p:sp>
        <p:nvSpPr>
          <p:cNvPr id="62" name="Text 60"/>
          <p:cNvSpPr/>
          <p:nvPr/>
        </p:nvSpPr>
        <p:spPr>
          <a:xfrm>
            <a:off x="310007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S17_46 · Verdana 48 · W 209.48 · k−6.52</a:t>
            </a:r>
            <a:endParaRPr lang="en-US" sz="1400" dirty="0"/>
          </a:p>
        </p:txBody>
      </p:sp>
      <p:sp>
        <p:nvSpPr>
          <p:cNvPr id="63" name="S17_46_Verdana_48_W209.48"/>
          <p:cNvSpPr/>
          <p:nvPr/>
        </p:nvSpPr>
        <p:spPr>
          <a:xfrm>
            <a:off x="31000700" y="6146800"/>
            <a:ext cx="2660396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371856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S17_47 · Verdana 48 · W 408.59 · k−8.91</a:t>
            </a:r>
            <a:endParaRPr lang="en-US" sz="1400" dirty="0"/>
          </a:p>
        </p:txBody>
      </p:sp>
      <p:sp>
        <p:nvSpPr>
          <p:cNvPr id="65" name="S17_47_Verdana_48_W408.59"/>
          <p:cNvSpPr/>
          <p:nvPr/>
        </p:nvSpPr>
        <p:spPr>
          <a:xfrm>
            <a:off x="37185600" y="6146800"/>
            <a:ext cx="518909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433705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S17_48 · Verdana 48 · W 313.16 · k−11.72</a:t>
            </a:r>
            <a:endParaRPr lang="en-US" sz="1400" dirty="0"/>
          </a:p>
        </p:txBody>
      </p:sp>
      <p:sp>
        <p:nvSpPr>
          <p:cNvPr id="67" name="S17_48_Verdana_48_W313.16"/>
          <p:cNvSpPr/>
          <p:nvPr/>
        </p:nvSpPr>
        <p:spPr>
          <a:xfrm>
            <a:off x="43370500" y="6146800"/>
            <a:ext cx="397713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68" name="Text 66"/>
          <p:cNvSpPr/>
          <p:nvPr/>
        </p:nvSpPr>
        <p:spPr>
          <a:xfrm>
            <a:off x="762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S17_51 · Tahoma 48 · W 113.55 · k−5.7</a:t>
            </a:r>
            <a:endParaRPr lang="en-US" sz="1400" dirty="0"/>
          </a:p>
        </p:txBody>
      </p:sp>
      <p:sp>
        <p:nvSpPr>
          <p:cNvPr id="69" name="S17_51_Tahoma_48_W113.55"/>
          <p:cNvSpPr/>
          <p:nvPr/>
        </p:nvSpPr>
        <p:spPr>
          <a:xfrm>
            <a:off x="76200" y="7912100"/>
            <a:ext cx="1442085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4800" dirty="0"/>
          </a:p>
        </p:txBody>
      </p:sp>
      <p:sp>
        <p:nvSpPr>
          <p:cNvPr id="70" name="Text 68"/>
          <p:cNvSpPr/>
          <p:nvPr/>
        </p:nvSpPr>
        <p:spPr>
          <a:xfrm>
            <a:off x="62611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S17_52 · Tahoma 48 · W 184.13 · k−6.12</a:t>
            </a:r>
            <a:endParaRPr lang="en-US" sz="1400" dirty="0"/>
          </a:p>
        </p:txBody>
      </p:sp>
      <p:sp>
        <p:nvSpPr>
          <p:cNvPr id="71" name="S17_52_Tahoma_48_W184.13"/>
          <p:cNvSpPr/>
          <p:nvPr/>
        </p:nvSpPr>
        <p:spPr>
          <a:xfrm>
            <a:off x="6261100" y="7912100"/>
            <a:ext cx="233845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4800" dirty="0"/>
          </a:p>
        </p:txBody>
      </p:sp>
      <p:sp>
        <p:nvSpPr>
          <p:cNvPr id="72" name="Text 70"/>
          <p:cNvSpPr/>
          <p:nvPr/>
        </p:nvSpPr>
        <p:spPr>
          <a:xfrm>
            <a:off x="124460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S17_53 · Tahoma 48 · W 364.7 · k−8.3</a:t>
            </a:r>
            <a:endParaRPr lang="en-US" sz="1400" dirty="0"/>
          </a:p>
        </p:txBody>
      </p:sp>
      <p:sp>
        <p:nvSpPr>
          <p:cNvPr id="73" name="S17_53_Tahoma_48_W364.7"/>
          <p:cNvSpPr/>
          <p:nvPr/>
        </p:nvSpPr>
        <p:spPr>
          <a:xfrm>
            <a:off x="12446000" y="7912100"/>
            <a:ext cx="4631690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74" name="Text 72"/>
          <p:cNvSpPr/>
          <p:nvPr/>
        </p:nvSpPr>
        <p:spPr>
          <a:xfrm>
            <a:off x="186309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S17_54 · Tahoma 48 · W 279.69 · k−11.06</a:t>
            </a:r>
            <a:endParaRPr lang="en-US" sz="1400" dirty="0"/>
          </a:p>
        </p:txBody>
      </p:sp>
      <p:sp>
        <p:nvSpPr>
          <p:cNvPr id="75" name="S17_54_Tahoma_48_W279.69"/>
          <p:cNvSpPr/>
          <p:nvPr/>
        </p:nvSpPr>
        <p:spPr>
          <a:xfrm>
            <a:off x="18630900" y="7912100"/>
            <a:ext cx="355206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76" name="Text 74"/>
          <p:cNvSpPr/>
          <p:nvPr/>
        </p:nvSpPr>
        <p:spPr>
          <a:xfrm>
            <a:off x="248158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S17_55 · Trebuchet MS 48 · W 112.02 · k−5.98</a:t>
            </a:r>
            <a:endParaRPr lang="en-US" sz="1400" dirty="0"/>
          </a:p>
        </p:txBody>
      </p:sp>
      <p:sp>
        <p:nvSpPr>
          <p:cNvPr id="77" name="S17_55_TrebuchetMS_48_W112.02"/>
          <p:cNvSpPr/>
          <p:nvPr/>
        </p:nvSpPr>
        <p:spPr>
          <a:xfrm>
            <a:off x="24815800" y="7912100"/>
            <a:ext cx="142265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4800" dirty="0"/>
          </a:p>
        </p:txBody>
      </p:sp>
      <p:sp>
        <p:nvSpPr>
          <p:cNvPr id="78" name="Text 76"/>
          <p:cNvSpPr/>
          <p:nvPr/>
        </p:nvSpPr>
        <p:spPr>
          <a:xfrm>
            <a:off x="310007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S17_56 · Trebuchet MS 48 · W 177.75 · k−9.75</a:t>
            </a:r>
            <a:endParaRPr lang="en-US" sz="1400" dirty="0"/>
          </a:p>
        </p:txBody>
      </p:sp>
      <p:sp>
        <p:nvSpPr>
          <p:cNvPr id="79" name="S17_56_TrebuchetMS_48_W177.75"/>
          <p:cNvSpPr/>
          <p:nvPr/>
        </p:nvSpPr>
        <p:spPr>
          <a:xfrm>
            <a:off x="31000700" y="7912100"/>
            <a:ext cx="2257425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4800" dirty="0"/>
          </a:p>
        </p:txBody>
      </p:sp>
      <p:sp>
        <p:nvSpPr>
          <p:cNvPr id="80" name="Text 78"/>
          <p:cNvSpPr/>
          <p:nvPr/>
        </p:nvSpPr>
        <p:spPr>
          <a:xfrm>
            <a:off x="371856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S17_57 · Trebuchet MS 48 · W 364.83 · k−13.92</a:t>
            </a:r>
            <a:endParaRPr lang="en-US" sz="1400" dirty="0"/>
          </a:p>
        </p:txBody>
      </p:sp>
      <p:sp>
        <p:nvSpPr>
          <p:cNvPr id="81" name="S17_57_TrebuchetMS_48_W364.83"/>
          <p:cNvSpPr/>
          <p:nvPr/>
        </p:nvSpPr>
        <p:spPr>
          <a:xfrm>
            <a:off x="37185600" y="7912100"/>
            <a:ext cx="4633341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82" name="Text 80"/>
          <p:cNvSpPr/>
          <p:nvPr/>
        </p:nvSpPr>
        <p:spPr>
          <a:xfrm>
            <a:off x="43370500" y="774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S17_58 · Trebuchet MS 48 · W 263.52 · k−15.73</a:t>
            </a:r>
            <a:endParaRPr lang="en-US" sz="1400" dirty="0"/>
          </a:p>
        </p:txBody>
      </p:sp>
      <p:sp>
        <p:nvSpPr>
          <p:cNvPr id="83" name="S17_58_TrebuchetMS_48_W263.52"/>
          <p:cNvSpPr/>
          <p:nvPr/>
        </p:nvSpPr>
        <p:spPr>
          <a:xfrm>
            <a:off x="43370500" y="7912100"/>
            <a:ext cx="334670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84" name="Text 82"/>
          <p:cNvSpPr/>
          <p:nvPr/>
        </p:nvSpPr>
        <p:spPr>
          <a:xfrm>
            <a:off x="762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S17_61 · Comic Sans MS 48 · W 122.88 · k−0</a:t>
            </a:r>
            <a:endParaRPr lang="en-US" sz="1400" dirty="0"/>
          </a:p>
        </p:txBody>
      </p:sp>
      <p:sp>
        <p:nvSpPr>
          <p:cNvPr id="85" name="S17_61_ComicSansMS_48_W122.88"/>
          <p:cNvSpPr/>
          <p:nvPr/>
        </p:nvSpPr>
        <p:spPr>
          <a:xfrm>
            <a:off x="76200" y="9677400"/>
            <a:ext cx="156057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4800" dirty="0"/>
          </a:p>
        </p:txBody>
      </p:sp>
      <p:sp>
        <p:nvSpPr>
          <p:cNvPr id="86" name="Text 84"/>
          <p:cNvSpPr/>
          <p:nvPr/>
        </p:nvSpPr>
        <p:spPr>
          <a:xfrm>
            <a:off x="62611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S17_62 · Comic Sans MS 48 · W 204 · k−0</a:t>
            </a:r>
            <a:endParaRPr lang="en-US" sz="1400" dirty="0"/>
          </a:p>
        </p:txBody>
      </p:sp>
      <p:sp>
        <p:nvSpPr>
          <p:cNvPr id="87" name="S17_62_ComicSansMS_48_W204"/>
          <p:cNvSpPr/>
          <p:nvPr/>
        </p:nvSpPr>
        <p:spPr>
          <a:xfrm>
            <a:off x="6261100" y="9677400"/>
            <a:ext cx="25908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4800" dirty="0"/>
          </a:p>
        </p:txBody>
      </p:sp>
      <p:sp>
        <p:nvSpPr>
          <p:cNvPr id="88" name="Text 86"/>
          <p:cNvSpPr/>
          <p:nvPr/>
        </p:nvSpPr>
        <p:spPr>
          <a:xfrm>
            <a:off x="124460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S17_63 · Comic Sans MS 48 · W 384 · k−0</a:t>
            </a:r>
            <a:endParaRPr lang="en-US" sz="1400" dirty="0"/>
          </a:p>
        </p:txBody>
      </p:sp>
      <p:sp>
        <p:nvSpPr>
          <p:cNvPr id="89" name="S17_63_ComicSansMS_48_W384"/>
          <p:cNvSpPr/>
          <p:nvPr/>
        </p:nvSpPr>
        <p:spPr>
          <a:xfrm>
            <a:off x="12446000" y="9677400"/>
            <a:ext cx="48768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90" name="Text 88"/>
          <p:cNvSpPr/>
          <p:nvPr/>
        </p:nvSpPr>
        <p:spPr>
          <a:xfrm>
            <a:off x="186309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S17_64 · Comic Sans MS 48 · W 289.38 · k−0</a:t>
            </a:r>
            <a:endParaRPr lang="en-US" sz="1400" dirty="0"/>
          </a:p>
        </p:txBody>
      </p:sp>
      <p:sp>
        <p:nvSpPr>
          <p:cNvPr id="91" name="S17_64_ComicSansMS_48_W289.38"/>
          <p:cNvSpPr/>
          <p:nvPr/>
        </p:nvSpPr>
        <p:spPr>
          <a:xfrm>
            <a:off x="18630900" y="9677400"/>
            <a:ext cx="367512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92" name="Text 90"/>
          <p:cNvSpPr/>
          <p:nvPr/>
        </p:nvSpPr>
        <p:spPr>
          <a:xfrm>
            <a:off x="248158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S17_65 · Courier New 48 · W 144.75 · k−0</a:t>
            </a:r>
            <a:endParaRPr lang="en-US" sz="1400" dirty="0"/>
          </a:p>
        </p:txBody>
      </p:sp>
      <p:sp>
        <p:nvSpPr>
          <p:cNvPr id="93" name="S17_65_CourierNew_48_W144.75"/>
          <p:cNvSpPr/>
          <p:nvPr/>
        </p:nvSpPr>
        <p:spPr>
          <a:xfrm>
            <a:off x="24815800" y="9677400"/>
            <a:ext cx="183832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4800" dirty="0"/>
          </a:p>
        </p:txBody>
      </p:sp>
      <p:sp>
        <p:nvSpPr>
          <p:cNvPr id="94" name="Text 92"/>
          <p:cNvSpPr/>
          <p:nvPr/>
        </p:nvSpPr>
        <p:spPr>
          <a:xfrm>
            <a:off x="310007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S17_66 · Courier New 48 · W 231 · k−0</a:t>
            </a:r>
            <a:endParaRPr lang="en-US" sz="1400" dirty="0"/>
          </a:p>
        </p:txBody>
      </p:sp>
      <p:sp>
        <p:nvSpPr>
          <p:cNvPr id="95" name="S17_66_CourierNew_48_W231"/>
          <p:cNvSpPr/>
          <p:nvPr/>
        </p:nvSpPr>
        <p:spPr>
          <a:xfrm>
            <a:off x="31000700" y="9677400"/>
            <a:ext cx="29337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4800" dirty="0"/>
          </a:p>
        </p:txBody>
      </p:sp>
      <p:sp>
        <p:nvSpPr>
          <p:cNvPr id="96" name="Text 94"/>
          <p:cNvSpPr/>
          <p:nvPr/>
        </p:nvSpPr>
        <p:spPr>
          <a:xfrm>
            <a:off x="371856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S17_67 · Courier New 48 · W 461 · k−0</a:t>
            </a:r>
            <a:endParaRPr lang="en-US" sz="1400" dirty="0"/>
          </a:p>
        </p:txBody>
      </p:sp>
      <p:sp>
        <p:nvSpPr>
          <p:cNvPr id="97" name="S17_67_CourierNew_48_W461"/>
          <p:cNvSpPr/>
          <p:nvPr/>
        </p:nvSpPr>
        <p:spPr>
          <a:xfrm>
            <a:off x="37185600" y="9677400"/>
            <a:ext cx="58547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98" name="Text 96"/>
          <p:cNvSpPr/>
          <p:nvPr/>
        </p:nvSpPr>
        <p:spPr>
          <a:xfrm>
            <a:off x="43370500" y="9512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S17_68 · Courier New 48 · W 346 · k−0</a:t>
            </a:r>
            <a:endParaRPr lang="en-US" sz="1400" dirty="0"/>
          </a:p>
        </p:txBody>
      </p:sp>
      <p:sp>
        <p:nvSpPr>
          <p:cNvPr id="99" name="S17_68_CourierNew_48_W346"/>
          <p:cNvSpPr/>
          <p:nvPr/>
        </p:nvSpPr>
        <p:spPr>
          <a:xfrm>
            <a:off x="43370500" y="9677400"/>
            <a:ext cx="43942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6/15 — 60pt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S18_11 · Roboto 60 · W 146.88 · k−0</a:t>
            </a:r>
            <a:endParaRPr lang="en-US" sz="1400" dirty="0"/>
          </a:p>
        </p:txBody>
      </p:sp>
      <p:sp>
        <p:nvSpPr>
          <p:cNvPr id="5" name="S18_11_Roboto_60_W146.88"/>
          <p:cNvSpPr/>
          <p:nvPr/>
        </p:nvSpPr>
        <p:spPr>
          <a:xfrm>
            <a:off x="76200" y="850900"/>
            <a:ext cx="1865376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S18_12 · Roboto 60 · W 155.88 · k−0</a:t>
            </a:r>
            <a:endParaRPr lang="en-US" sz="1400" dirty="0"/>
          </a:p>
        </p:txBody>
      </p:sp>
      <p:sp>
        <p:nvSpPr>
          <p:cNvPr id="7" name="S18_12_Roboto_60_W155.88"/>
          <p:cNvSpPr/>
          <p:nvPr/>
        </p:nvSpPr>
        <p:spPr>
          <a:xfrm>
            <a:off x="6261100" y="850900"/>
            <a:ext cx="1979676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S18_13 · Roboto 60 · W 154.25 · k−0</a:t>
            </a:r>
            <a:endParaRPr lang="en-US" sz="1400" dirty="0"/>
          </a:p>
        </p:txBody>
      </p:sp>
      <p:sp>
        <p:nvSpPr>
          <p:cNvPr id="9" name="S18_13_Roboto_60_W154.25"/>
          <p:cNvSpPr/>
          <p:nvPr/>
        </p:nvSpPr>
        <p:spPr>
          <a:xfrm>
            <a:off x="12446000" y="850900"/>
            <a:ext cx="1958975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Ta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S18_14 · Roboto 60 · W 170 · k−0</a:t>
            </a:r>
            <a:endParaRPr lang="en-US" sz="1400" dirty="0"/>
          </a:p>
        </p:txBody>
      </p:sp>
      <p:sp>
        <p:nvSpPr>
          <p:cNvPr id="11" name="S18_14_Roboto_60_W170"/>
          <p:cNvSpPr/>
          <p:nvPr/>
        </p:nvSpPr>
        <p:spPr>
          <a:xfrm>
            <a:off x="18630900" y="850900"/>
            <a:ext cx="21590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S18_15 · Inter 60 · W 160.13 · k−0</a:t>
            </a:r>
            <a:endParaRPr lang="en-US" sz="1400" dirty="0"/>
          </a:p>
        </p:txBody>
      </p:sp>
      <p:sp>
        <p:nvSpPr>
          <p:cNvPr id="13" name="S18_15_Inter_60_W160.13"/>
          <p:cNvSpPr/>
          <p:nvPr/>
        </p:nvSpPr>
        <p:spPr>
          <a:xfrm>
            <a:off x="24815800" y="850900"/>
            <a:ext cx="2033651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S18_16 · Inter 60 · W 170.38 · k−0</a:t>
            </a:r>
            <a:endParaRPr lang="en-US" sz="1400" dirty="0"/>
          </a:p>
        </p:txBody>
      </p:sp>
      <p:sp>
        <p:nvSpPr>
          <p:cNvPr id="15" name="S18_16_Inter_60_W170.38"/>
          <p:cNvSpPr/>
          <p:nvPr/>
        </p:nvSpPr>
        <p:spPr>
          <a:xfrm>
            <a:off x="31000700" y="850900"/>
            <a:ext cx="2163826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S18_17 · Inter 60 · W 165.13 · k−0</a:t>
            </a:r>
            <a:endParaRPr lang="en-US" sz="1400" dirty="0"/>
          </a:p>
        </p:txBody>
      </p:sp>
      <p:sp>
        <p:nvSpPr>
          <p:cNvPr id="17" name="S18_17_Inter_60_W165.13"/>
          <p:cNvSpPr/>
          <p:nvPr/>
        </p:nvSpPr>
        <p:spPr>
          <a:xfrm>
            <a:off x="37185600" y="850900"/>
            <a:ext cx="2097151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Ta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S18_18 · Inter 60 · W 197 · k−0</a:t>
            </a:r>
            <a:endParaRPr lang="en-US" sz="1400" dirty="0"/>
          </a:p>
        </p:txBody>
      </p:sp>
      <p:sp>
        <p:nvSpPr>
          <p:cNvPr id="19" name="S18_18_Inter_60_W197"/>
          <p:cNvSpPr/>
          <p:nvPr/>
        </p:nvSpPr>
        <p:spPr>
          <a:xfrm>
            <a:off x="43370500" y="850900"/>
            <a:ext cx="25019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62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S18_21 · Arial 60 · W 144.35 · k−6.65</a:t>
            </a:r>
            <a:endParaRPr lang="en-US" sz="1400" dirty="0"/>
          </a:p>
        </p:txBody>
      </p:sp>
      <p:sp>
        <p:nvSpPr>
          <p:cNvPr id="21" name="S18_21_Arial_60_W144.35"/>
          <p:cNvSpPr/>
          <p:nvPr/>
        </p:nvSpPr>
        <p:spPr>
          <a:xfrm>
            <a:off x="76200" y="2971800"/>
            <a:ext cx="1833245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2611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S18_22 · Arial 60 · W 156.55 · k−4.45</a:t>
            </a:r>
            <a:endParaRPr lang="en-US" sz="1400" dirty="0"/>
          </a:p>
        </p:txBody>
      </p:sp>
      <p:sp>
        <p:nvSpPr>
          <p:cNvPr id="23" name="S18_22_Arial_60_W156.55"/>
          <p:cNvSpPr/>
          <p:nvPr/>
        </p:nvSpPr>
        <p:spPr>
          <a:xfrm>
            <a:off x="6261100" y="2971800"/>
            <a:ext cx="1988185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24460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S18_23 · Arial 60 · W 144.32 · k−13.31</a:t>
            </a:r>
            <a:endParaRPr lang="en-US" sz="1400" dirty="0"/>
          </a:p>
        </p:txBody>
      </p:sp>
      <p:sp>
        <p:nvSpPr>
          <p:cNvPr id="25" name="S18_23_Arial_60_W144.32"/>
          <p:cNvSpPr/>
          <p:nvPr/>
        </p:nvSpPr>
        <p:spPr>
          <a:xfrm>
            <a:off x="12446000" y="2971800"/>
            <a:ext cx="1832864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86309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S18_24 · Arial 60 · W 179.8 · k−4.45</a:t>
            </a:r>
            <a:endParaRPr lang="en-US" sz="1400" dirty="0"/>
          </a:p>
        </p:txBody>
      </p:sp>
      <p:sp>
        <p:nvSpPr>
          <p:cNvPr id="27" name="S18_24_Arial_60_W179.8"/>
          <p:cNvSpPr/>
          <p:nvPr/>
        </p:nvSpPr>
        <p:spPr>
          <a:xfrm>
            <a:off x="18630900" y="2971800"/>
            <a:ext cx="228346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248158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S18_25 · Arial Narrow 60 · W 118.55 · k−5.45</a:t>
            </a:r>
            <a:endParaRPr lang="en-US" sz="1400" dirty="0"/>
          </a:p>
        </p:txBody>
      </p:sp>
      <p:sp>
        <p:nvSpPr>
          <p:cNvPr id="29" name="S18_25_ArialNarrow_60_W118.55"/>
          <p:cNvSpPr/>
          <p:nvPr/>
        </p:nvSpPr>
        <p:spPr>
          <a:xfrm>
            <a:off x="24815800" y="2971800"/>
            <a:ext cx="1505585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310007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S18_26 · Arial Narrow 60 · W 128.77 · k−3.61</a:t>
            </a:r>
            <a:endParaRPr lang="en-US" sz="1400" dirty="0"/>
          </a:p>
        </p:txBody>
      </p:sp>
      <p:sp>
        <p:nvSpPr>
          <p:cNvPr id="31" name="S18_26_ArialNarrow_60_W128.77"/>
          <p:cNvSpPr/>
          <p:nvPr/>
        </p:nvSpPr>
        <p:spPr>
          <a:xfrm>
            <a:off x="31000700" y="2971800"/>
            <a:ext cx="1635379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371856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S18_27 · Arial Narrow 60 · W 118.48 · k−10.9</a:t>
            </a:r>
            <a:endParaRPr lang="en-US" sz="1400" dirty="0"/>
          </a:p>
        </p:txBody>
      </p:sp>
      <p:sp>
        <p:nvSpPr>
          <p:cNvPr id="33" name="S18_27_ArialNarrow_60_W118.48"/>
          <p:cNvSpPr/>
          <p:nvPr/>
        </p:nvSpPr>
        <p:spPr>
          <a:xfrm>
            <a:off x="37185600" y="2971800"/>
            <a:ext cx="1504696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Ta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43370500" y="280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S18_28 · Arial Narrow 60 · W 147.9 · k−3.6</a:t>
            </a:r>
            <a:endParaRPr lang="en-US" sz="1400" dirty="0"/>
          </a:p>
        </p:txBody>
      </p:sp>
      <p:sp>
        <p:nvSpPr>
          <p:cNvPr id="35" name="S18_28_ArialNarrow_60_W147.9"/>
          <p:cNvSpPr/>
          <p:nvPr/>
        </p:nvSpPr>
        <p:spPr>
          <a:xfrm>
            <a:off x="43370500" y="2971800"/>
            <a:ext cx="187833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762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S18_31 · Times New Roman 60 · W 135.06 · k−4.19</a:t>
            </a:r>
            <a:endParaRPr lang="en-US" sz="1400" dirty="0"/>
          </a:p>
        </p:txBody>
      </p:sp>
      <p:sp>
        <p:nvSpPr>
          <p:cNvPr id="37" name="S18_31_TimesNewRoman_60_W135.06"/>
          <p:cNvSpPr/>
          <p:nvPr/>
        </p:nvSpPr>
        <p:spPr>
          <a:xfrm>
            <a:off x="76200" y="5092700"/>
            <a:ext cx="1715262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6000" dirty="0"/>
          </a:p>
        </p:txBody>
      </p:sp>
      <p:sp>
        <p:nvSpPr>
          <p:cNvPr id="38" name="Text 36"/>
          <p:cNvSpPr/>
          <p:nvPr/>
        </p:nvSpPr>
        <p:spPr>
          <a:xfrm>
            <a:off x="62611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S18_32 · Times New Roman 60 · W 155.02 · k−7.73</a:t>
            </a:r>
            <a:endParaRPr lang="en-US" sz="1400" dirty="0"/>
          </a:p>
        </p:txBody>
      </p:sp>
      <p:sp>
        <p:nvSpPr>
          <p:cNvPr id="39" name="S18_32_TimesNewRoman_60_W155.02"/>
          <p:cNvSpPr/>
          <p:nvPr/>
        </p:nvSpPr>
        <p:spPr>
          <a:xfrm>
            <a:off x="6261100" y="5092700"/>
            <a:ext cx="1968754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6000" dirty="0"/>
          </a:p>
        </p:txBody>
      </p:sp>
      <p:sp>
        <p:nvSpPr>
          <p:cNvPr id="40" name="Text 38"/>
          <p:cNvSpPr/>
          <p:nvPr/>
        </p:nvSpPr>
        <p:spPr>
          <a:xfrm>
            <a:off x="124460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S18_33 · Times New Roman 60 · W 137.5 · k−8.38</a:t>
            </a:r>
            <a:endParaRPr lang="en-US" sz="1400" dirty="0"/>
          </a:p>
        </p:txBody>
      </p:sp>
      <p:sp>
        <p:nvSpPr>
          <p:cNvPr id="41" name="S18_33_TimesNewRoman_60_W137.5"/>
          <p:cNvSpPr/>
          <p:nvPr/>
        </p:nvSpPr>
        <p:spPr>
          <a:xfrm>
            <a:off x="12446000" y="5092700"/>
            <a:ext cx="174625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Ta</a:t>
            </a:r>
            <a:endParaRPr lang="en-US" sz="6000" dirty="0"/>
          </a:p>
        </p:txBody>
      </p:sp>
      <p:sp>
        <p:nvSpPr>
          <p:cNvPr id="42" name="Text 40"/>
          <p:cNvSpPr/>
          <p:nvPr/>
        </p:nvSpPr>
        <p:spPr>
          <a:xfrm>
            <a:off x="186309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S18_34 · Times New Roman 60 · W 177.77 · k−7.73</a:t>
            </a:r>
            <a:endParaRPr lang="en-US" sz="1400" dirty="0"/>
          </a:p>
        </p:txBody>
      </p:sp>
      <p:sp>
        <p:nvSpPr>
          <p:cNvPr id="43" name="S18_34_TimesNewRoman_60_W177.77"/>
          <p:cNvSpPr/>
          <p:nvPr/>
        </p:nvSpPr>
        <p:spPr>
          <a:xfrm>
            <a:off x="18630900" y="5092700"/>
            <a:ext cx="2257679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44" name="Text 42"/>
          <p:cNvSpPr/>
          <p:nvPr/>
        </p:nvSpPr>
        <p:spPr>
          <a:xfrm>
            <a:off x="248158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S18_35 · Georgia 60 · W 144.75 · k−0</a:t>
            </a:r>
            <a:endParaRPr lang="en-US" sz="1400" dirty="0"/>
          </a:p>
        </p:txBody>
      </p:sp>
      <p:sp>
        <p:nvSpPr>
          <p:cNvPr id="45" name="S18_35_Georgia_60_W144.75"/>
          <p:cNvSpPr/>
          <p:nvPr/>
        </p:nvSpPr>
        <p:spPr>
          <a:xfrm>
            <a:off x="24815800" y="5092700"/>
            <a:ext cx="1838325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6000" dirty="0"/>
          </a:p>
        </p:txBody>
      </p:sp>
      <p:sp>
        <p:nvSpPr>
          <p:cNvPr id="46" name="Text 44"/>
          <p:cNvSpPr/>
          <p:nvPr/>
        </p:nvSpPr>
        <p:spPr>
          <a:xfrm>
            <a:off x="310007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S18_36 · Georgia 60 · W 157.63 · k−0</a:t>
            </a:r>
            <a:endParaRPr lang="en-US" sz="1400" dirty="0"/>
          </a:p>
        </p:txBody>
      </p:sp>
      <p:sp>
        <p:nvSpPr>
          <p:cNvPr id="47" name="S18_36_Georgia_60_W157.63"/>
          <p:cNvSpPr/>
          <p:nvPr/>
        </p:nvSpPr>
        <p:spPr>
          <a:xfrm>
            <a:off x="31000700" y="5092700"/>
            <a:ext cx="2001901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</a:t>
            </a:r>
            <a:endParaRPr lang="en-US" sz="6000" dirty="0"/>
          </a:p>
        </p:txBody>
      </p:sp>
      <p:sp>
        <p:nvSpPr>
          <p:cNvPr id="48" name="Text 46"/>
          <p:cNvSpPr/>
          <p:nvPr/>
        </p:nvSpPr>
        <p:spPr>
          <a:xfrm>
            <a:off x="371856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S18_37 · Georgia 60 · W 152.38 · k−0</a:t>
            </a:r>
            <a:endParaRPr lang="en-US" sz="1400" dirty="0"/>
          </a:p>
        </p:txBody>
      </p:sp>
      <p:sp>
        <p:nvSpPr>
          <p:cNvPr id="49" name="S18_37_Georgia_60_W152.38"/>
          <p:cNvSpPr/>
          <p:nvPr/>
        </p:nvSpPr>
        <p:spPr>
          <a:xfrm>
            <a:off x="37185600" y="5092700"/>
            <a:ext cx="1935226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</a:t>
            </a:r>
            <a:endParaRPr lang="en-US" sz="6000" dirty="0"/>
          </a:p>
        </p:txBody>
      </p:sp>
      <p:sp>
        <p:nvSpPr>
          <p:cNvPr id="50" name="Text 48"/>
          <p:cNvSpPr/>
          <p:nvPr/>
        </p:nvSpPr>
        <p:spPr>
          <a:xfrm>
            <a:off x="43370500" y="492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S18_38 · Georgia 60 · W 187.5 · k−0</a:t>
            </a:r>
            <a:endParaRPr lang="en-US" sz="1400" dirty="0"/>
          </a:p>
        </p:txBody>
      </p:sp>
      <p:sp>
        <p:nvSpPr>
          <p:cNvPr id="51" name="S18_38_Georgia_60_W187.5"/>
          <p:cNvSpPr/>
          <p:nvPr/>
        </p:nvSpPr>
        <p:spPr>
          <a:xfrm>
            <a:off x="43370500" y="5092700"/>
            <a:ext cx="238125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762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S18_41 · Calibri 60 · W 125.98 · k−5.4</a:t>
            </a:r>
            <a:endParaRPr lang="en-US" sz="1400" dirty="0"/>
          </a:p>
        </p:txBody>
      </p:sp>
      <p:sp>
        <p:nvSpPr>
          <p:cNvPr id="53" name="S18_41_Calibri_60_W125.98"/>
          <p:cNvSpPr/>
          <p:nvPr/>
        </p:nvSpPr>
        <p:spPr>
          <a:xfrm>
            <a:off x="76200" y="7213600"/>
            <a:ext cx="1599946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6000" dirty="0"/>
          </a:p>
        </p:txBody>
      </p:sp>
      <p:sp>
        <p:nvSpPr>
          <p:cNvPr id="54" name="Text 52"/>
          <p:cNvSpPr/>
          <p:nvPr/>
        </p:nvSpPr>
        <p:spPr>
          <a:xfrm>
            <a:off x="62611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S18_42 · Calibri 60 · W 138.81 · k−3.32</a:t>
            </a:r>
            <a:endParaRPr lang="en-US" sz="1400" dirty="0"/>
          </a:p>
        </p:txBody>
      </p:sp>
      <p:sp>
        <p:nvSpPr>
          <p:cNvPr id="55" name="S18_42_Calibri_60_W138.81"/>
          <p:cNvSpPr/>
          <p:nvPr/>
        </p:nvSpPr>
        <p:spPr>
          <a:xfrm>
            <a:off x="6261100" y="7213600"/>
            <a:ext cx="1762887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6000" dirty="0"/>
          </a:p>
        </p:txBody>
      </p:sp>
      <p:sp>
        <p:nvSpPr>
          <p:cNvPr id="56" name="Text 54"/>
          <p:cNvSpPr/>
          <p:nvPr/>
        </p:nvSpPr>
        <p:spPr>
          <a:xfrm>
            <a:off x="124460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S18_43 · Calibri 60 · W 123.48 · k−10.02</a:t>
            </a:r>
            <a:endParaRPr lang="en-US" sz="1400" dirty="0"/>
          </a:p>
        </p:txBody>
      </p:sp>
      <p:sp>
        <p:nvSpPr>
          <p:cNvPr id="57" name="S18_43_Calibri_60_W123.48"/>
          <p:cNvSpPr/>
          <p:nvPr/>
        </p:nvSpPr>
        <p:spPr>
          <a:xfrm>
            <a:off x="12446000" y="7213600"/>
            <a:ext cx="1568196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</a:t>
            </a:r>
            <a:endParaRPr lang="en-US" sz="6000" dirty="0"/>
          </a:p>
        </p:txBody>
      </p:sp>
      <p:sp>
        <p:nvSpPr>
          <p:cNvPr id="58" name="Text 56"/>
          <p:cNvSpPr/>
          <p:nvPr/>
        </p:nvSpPr>
        <p:spPr>
          <a:xfrm>
            <a:off x="186309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S18_44 · Calibri 60 · W 154.14 · k−2.61</a:t>
            </a:r>
            <a:endParaRPr lang="en-US" sz="1400" dirty="0"/>
          </a:p>
        </p:txBody>
      </p:sp>
      <p:sp>
        <p:nvSpPr>
          <p:cNvPr id="59" name="S18_44_Calibri_60_W154.14"/>
          <p:cNvSpPr/>
          <p:nvPr/>
        </p:nvSpPr>
        <p:spPr>
          <a:xfrm>
            <a:off x="18630900" y="7213600"/>
            <a:ext cx="1957578" cy="914400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60" name="Text 58"/>
          <p:cNvSpPr/>
          <p:nvPr/>
        </p:nvSpPr>
        <p:spPr>
          <a:xfrm>
            <a:off x="248158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S18_45 · Verdana 60 · W 159.44 · k−7.56</a:t>
            </a:r>
            <a:endParaRPr lang="en-US" sz="1400" dirty="0"/>
          </a:p>
        </p:txBody>
      </p:sp>
      <p:sp>
        <p:nvSpPr>
          <p:cNvPr id="61" name="S18_45_Verdana_60_W159.44"/>
          <p:cNvSpPr/>
          <p:nvPr/>
        </p:nvSpPr>
        <p:spPr>
          <a:xfrm>
            <a:off x="24815800" y="7213600"/>
            <a:ext cx="2024888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6000" dirty="0"/>
          </a:p>
        </p:txBody>
      </p:sp>
      <p:sp>
        <p:nvSpPr>
          <p:cNvPr id="62" name="Text 60"/>
          <p:cNvSpPr/>
          <p:nvPr/>
        </p:nvSpPr>
        <p:spPr>
          <a:xfrm>
            <a:off x="310007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S18_46 · Verdana 60 · W 173.71 · k−2.29</a:t>
            </a:r>
            <a:endParaRPr lang="en-US" sz="1400" dirty="0"/>
          </a:p>
        </p:txBody>
      </p:sp>
      <p:sp>
        <p:nvSpPr>
          <p:cNvPr id="63" name="S18_46_Verdana_60_W173.71"/>
          <p:cNvSpPr/>
          <p:nvPr/>
        </p:nvSpPr>
        <p:spPr>
          <a:xfrm>
            <a:off x="31000700" y="7213600"/>
            <a:ext cx="2206117" cy="914400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</a:t>
            </a:r>
            <a:endParaRPr lang="en-US" sz="6000" dirty="0"/>
          </a:p>
        </p:txBody>
      </p:sp>
      <p:sp>
        <p:nvSpPr>
          <p:cNvPr id="64" name="Text 62"/>
          <p:cNvSpPr/>
          <p:nvPr/>
        </p:nvSpPr>
        <p:spPr>
          <a:xfrm>
            <a:off x="371856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S18_47 · Verdana 60 · W 155.02 · k−13.48</a:t>
            </a:r>
            <a:endParaRPr lang="en-US" sz="1400" dirty="0"/>
          </a:p>
        </p:txBody>
      </p:sp>
      <p:sp>
        <p:nvSpPr>
          <p:cNvPr id="65" name="S18_47_Verdana_60_W155.02"/>
          <p:cNvSpPr/>
          <p:nvPr/>
        </p:nvSpPr>
        <p:spPr>
          <a:xfrm>
            <a:off x="37185600" y="7213600"/>
            <a:ext cx="1968754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Ta</a:t>
            </a:r>
            <a:endParaRPr lang="en-US" sz="6000" dirty="0"/>
          </a:p>
        </p:txBody>
      </p:sp>
      <p:sp>
        <p:nvSpPr>
          <p:cNvPr id="66" name="Text 64"/>
          <p:cNvSpPr/>
          <p:nvPr/>
        </p:nvSpPr>
        <p:spPr>
          <a:xfrm>
            <a:off x="43370500" y="704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S18_48 · Verdana 60 · W 221.74 · k−1.76</a:t>
            </a:r>
            <a:endParaRPr lang="en-US" sz="1400" dirty="0"/>
          </a:p>
        </p:txBody>
      </p:sp>
      <p:sp>
        <p:nvSpPr>
          <p:cNvPr id="67" name="S18_48_Verdana_60_W221.74"/>
          <p:cNvSpPr/>
          <p:nvPr/>
        </p:nvSpPr>
        <p:spPr>
          <a:xfrm>
            <a:off x="43370500" y="7213600"/>
            <a:ext cx="2816098" cy="914400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68" name="Text 66"/>
          <p:cNvSpPr/>
          <p:nvPr/>
        </p:nvSpPr>
        <p:spPr>
          <a:xfrm>
            <a:off x="762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S18_51 · Tahoma 60 · W 141.63 · k−7.12</a:t>
            </a:r>
            <a:endParaRPr lang="en-US" sz="1400" dirty="0"/>
          </a:p>
        </p:txBody>
      </p:sp>
      <p:sp>
        <p:nvSpPr>
          <p:cNvPr id="69" name="S18_51_Tahoma_60_W141.63"/>
          <p:cNvSpPr/>
          <p:nvPr/>
        </p:nvSpPr>
        <p:spPr>
          <a:xfrm>
            <a:off x="76200" y="9334500"/>
            <a:ext cx="1798701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6000" dirty="0"/>
          </a:p>
        </p:txBody>
      </p:sp>
      <p:sp>
        <p:nvSpPr>
          <p:cNvPr id="70" name="Text 68"/>
          <p:cNvSpPr/>
          <p:nvPr/>
        </p:nvSpPr>
        <p:spPr>
          <a:xfrm>
            <a:off x="62611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S18_52 · Tahoma 60 · W 151.92 · k−2.08</a:t>
            </a:r>
            <a:endParaRPr lang="en-US" sz="1400" dirty="0"/>
          </a:p>
        </p:txBody>
      </p:sp>
      <p:sp>
        <p:nvSpPr>
          <p:cNvPr id="71" name="S18_52_Tahoma_60_W151.92"/>
          <p:cNvSpPr/>
          <p:nvPr/>
        </p:nvSpPr>
        <p:spPr>
          <a:xfrm>
            <a:off x="6261100" y="9334500"/>
            <a:ext cx="1929384" cy="914400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</a:t>
            </a:r>
            <a:endParaRPr lang="en-US" sz="6000" dirty="0"/>
          </a:p>
        </p:txBody>
      </p:sp>
      <p:sp>
        <p:nvSpPr>
          <p:cNvPr id="72" name="Text 70"/>
          <p:cNvSpPr/>
          <p:nvPr/>
        </p:nvSpPr>
        <p:spPr>
          <a:xfrm>
            <a:off x="124460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S18_53 · Tahoma 60 · W 141.1 · k−12.78</a:t>
            </a:r>
            <a:endParaRPr lang="en-US" sz="1400" dirty="0"/>
          </a:p>
        </p:txBody>
      </p:sp>
      <p:sp>
        <p:nvSpPr>
          <p:cNvPr id="73" name="S18_53_Tahoma_60_W141.1"/>
          <p:cNvSpPr/>
          <p:nvPr/>
        </p:nvSpPr>
        <p:spPr>
          <a:xfrm>
            <a:off x="12446000" y="9334500"/>
            <a:ext cx="179197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Ta</a:t>
            </a:r>
            <a:endParaRPr lang="en-US" sz="6000" dirty="0"/>
          </a:p>
        </p:txBody>
      </p:sp>
      <p:sp>
        <p:nvSpPr>
          <p:cNvPr id="74" name="Text 72"/>
          <p:cNvSpPr/>
          <p:nvPr/>
        </p:nvSpPr>
        <p:spPr>
          <a:xfrm>
            <a:off x="186309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S18_54 · Tahoma 60 · W 195.89 · k−1.61</a:t>
            </a:r>
            <a:endParaRPr lang="en-US" sz="1400" dirty="0"/>
          </a:p>
        </p:txBody>
      </p:sp>
      <p:sp>
        <p:nvSpPr>
          <p:cNvPr id="75" name="S18_54_Tahoma_60_W195.89"/>
          <p:cNvSpPr/>
          <p:nvPr/>
        </p:nvSpPr>
        <p:spPr>
          <a:xfrm>
            <a:off x="18630900" y="9334500"/>
            <a:ext cx="2487803" cy="914400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76" name="Text 74"/>
          <p:cNvSpPr/>
          <p:nvPr/>
        </p:nvSpPr>
        <p:spPr>
          <a:xfrm>
            <a:off x="248158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S18_55 · Trebuchet MS 60 · W 139.9 · k−7.48</a:t>
            </a:r>
            <a:endParaRPr lang="en-US" sz="1400" dirty="0"/>
          </a:p>
        </p:txBody>
      </p:sp>
      <p:sp>
        <p:nvSpPr>
          <p:cNvPr id="77" name="S18_55_TrebuchetMS_60_W139.9"/>
          <p:cNvSpPr/>
          <p:nvPr/>
        </p:nvSpPr>
        <p:spPr>
          <a:xfrm>
            <a:off x="24815800" y="9334500"/>
            <a:ext cx="177673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6000" dirty="0"/>
          </a:p>
        </p:txBody>
      </p:sp>
      <p:sp>
        <p:nvSpPr>
          <p:cNvPr id="78" name="Text 76"/>
          <p:cNvSpPr/>
          <p:nvPr/>
        </p:nvSpPr>
        <p:spPr>
          <a:xfrm>
            <a:off x="310007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S18_56 · Trebuchet MS 60 · W 146.35 · k−5.28</a:t>
            </a:r>
            <a:endParaRPr lang="en-US" sz="1400" dirty="0"/>
          </a:p>
        </p:txBody>
      </p:sp>
      <p:sp>
        <p:nvSpPr>
          <p:cNvPr id="79" name="S18_56_TrebuchetMS_60_W146.35"/>
          <p:cNvSpPr/>
          <p:nvPr/>
        </p:nvSpPr>
        <p:spPr>
          <a:xfrm>
            <a:off x="31000700" y="9334500"/>
            <a:ext cx="1858645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</a:t>
            </a:r>
            <a:endParaRPr lang="en-US" sz="6000" dirty="0"/>
          </a:p>
        </p:txBody>
      </p:sp>
      <p:sp>
        <p:nvSpPr>
          <p:cNvPr id="80" name="Text 78"/>
          <p:cNvSpPr/>
          <p:nvPr/>
        </p:nvSpPr>
        <p:spPr>
          <a:xfrm>
            <a:off x="371856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S18_57 · Trebuchet MS 60 · W 137.68 · k−14.95</a:t>
            </a:r>
            <a:endParaRPr lang="en-US" sz="1400" dirty="0"/>
          </a:p>
        </p:txBody>
      </p:sp>
      <p:sp>
        <p:nvSpPr>
          <p:cNvPr id="81" name="S18_57_TrebuchetMS_60_W137.68"/>
          <p:cNvSpPr/>
          <p:nvPr/>
        </p:nvSpPr>
        <p:spPr>
          <a:xfrm>
            <a:off x="37185600" y="9334500"/>
            <a:ext cx="1748536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</a:t>
            </a:r>
            <a:endParaRPr lang="en-US" sz="6000" dirty="0"/>
          </a:p>
        </p:txBody>
      </p:sp>
      <p:sp>
        <p:nvSpPr>
          <p:cNvPr id="82" name="Text 80"/>
          <p:cNvSpPr/>
          <p:nvPr/>
        </p:nvSpPr>
        <p:spPr>
          <a:xfrm>
            <a:off x="43370500" y="916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S18_58 · Trebuchet MS 60 · W 165.6 · k−5.28</a:t>
            </a:r>
            <a:endParaRPr lang="en-US" sz="1400" dirty="0"/>
          </a:p>
        </p:txBody>
      </p:sp>
      <p:sp>
        <p:nvSpPr>
          <p:cNvPr id="83" name="S18_58_TrebuchetMS_60_W165.6"/>
          <p:cNvSpPr/>
          <p:nvPr/>
        </p:nvSpPr>
        <p:spPr>
          <a:xfrm>
            <a:off x="43370500" y="9334500"/>
            <a:ext cx="2103120" cy="914400"/>
          </a:xfrm>
          <a:prstGeom prst="rect">
            <a:avLst/>
          </a:prstGeom>
          <a:noFill/>
          <a:ln w="412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84" name="Text 82"/>
          <p:cNvSpPr/>
          <p:nvPr/>
        </p:nvSpPr>
        <p:spPr>
          <a:xfrm>
            <a:off x="762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S18_61 · Comic Sans MS 60 · W 153.13 · k−0</a:t>
            </a:r>
            <a:endParaRPr lang="en-US" sz="1400" dirty="0"/>
          </a:p>
        </p:txBody>
      </p:sp>
      <p:sp>
        <p:nvSpPr>
          <p:cNvPr id="85" name="S18_61_ComicSansMS_60_W153.13"/>
          <p:cNvSpPr/>
          <p:nvPr/>
        </p:nvSpPr>
        <p:spPr>
          <a:xfrm>
            <a:off x="76200" y="11455400"/>
            <a:ext cx="1944751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6000" dirty="0"/>
          </a:p>
        </p:txBody>
      </p:sp>
      <p:sp>
        <p:nvSpPr>
          <p:cNvPr id="86" name="Text 84"/>
          <p:cNvSpPr/>
          <p:nvPr/>
        </p:nvSpPr>
        <p:spPr>
          <a:xfrm>
            <a:off x="62611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S18_62 · Comic Sans MS 60 · W 164.5 · k−0</a:t>
            </a:r>
            <a:endParaRPr lang="en-US" sz="1400" dirty="0"/>
          </a:p>
        </p:txBody>
      </p:sp>
      <p:sp>
        <p:nvSpPr>
          <p:cNvPr id="87" name="S18_62_ComicSansMS_60_W164.5"/>
          <p:cNvSpPr/>
          <p:nvPr/>
        </p:nvSpPr>
        <p:spPr>
          <a:xfrm>
            <a:off x="6261100" y="11455400"/>
            <a:ext cx="208915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</a:t>
            </a:r>
            <a:endParaRPr lang="en-US" sz="6000" dirty="0"/>
          </a:p>
        </p:txBody>
      </p:sp>
      <p:sp>
        <p:nvSpPr>
          <p:cNvPr id="88" name="Text 86"/>
          <p:cNvSpPr/>
          <p:nvPr/>
        </p:nvSpPr>
        <p:spPr>
          <a:xfrm>
            <a:off x="124460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S18_63 · Comic Sans MS 60 · W 162.63 · k−0</a:t>
            </a:r>
            <a:endParaRPr lang="en-US" sz="1400" dirty="0"/>
          </a:p>
        </p:txBody>
      </p:sp>
      <p:sp>
        <p:nvSpPr>
          <p:cNvPr id="89" name="S18_63_ComicSansMS_60_W162.63"/>
          <p:cNvSpPr/>
          <p:nvPr/>
        </p:nvSpPr>
        <p:spPr>
          <a:xfrm>
            <a:off x="12446000" y="11455400"/>
            <a:ext cx="2065401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 Ta</a:t>
            </a:r>
            <a:endParaRPr lang="en-US" sz="6000" dirty="0"/>
          </a:p>
        </p:txBody>
      </p:sp>
      <p:sp>
        <p:nvSpPr>
          <p:cNvPr id="90" name="Text 88"/>
          <p:cNvSpPr/>
          <p:nvPr/>
        </p:nvSpPr>
        <p:spPr>
          <a:xfrm>
            <a:off x="186309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S18_64 · Comic Sans MS 60 · W 165.38 · k−0</a:t>
            </a:r>
            <a:endParaRPr lang="en-US" sz="1400" dirty="0"/>
          </a:p>
        </p:txBody>
      </p:sp>
      <p:sp>
        <p:nvSpPr>
          <p:cNvPr id="91" name="S18_64_ComicSansMS_60_W165.38"/>
          <p:cNvSpPr/>
          <p:nvPr/>
        </p:nvSpPr>
        <p:spPr>
          <a:xfrm>
            <a:off x="18630900" y="11455400"/>
            <a:ext cx="2100326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 AV &gt;</a:t>
            </a:r>
            <a:endParaRPr lang="en-US" sz="6000" dirty="0"/>
          </a:p>
        </p:txBody>
      </p:sp>
      <p:sp>
        <p:nvSpPr>
          <p:cNvPr id="92" name="Text 90"/>
          <p:cNvSpPr/>
          <p:nvPr/>
        </p:nvSpPr>
        <p:spPr>
          <a:xfrm>
            <a:off x="248158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S18_65 · Courier New 60 · W 181 · k−0</a:t>
            </a:r>
            <a:endParaRPr lang="en-US" sz="1400" dirty="0"/>
          </a:p>
        </p:txBody>
      </p:sp>
      <p:sp>
        <p:nvSpPr>
          <p:cNvPr id="93" name="S18_65_CourierNew_60_W181"/>
          <p:cNvSpPr/>
          <p:nvPr/>
        </p:nvSpPr>
        <p:spPr>
          <a:xfrm>
            <a:off x="24815800" y="11455400"/>
            <a:ext cx="22987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6000" dirty="0"/>
          </a:p>
        </p:txBody>
      </p:sp>
      <p:sp>
        <p:nvSpPr>
          <p:cNvPr id="94" name="Text 92"/>
          <p:cNvSpPr/>
          <p:nvPr/>
        </p:nvSpPr>
        <p:spPr>
          <a:xfrm>
            <a:off x="310007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S18_66 · Courier New 60 · W 181 · k−0</a:t>
            </a:r>
            <a:endParaRPr lang="en-US" sz="1400" dirty="0"/>
          </a:p>
        </p:txBody>
      </p:sp>
      <p:sp>
        <p:nvSpPr>
          <p:cNvPr id="95" name="S18_66_CourierNew_60_W181"/>
          <p:cNvSpPr/>
          <p:nvPr/>
        </p:nvSpPr>
        <p:spPr>
          <a:xfrm>
            <a:off x="31000700" y="11455400"/>
            <a:ext cx="22987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</a:t>
            </a:r>
            <a:endParaRPr lang="en-US" sz="6000" dirty="0"/>
          </a:p>
        </p:txBody>
      </p:sp>
      <p:sp>
        <p:nvSpPr>
          <p:cNvPr id="96" name="Text 94"/>
          <p:cNvSpPr/>
          <p:nvPr/>
        </p:nvSpPr>
        <p:spPr>
          <a:xfrm>
            <a:off x="371856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S18_67 · Courier New 60 · W 181 · k−0</a:t>
            </a:r>
            <a:endParaRPr lang="en-US" sz="1400" dirty="0"/>
          </a:p>
        </p:txBody>
      </p:sp>
      <p:sp>
        <p:nvSpPr>
          <p:cNvPr id="97" name="S18_67_CourierNew_60_W181"/>
          <p:cNvSpPr/>
          <p:nvPr/>
        </p:nvSpPr>
        <p:spPr>
          <a:xfrm>
            <a:off x="37185600" y="11455400"/>
            <a:ext cx="22987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Ta</a:t>
            </a:r>
            <a:endParaRPr lang="en-US" sz="6000" dirty="0"/>
          </a:p>
        </p:txBody>
      </p:sp>
      <p:sp>
        <p:nvSpPr>
          <p:cNvPr id="98" name="Text 96"/>
          <p:cNvSpPr/>
          <p:nvPr/>
        </p:nvSpPr>
        <p:spPr>
          <a:xfrm>
            <a:off x="43370500" y="1129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S18_68 · Courier New 60 · W 217 · k−0</a:t>
            </a:r>
            <a:endParaRPr lang="en-US" sz="1400" dirty="0"/>
          </a:p>
        </p:txBody>
      </p:sp>
      <p:sp>
        <p:nvSpPr>
          <p:cNvPr id="99" name="S18_68_CourierNew_60_W217"/>
          <p:cNvSpPr/>
          <p:nvPr/>
        </p:nvSpPr>
        <p:spPr>
          <a:xfrm>
            <a:off x="43370500" y="11455400"/>
            <a:ext cx="2755900" cy="914400"/>
          </a:xfrm>
          <a:prstGeom prst="rect">
            <a:avLst/>
          </a:prstGeom>
          <a:noFill/>
          <a:ln w="412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AV &gt;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7/15 — 72pt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S19_11 · Roboto 72 · W 176.25 · k−0</a:t>
            </a:r>
            <a:endParaRPr lang="en-US" sz="1400" dirty="0"/>
          </a:p>
        </p:txBody>
      </p:sp>
      <p:sp>
        <p:nvSpPr>
          <p:cNvPr id="5" name="S19_11_Roboto_72_W176.25"/>
          <p:cNvSpPr/>
          <p:nvPr/>
        </p:nvSpPr>
        <p:spPr>
          <a:xfrm>
            <a:off x="76200" y="850900"/>
            <a:ext cx="22383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S19_12 · Roboto 72 · W 187 · k−0</a:t>
            </a:r>
            <a:endParaRPr lang="en-US" sz="1400" dirty="0"/>
          </a:p>
        </p:txBody>
      </p:sp>
      <p:sp>
        <p:nvSpPr>
          <p:cNvPr id="7" name="S19_12_Roboto_72_W187"/>
          <p:cNvSpPr/>
          <p:nvPr/>
        </p:nvSpPr>
        <p:spPr>
          <a:xfrm>
            <a:off x="6261100" y="850900"/>
            <a:ext cx="23749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S19_13 · Roboto 72 · W 185.13 · k−0</a:t>
            </a:r>
            <a:endParaRPr lang="en-US" sz="1400" dirty="0"/>
          </a:p>
        </p:txBody>
      </p:sp>
      <p:sp>
        <p:nvSpPr>
          <p:cNvPr id="9" name="S19_13_Roboto_72_W185.13"/>
          <p:cNvSpPr/>
          <p:nvPr/>
        </p:nvSpPr>
        <p:spPr>
          <a:xfrm>
            <a:off x="12446000" y="850900"/>
            <a:ext cx="235115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Ta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S19_14 · Roboto 72 · W 203.88 · k−0</a:t>
            </a:r>
            <a:endParaRPr lang="en-US" sz="1400" dirty="0"/>
          </a:p>
        </p:txBody>
      </p:sp>
      <p:sp>
        <p:nvSpPr>
          <p:cNvPr id="11" name="S19_14_Roboto_72_W203.88"/>
          <p:cNvSpPr/>
          <p:nvPr/>
        </p:nvSpPr>
        <p:spPr>
          <a:xfrm>
            <a:off x="18630900" y="850900"/>
            <a:ext cx="258927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S19_15 · Inter 72 · W 191.75 · k−0</a:t>
            </a:r>
            <a:endParaRPr lang="en-US" sz="1400" dirty="0"/>
          </a:p>
        </p:txBody>
      </p:sp>
      <p:sp>
        <p:nvSpPr>
          <p:cNvPr id="13" name="S19_15_Inter_72_W191.75"/>
          <p:cNvSpPr/>
          <p:nvPr/>
        </p:nvSpPr>
        <p:spPr>
          <a:xfrm>
            <a:off x="24815800" y="850900"/>
            <a:ext cx="243522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S19_16 · Inter 72 · W 204.13 · k−0</a:t>
            </a:r>
            <a:endParaRPr lang="en-US" sz="1400" dirty="0"/>
          </a:p>
        </p:txBody>
      </p:sp>
      <p:sp>
        <p:nvSpPr>
          <p:cNvPr id="15" name="S19_16_Inter_72_W204.13"/>
          <p:cNvSpPr/>
          <p:nvPr/>
        </p:nvSpPr>
        <p:spPr>
          <a:xfrm>
            <a:off x="31000700" y="850900"/>
            <a:ext cx="259245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S19_17 · Inter 72 · W 197.75 · k−0</a:t>
            </a:r>
            <a:endParaRPr lang="en-US" sz="1400" dirty="0"/>
          </a:p>
        </p:txBody>
      </p:sp>
      <p:sp>
        <p:nvSpPr>
          <p:cNvPr id="17" name="S19_17_Inter_72_W197.75"/>
          <p:cNvSpPr/>
          <p:nvPr/>
        </p:nvSpPr>
        <p:spPr>
          <a:xfrm>
            <a:off x="37185600" y="850900"/>
            <a:ext cx="251142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Ta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S19_18 · Inter 72 · W 236 · k−0</a:t>
            </a:r>
            <a:endParaRPr lang="en-US" sz="1400" dirty="0"/>
          </a:p>
        </p:txBody>
      </p:sp>
      <p:sp>
        <p:nvSpPr>
          <p:cNvPr id="19" name="S19_18_Inter_72_W236"/>
          <p:cNvSpPr/>
          <p:nvPr/>
        </p:nvSpPr>
        <p:spPr>
          <a:xfrm>
            <a:off x="43370500" y="850900"/>
            <a:ext cx="29972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762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S19_21 · Arial 72 · W 173.02 · k−7.98</a:t>
            </a:r>
            <a:endParaRPr lang="en-US" sz="1400" dirty="0"/>
          </a:p>
        </p:txBody>
      </p:sp>
      <p:sp>
        <p:nvSpPr>
          <p:cNvPr id="21" name="S19_21_Arial_72_W173.02"/>
          <p:cNvSpPr/>
          <p:nvPr/>
        </p:nvSpPr>
        <p:spPr>
          <a:xfrm>
            <a:off x="76200" y="3340100"/>
            <a:ext cx="219735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62611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S19_22 · Arial 72 · W 187.66 · k−5.34</a:t>
            </a:r>
            <a:endParaRPr lang="en-US" sz="1400" dirty="0"/>
          </a:p>
        </p:txBody>
      </p:sp>
      <p:sp>
        <p:nvSpPr>
          <p:cNvPr id="23" name="S19_22_Arial_72_W187.66"/>
          <p:cNvSpPr/>
          <p:nvPr/>
        </p:nvSpPr>
        <p:spPr>
          <a:xfrm>
            <a:off x="6261100" y="3340100"/>
            <a:ext cx="2383282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24460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S19_23 · Arial 72 · W 173.04 · k−15.96</a:t>
            </a:r>
            <a:endParaRPr lang="en-US" sz="1400" dirty="0"/>
          </a:p>
        </p:txBody>
      </p:sp>
      <p:sp>
        <p:nvSpPr>
          <p:cNvPr id="25" name="S19_23_Arial_72_W173.04"/>
          <p:cNvSpPr/>
          <p:nvPr/>
        </p:nvSpPr>
        <p:spPr>
          <a:xfrm>
            <a:off x="12446000" y="3340100"/>
            <a:ext cx="2197608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86309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S19_24 · Arial 72 · W 215.66 · k−5.34</a:t>
            </a:r>
            <a:endParaRPr lang="en-US" sz="1400" dirty="0"/>
          </a:p>
        </p:txBody>
      </p:sp>
      <p:sp>
        <p:nvSpPr>
          <p:cNvPr id="27" name="S19_24_Arial_72_W215.66"/>
          <p:cNvSpPr/>
          <p:nvPr/>
        </p:nvSpPr>
        <p:spPr>
          <a:xfrm>
            <a:off x="18630900" y="3340100"/>
            <a:ext cx="2738882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248158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S19_25 · Arial Narrow 72 · W 142.21 · k−6.54</a:t>
            </a:r>
            <a:endParaRPr lang="en-US" sz="1400" dirty="0"/>
          </a:p>
        </p:txBody>
      </p:sp>
      <p:sp>
        <p:nvSpPr>
          <p:cNvPr id="29" name="S19_25_ArialNarrow_72_W142.21"/>
          <p:cNvSpPr/>
          <p:nvPr/>
        </p:nvSpPr>
        <p:spPr>
          <a:xfrm>
            <a:off x="24815800" y="3340100"/>
            <a:ext cx="180606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310007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S19_26 · Arial Narrow 72 · W 154.18 · k−4.32</a:t>
            </a:r>
            <a:endParaRPr lang="en-US" sz="1400" dirty="0"/>
          </a:p>
        </p:txBody>
      </p:sp>
      <p:sp>
        <p:nvSpPr>
          <p:cNvPr id="31" name="S19_26_ArialNarrow_72_W154.18"/>
          <p:cNvSpPr/>
          <p:nvPr/>
        </p:nvSpPr>
        <p:spPr>
          <a:xfrm>
            <a:off x="31000700" y="3340100"/>
            <a:ext cx="195808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</a:t>
            </a:r>
            <a:endParaRPr lang="en-US" sz="7200" dirty="0"/>
          </a:p>
        </p:txBody>
      </p:sp>
      <p:sp>
        <p:nvSpPr>
          <p:cNvPr id="32" name="Text 30"/>
          <p:cNvSpPr/>
          <p:nvPr/>
        </p:nvSpPr>
        <p:spPr>
          <a:xfrm>
            <a:off x="371856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S19_27 · Arial Narrow 72 · W 142.3 · k−13.08</a:t>
            </a:r>
            <a:endParaRPr lang="en-US" sz="1400" dirty="0"/>
          </a:p>
        </p:txBody>
      </p:sp>
      <p:sp>
        <p:nvSpPr>
          <p:cNvPr id="33" name="S19_27_ArialNarrow_72_W142.3"/>
          <p:cNvSpPr/>
          <p:nvPr/>
        </p:nvSpPr>
        <p:spPr>
          <a:xfrm>
            <a:off x="37185600" y="3340100"/>
            <a:ext cx="1807210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Ta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433705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S19_28 · Arial Narrow 72 · W 177.18 · k−4.32</a:t>
            </a:r>
            <a:endParaRPr lang="en-US" sz="1400" dirty="0"/>
          </a:p>
        </p:txBody>
      </p:sp>
      <p:sp>
        <p:nvSpPr>
          <p:cNvPr id="35" name="S19_28_ArialNarrow_72_W177.18"/>
          <p:cNvSpPr/>
          <p:nvPr/>
        </p:nvSpPr>
        <p:spPr>
          <a:xfrm>
            <a:off x="43370500" y="3340100"/>
            <a:ext cx="225018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36" name="Text 34"/>
          <p:cNvSpPr/>
          <p:nvPr/>
        </p:nvSpPr>
        <p:spPr>
          <a:xfrm>
            <a:off x="762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S19_31 · Times New Roman 72 · W 161.97 · k−5.03</a:t>
            </a:r>
            <a:endParaRPr lang="en-US" sz="1400" dirty="0"/>
          </a:p>
        </p:txBody>
      </p:sp>
      <p:sp>
        <p:nvSpPr>
          <p:cNvPr id="37" name="S19_31_TimesNewRoman_72_W161.97"/>
          <p:cNvSpPr/>
          <p:nvPr/>
        </p:nvSpPr>
        <p:spPr>
          <a:xfrm>
            <a:off x="76200" y="5829300"/>
            <a:ext cx="2057019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62611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S19_32 · Times New Roman 72 · W 185.72 · k−9.28</a:t>
            </a:r>
            <a:endParaRPr lang="en-US" sz="1400" dirty="0"/>
          </a:p>
        </p:txBody>
      </p:sp>
      <p:sp>
        <p:nvSpPr>
          <p:cNvPr id="39" name="S19_32_TimesNewRoman_72_W185.72"/>
          <p:cNvSpPr/>
          <p:nvPr/>
        </p:nvSpPr>
        <p:spPr>
          <a:xfrm>
            <a:off x="6261100" y="5829300"/>
            <a:ext cx="235864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7200" dirty="0"/>
          </a:p>
        </p:txBody>
      </p:sp>
      <p:sp>
        <p:nvSpPr>
          <p:cNvPr id="40" name="Text 38"/>
          <p:cNvSpPr/>
          <p:nvPr/>
        </p:nvSpPr>
        <p:spPr>
          <a:xfrm>
            <a:off x="124460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S19_33 · Times New Roman 72 · W 164.95 · k−10.05</a:t>
            </a:r>
            <a:endParaRPr lang="en-US" sz="1400" dirty="0"/>
          </a:p>
        </p:txBody>
      </p:sp>
      <p:sp>
        <p:nvSpPr>
          <p:cNvPr id="41" name="S19_33_TimesNewRoman_72_W164.95"/>
          <p:cNvSpPr/>
          <p:nvPr/>
        </p:nvSpPr>
        <p:spPr>
          <a:xfrm>
            <a:off x="12446000" y="5829300"/>
            <a:ext cx="2094865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Ta</a:t>
            </a:r>
            <a:endParaRPr lang="en-US" sz="7200" dirty="0"/>
          </a:p>
        </p:txBody>
      </p:sp>
      <p:sp>
        <p:nvSpPr>
          <p:cNvPr id="42" name="Text 40"/>
          <p:cNvSpPr/>
          <p:nvPr/>
        </p:nvSpPr>
        <p:spPr>
          <a:xfrm>
            <a:off x="186309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S19_34 · Times New Roman 72 · W 212.97 · k−9.28</a:t>
            </a:r>
            <a:endParaRPr lang="en-US" sz="1400" dirty="0"/>
          </a:p>
        </p:txBody>
      </p:sp>
      <p:sp>
        <p:nvSpPr>
          <p:cNvPr id="43" name="S19_34_TimesNewRoman_72_W212.97"/>
          <p:cNvSpPr/>
          <p:nvPr/>
        </p:nvSpPr>
        <p:spPr>
          <a:xfrm>
            <a:off x="18630900" y="5829300"/>
            <a:ext cx="2704719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248158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S19_35 · Georgia 72 · W 173.5 · k−0</a:t>
            </a:r>
            <a:endParaRPr lang="en-US" sz="1400" dirty="0"/>
          </a:p>
        </p:txBody>
      </p:sp>
      <p:sp>
        <p:nvSpPr>
          <p:cNvPr id="45" name="S19_35_Georgia_72_W173.5"/>
          <p:cNvSpPr/>
          <p:nvPr/>
        </p:nvSpPr>
        <p:spPr>
          <a:xfrm>
            <a:off x="24815800" y="5829300"/>
            <a:ext cx="220345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310007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S19_36 · Georgia 72 · W 189 · k−0</a:t>
            </a:r>
            <a:endParaRPr lang="en-US" sz="1400" dirty="0"/>
          </a:p>
        </p:txBody>
      </p:sp>
      <p:sp>
        <p:nvSpPr>
          <p:cNvPr id="47" name="S19_36_Georgia_72_W189"/>
          <p:cNvSpPr/>
          <p:nvPr/>
        </p:nvSpPr>
        <p:spPr>
          <a:xfrm>
            <a:off x="31000700" y="5829300"/>
            <a:ext cx="24003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</a:t>
            </a:r>
            <a:endParaRPr lang="en-US" sz="7200" dirty="0"/>
          </a:p>
        </p:txBody>
      </p:sp>
      <p:sp>
        <p:nvSpPr>
          <p:cNvPr id="48" name="Text 46"/>
          <p:cNvSpPr/>
          <p:nvPr/>
        </p:nvSpPr>
        <p:spPr>
          <a:xfrm>
            <a:off x="371856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S19_37 · Georgia 72 · W 182.5 · k−0</a:t>
            </a:r>
            <a:endParaRPr lang="en-US" sz="1400" dirty="0"/>
          </a:p>
        </p:txBody>
      </p:sp>
      <p:sp>
        <p:nvSpPr>
          <p:cNvPr id="49" name="S19_37_Georgia_72_W182.5"/>
          <p:cNvSpPr/>
          <p:nvPr/>
        </p:nvSpPr>
        <p:spPr>
          <a:xfrm>
            <a:off x="37185600" y="5829300"/>
            <a:ext cx="231775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433705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S19_38 · Georgia 72 · W 224.5 · k−0</a:t>
            </a:r>
            <a:endParaRPr lang="en-US" sz="1400" dirty="0"/>
          </a:p>
        </p:txBody>
      </p:sp>
      <p:sp>
        <p:nvSpPr>
          <p:cNvPr id="51" name="S19_38_Georgia_72_W224.5"/>
          <p:cNvSpPr/>
          <p:nvPr/>
        </p:nvSpPr>
        <p:spPr>
          <a:xfrm>
            <a:off x="43370500" y="5829300"/>
            <a:ext cx="285115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52" name="Text 50"/>
          <p:cNvSpPr/>
          <p:nvPr/>
        </p:nvSpPr>
        <p:spPr>
          <a:xfrm>
            <a:off x="762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S19_41 · Calibri 72 · W 151.03 · k−6.47</a:t>
            </a:r>
            <a:endParaRPr lang="en-US" sz="1400" dirty="0"/>
          </a:p>
        </p:txBody>
      </p:sp>
      <p:sp>
        <p:nvSpPr>
          <p:cNvPr id="53" name="S19_41_Calibri_72_W151.03"/>
          <p:cNvSpPr/>
          <p:nvPr/>
        </p:nvSpPr>
        <p:spPr>
          <a:xfrm>
            <a:off x="76200" y="8318500"/>
            <a:ext cx="1918081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7200" dirty="0"/>
          </a:p>
        </p:txBody>
      </p:sp>
      <p:sp>
        <p:nvSpPr>
          <p:cNvPr id="54" name="Text 52"/>
          <p:cNvSpPr/>
          <p:nvPr/>
        </p:nvSpPr>
        <p:spPr>
          <a:xfrm>
            <a:off x="62611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S19_42 · Calibri 72 · W 166.4 · k−3.98</a:t>
            </a:r>
            <a:endParaRPr lang="en-US" sz="1400" dirty="0"/>
          </a:p>
        </p:txBody>
      </p:sp>
      <p:sp>
        <p:nvSpPr>
          <p:cNvPr id="55" name="S19_42_Calibri_72_W166.4"/>
          <p:cNvSpPr/>
          <p:nvPr/>
        </p:nvSpPr>
        <p:spPr>
          <a:xfrm>
            <a:off x="6261100" y="8318500"/>
            <a:ext cx="2113280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7200" dirty="0"/>
          </a:p>
        </p:txBody>
      </p:sp>
      <p:sp>
        <p:nvSpPr>
          <p:cNvPr id="56" name="Text 54"/>
          <p:cNvSpPr/>
          <p:nvPr/>
        </p:nvSpPr>
        <p:spPr>
          <a:xfrm>
            <a:off x="124460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S19_43 · Calibri 72 · W 147.98 · k−12.02</a:t>
            </a:r>
            <a:endParaRPr lang="en-US" sz="1400" dirty="0"/>
          </a:p>
        </p:txBody>
      </p:sp>
      <p:sp>
        <p:nvSpPr>
          <p:cNvPr id="57" name="S19_43_Calibri_72_W147.98"/>
          <p:cNvSpPr/>
          <p:nvPr/>
        </p:nvSpPr>
        <p:spPr>
          <a:xfrm>
            <a:off x="12446000" y="8318500"/>
            <a:ext cx="187934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</a:t>
            </a:r>
            <a:endParaRPr lang="en-US" sz="7200" dirty="0"/>
          </a:p>
        </p:txBody>
      </p:sp>
      <p:sp>
        <p:nvSpPr>
          <p:cNvPr id="58" name="Text 56"/>
          <p:cNvSpPr/>
          <p:nvPr/>
        </p:nvSpPr>
        <p:spPr>
          <a:xfrm>
            <a:off x="186309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S19_44 · Calibri 72 · W 184.62 · k−3.13</a:t>
            </a:r>
            <a:endParaRPr lang="en-US" sz="1400" dirty="0"/>
          </a:p>
        </p:txBody>
      </p:sp>
      <p:sp>
        <p:nvSpPr>
          <p:cNvPr id="59" name="S19_44_Calibri_72_W184.62"/>
          <p:cNvSpPr/>
          <p:nvPr/>
        </p:nvSpPr>
        <p:spPr>
          <a:xfrm>
            <a:off x="18630900" y="8318500"/>
            <a:ext cx="234467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60" name="Text 58"/>
          <p:cNvSpPr/>
          <p:nvPr/>
        </p:nvSpPr>
        <p:spPr>
          <a:xfrm>
            <a:off x="248158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S19_45 · Verdana 72 · W 191.3 · k−9.08</a:t>
            </a:r>
            <a:endParaRPr lang="en-US" sz="1400" dirty="0"/>
          </a:p>
        </p:txBody>
      </p:sp>
      <p:sp>
        <p:nvSpPr>
          <p:cNvPr id="61" name="S19_45_Verdana_72_W191.3"/>
          <p:cNvSpPr/>
          <p:nvPr/>
        </p:nvSpPr>
        <p:spPr>
          <a:xfrm>
            <a:off x="24815800" y="8318500"/>
            <a:ext cx="2429510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7200" dirty="0"/>
          </a:p>
        </p:txBody>
      </p:sp>
      <p:sp>
        <p:nvSpPr>
          <p:cNvPr id="62" name="Text 60"/>
          <p:cNvSpPr/>
          <p:nvPr/>
        </p:nvSpPr>
        <p:spPr>
          <a:xfrm>
            <a:off x="310007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S19_46 · Verdana 72 · W 208.51 · k−2.74</a:t>
            </a:r>
            <a:endParaRPr lang="en-US" sz="1400" dirty="0"/>
          </a:p>
        </p:txBody>
      </p:sp>
      <p:sp>
        <p:nvSpPr>
          <p:cNvPr id="63" name="S19_46_Verdana_72_W208.51"/>
          <p:cNvSpPr/>
          <p:nvPr/>
        </p:nvSpPr>
        <p:spPr>
          <a:xfrm>
            <a:off x="31000700" y="8318500"/>
            <a:ext cx="2648077" cy="1097280"/>
          </a:xfrm>
          <a:prstGeom prst="rect">
            <a:avLst/>
          </a:prstGeom>
          <a:noFill/>
          <a:ln w="476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</a:t>
            </a:r>
            <a:endParaRPr lang="en-US" sz="7200" dirty="0"/>
          </a:p>
        </p:txBody>
      </p:sp>
      <p:sp>
        <p:nvSpPr>
          <p:cNvPr id="64" name="Text 62"/>
          <p:cNvSpPr/>
          <p:nvPr/>
        </p:nvSpPr>
        <p:spPr>
          <a:xfrm>
            <a:off x="371856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S19_47 · Verdana 72 · W 185.95 · k−16.18</a:t>
            </a:r>
            <a:endParaRPr lang="en-US" sz="1400" dirty="0"/>
          </a:p>
        </p:txBody>
      </p:sp>
      <p:sp>
        <p:nvSpPr>
          <p:cNvPr id="65" name="S19_47_Verdana_72_W185.95"/>
          <p:cNvSpPr/>
          <p:nvPr/>
        </p:nvSpPr>
        <p:spPr>
          <a:xfrm>
            <a:off x="37185600" y="8318500"/>
            <a:ext cx="2361565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Ta</a:t>
            </a:r>
            <a:endParaRPr lang="en-US" sz="7200" dirty="0"/>
          </a:p>
        </p:txBody>
      </p:sp>
      <p:sp>
        <p:nvSpPr>
          <p:cNvPr id="66" name="Text 64"/>
          <p:cNvSpPr/>
          <p:nvPr/>
        </p:nvSpPr>
        <p:spPr>
          <a:xfrm>
            <a:off x="433705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S19_48 · Verdana 72 · W 265.89 · k−2.11</a:t>
            </a:r>
            <a:endParaRPr lang="en-US" sz="1400" dirty="0"/>
          </a:p>
        </p:txBody>
      </p:sp>
      <p:sp>
        <p:nvSpPr>
          <p:cNvPr id="67" name="S19_48_Verdana_72_W265.89"/>
          <p:cNvSpPr/>
          <p:nvPr/>
        </p:nvSpPr>
        <p:spPr>
          <a:xfrm>
            <a:off x="43370500" y="8318500"/>
            <a:ext cx="3376803" cy="1097280"/>
          </a:xfrm>
          <a:prstGeom prst="rect">
            <a:avLst/>
          </a:prstGeom>
          <a:noFill/>
          <a:ln w="476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68" name="Text 66"/>
          <p:cNvSpPr/>
          <p:nvPr/>
        </p:nvSpPr>
        <p:spPr>
          <a:xfrm>
            <a:off x="762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S19_51 · Tahoma 72 · W 169.71 · k−8.54</a:t>
            </a:r>
            <a:endParaRPr lang="en-US" sz="1400" dirty="0"/>
          </a:p>
        </p:txBody>
      </p:sp>
      <p:sp>
        <p:nvSpPr>
          <p:cNvPr id="69" name="S19_51_Tahoma_72_W169.71"/>
          <p:cNvSpPr/>
          <p:nvPr/>
        </p:nvSpPr>
        <p:spPr>
          <a:xfrm>
            <a:off x="76200" y="10807700"/>
            <a:ext cx="215531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7200" dirty="0"/>
          </a:p>
        </p:txBody>
      </p:sp>
      <p:sp>
        <p:nvSpPr>
          <p:cNvPr id="70" name="Text 68"/>
          <p:cNvSpPr/>
          <p:nvPr/>
        </p:nvSpPr>
        <p:spPr>
          <a:xfrm>
            <a:off x="62611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S19_52 · Tahoma 72 · W 182.13 · k−2.5</a:t>
            </a:r>
            <a:endParaRPr lang="en-US" sz="1400" dirty="0"/>
          </a:p>
        </p:txBody>
      </p:sp>
      <p:sp>
        <p:nvSpPr>
          <p:cNvPr id="71" name="S19_52_Tahoma_72_W182.13"/>
          <p:cNvSpPr/>
          <p:nvPr/>
        </p:nvSpPr>
        <p:spPr>
          <a:xfrm>
            <a:off x="6261100" y="10807700"/>
            <a:ext cx="2313051" cy="1097280"/>
          </a:xfrm>
          <a:prstGeom prst="rect">
            <a:avLst/>
          </a:prstGeom>
          <a:noFill/>
          <a:ln w="476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124460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S19_53 · Tahoma 72 · W 169.05 · k−15.33</a:t>
            </a:r>
            <a:endParaRPr lang="en-US" sz="1400" dirty="0"/>
          </a:p>
        </p:txBody>
      </p:sp>
      <p:sp>
        <p:nvSpPr>
          <p:cNvPr id="73" name="S19_53_Tahoma_72_W169.05"/>
          <p:cNvSpPr/>
          <p:nvPr/>
        </p:nvSpPr>
        <p:spPr>
          <a:xfrm>
            <a:off x="12446000" y="10807700"/>
            <a:ext cx="2146935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Ta</a:t>
            </a:r>
            <a:endParaRPr lang="en-US" sz="7200" dirty="0"/>
          </a:p>
        </p:txBody>
      </p:sp>
      <p:sp>
        <p:nvSpPr>
          <p:cNvPr id="74" name="Text 72"/>
          <p:cNvSpPr/>
          <p:nvPr/>
        </p:nvSpPr>
        <p:spPr>
          <a:xfrm>
            <a:off x="186309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S19_54 · Tahoma 72 · W 234.94 · k−1.94</a:t>
            </a:r>
            <a:endParaRPr lang="en-US" sz="1400" dirty="0"/>
          </a:p>
        </p:txBody>
      </p:sp>
      <p:sp>
        <p:nvSpPr>
          <p:cNvPr id="75" name="S19_54_Tahoma_72_W234.94"/>
          <p:cNvSpPr/>
          <p:nvPr/>
        </p:nvSpPr>
        <p:spPr>
          <a:xfrm>
            <a:off x="18630900" y="10807700"/>
            <a:ext cx="2983738" cy="1097280"/>
          </a:xfrm>
          <a:prstGeom prst="rect">
            <a:avLst/>
          </a:prstGeom>
          <a:noFill/>
          <a:ln w="4762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76" name="Text 74"/>
          <p:cNvSpPr/>
          <p:nvPr/>
        </p:nvSpPr>
        <p:spPr>
          <a:xfrm>
            <a:off x="248158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S19_55 · Trebuchet MS 72 · W 167.54 · k−8.96</a:t>
            </a:r>
            <a:endParaRPr lang="en-US" sz="1400" dirty="0"/>
          </a:p>
        </p:txBody>
      </p:sp>
      <p:sp>
        <p:nvSpPr>
          <p:cNvPr id="77" name="S19_55_TrebuchetMS_72_W167.54"/>
          <p:cNvSpPr/>
          <p:nvPr/>
        </p:nvSpPr>
        <p:spPr>
          <a:xfrm>
            <a:off x="24815800" y="10807700"/>
            <a:ext cx="2127758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7200" dirty="0"/>
          </a:p>
        </p:txBody>
      </p:sp>
      <p:sp>
        <p:nvSpPr>
          <p:cNvPr id="78" name="Text 76"/>
          <p:cNvSpPr/>
          <p:nvPr/>
        </p:nvSpPr>
        <p:spPr>
          <a:xfrm>
            <a:off x="310007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S19_56 · Trebuchet MS 72 · W 175.3 · k−6.33</a:t>
            </a:r>
            <a:endParaRPr lang="en-US" sz="1400" dirty="0"/>
          </a:p>
        </p:txBody>
      </p:sp>
      <p:sp>
        <p:nvSpPr>
          <p:cNvPr id="79" name="S19_56_TrebuchetMS_72_W175.3"/>
          <p:cNvSpPr/>
          <p:nvPr/>
        </p:nvSpPr>
        <p:spPr>
          <a:xfrm>
            <a:off x="31000700" y="10807700"/>
            <a:ext cx="2226310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</a:t>
            </a:r>
            <a:endParaRPr lang="en-US" sz="7200" dirty="0"/>
          </a:p>
        </p:txBody>
      </p:sp>
      <p:sp>
        <p:nvSpPr>
          <p:cNvPr id="80" name="Text 78"/>
          <p:cNvSpPr/>
          <p:nvPr/>
        </p:nvSpPr>
        <p:spPr>
          <a:xfrm>
            <a:off x="371856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S19_57 · Trebuchet MS 72 · W 164.82 · k−17.93</a:t>
            </a:r>
            <a:endParaRPr lang="en-US" sz="1400" dirty="0"/>
          </a:p>
        </p:txBody>
      </p:sp>
      <p:sp>
        <p:nvSpPr>
          <p:cNvPr id="81" name="S19_57_TrebuchetMS_72_W164.82"/>
          <p:cNvSpPr/>
          <p:nvPr/>
        </p:nvSpPr>
        <p:spPr>
          <a:xfrm>
            <a:off x="37185600" y="10807700"/>
            <a:ext cx="209321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</a:t>
            </a:r>
            <a:endParaRPr lang="en-US" sz="7200" dirty="0"/>
          </a:p>
        </p:txBody>
      </p:sp>
      <p:sp>
        <p:nvSpPr>
          <p:cNvPr id="82" name="Text 80"/>
          <p:cNvSpPr/>
          <p:nvPr/>
        </p:nvSpPr>
        <p:spPr>
          <a:xfrm>
            <a:off x="433705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S19_58 · Trebuchet MS 72 · W 198.42 · k−6.33</a:t>
            </a:r>
            <a:endParaRPr lang="en-US" sz="1400" dirty="0"/>
          </a:p>
        </p:txBody>
      </p:sp>
      <p:sp>
        <p:nvSpPr>
          <p:cNvPr id="83" name="S19_58_TrebuchetMS_72_W198.42"/>
          <p:cNvSpPr/>
          <p:nvPr/>
        </p:nvSpPr>
        <p:spPr>
          <a:xfrm>
            <a:off x="43370500" y="10807700"/>
            <a:ext cx="251993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84" name="Text 82"/>
          <p:cNvSpPr/>
          <p:nvPr/>
        </p:nvSpPr>
        <p:spPr>
          <a:xfrm>
            <a:off x="762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S19_61 · Comic Sans MS 72 · W 183.75 · k−0</a:t>
            </a:r>
            <a:endParaRPr lang="en-US" sz="1400" dirty="0"/>
          </a:p>
        </p:txBody>
      </p:sp>
      <p:sp>
        <p:nvSpPr>
          <p:cNvPr id="85" name="S19_61_ComicSansMS_72_W183.75"/>
          <p:cNvSpPr/>
          <p:nvPr/>
        </p:nvSpPr>
        <p:spPr>
          <a:xfrm>
            <a:off x="76200" y="13296900"/>
            <a:ext cx="233362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7200" dirty="0"/>
          </a:p>
        </p:txBody>
      </p:sp>
      <p:sp>
        <p:nvSpPr>
          <p:cNvPr id="86" name="Text 84"/>
          <p:cNvSpPr/>
          <p:nvPr/>
        </p:nvSpPr>
        <p:spPr>
          <a:xfrm>
            <a:off x="62611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S19_62 · Comic Sans MS 72 · W 197.25 · k−0</a:t>
            </a:r>
            <a:endParaRPr lang="en-US" sz="1400" dirty="0"/>
          </a:p>
        </p:txBody>
      </p:sp>
      <p:sp>
        <p:nvSpPr>
          <p:cNvPr id="87" name="S19_62_ComicSansMS_72_W197.25"/>
          <p:cNvSpPr/>
          <p:nvPr/>
        </p:nvSpPr>
        <p:spPr>
          <a:xfrm>
            <a:off x="6261100" y="13296900"/>
            <a:ext cx="2505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</a:t>
            </a:r>
            <a:endParaRPr lang="en-US" sz="7200" dirty="0"/>
          </a:p>
        </p:txBody>
      </p:sp>
      <p:sp>
        <p:nvSpPr>
          <p:cNvPr id="88" name="Text 86"/>
          <p:cNvSpPr/>
          <p:nvPr/>
        </p:nvSpPr>
        <p:spPr>
          <a:xfrm>
            <a:off x="124460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S19_63 · Comic Sans MS 72 · W 195.25 · k−0</a:t>
            </a:r>
            <a:endParaRPr lang="en-US" sz="1400" dirty="0"/>
          </a:p>
        </p:txBody>
      </p:sp>
      <p:sp>
        <p:nvSpPr>
          <p:cNvPr id="89" name="S19_63_ComicSansMS_72_W195.25"/>
          <p:cNvSpPr/>
          <p:nvPr/>
        </p:nvSpPr>
        <p:spPr>
          <a:xfrm>
            <a:off x="12446000" y="13296900"/>
            <a:ext cx="24796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 Ta</a:t>
            </a:r>
            <a:endParaRPr lang="en-US" sz="7200" dirty="0"/>
          </a:p>
        </p:txBody>
      </p:sp>
      <p:sp>
        <p:nvSpPr>
          <p:cNvPr id="90" name="Text 88"/>
          <p:cNvSpPr/>
          <p:nvPr/>
        </p:nvSpPr>
        <p:spPr>
          <a:xfrm>
            <a:off x="186309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S19_64 · Comic Sans MS 72 · W 198.38 · k−0</a:t>
            </a:r>
            <a:endParaRPr lang="en-US" sz="1400" dirty="0"/>
          </a:p>
        </p:txBody>
      </p:sp>
      <p:sp>
        <p:nvSpPr>
          <p:cNvPr id="91" name="S19_64_ComicSansMS_72_W198.38"/>
          <p:cNvSpPr/>
          <p:nvPr/>
        </p:nvSpPr>
        <p:spPr>
          <a:xfrm>
            <a:off x="18630900" y="13296900"/>
            <a:ext cx="251942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92" name="Text 90"/>
          <p:cNvSpPr/>
          <p:nvPr/>
        </p:nvSpPr>
        <p:spPr>
          <a:xfrm>
            <a:off x="248158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S19_65 · Courier New 72 · W 217.25 · k−0</a:t>
            </a:r>
            <a:endParaRPr lang="en-US" sz="1400" dirty="0"/>
          </a:p>
        </p:txBody>
      </p:sp>
      <p:sp>
        <p:nvSpPr>
          <p:cNvPr id="93" name="S19_65_CourierNew_72_W217.25"/>
          <p:cNvSpPr/>
          <p:nvPr/>
        </p:nvSpPr>
        <p:spPr>
          <a:xfrm>
            <a:off x="24815800" y="132969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7200" dirty="0"/>
          </a:p>
        </p:txBody>
      </p:sp>
      <p:sp>
        <p:nvSpPr>
          <p:cNvPr id="94" name="Text 92"/>
          <p:cNvSpPr/>
          <p:nvPr/>
        </p:nvSpPr>
        <p:spPr>
          <a:xfrm>
            <a:off x="310007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S19_66 · Courier New 72 · W 217.25 · k−0</a:t>
            </a:r>
            <a:endParaRPr lang="en-US" sz="1400" dirty="0"/>
          </a:p>
        </p:txBody>
      </p:sp>
      <p:sp>
        <p:nvSpPr>
          <p:cNvPr id="95" name="S19_66_CourierNew_72_W217.25"/>
          <p:cNvSpPr/>
          <p:nvPr/>
        </p:nvSpPr>
        <p:spPr>
          <a:xfrm>
            <a:off x="31000700" y="132969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</a:t>
            </a:r>
            <a:endParaRPr lang="en-US" sz="7200" dirty="0"/>
          </a:p>
        </p:txBody>
      </p:sp>
      <p:sp>
        <p:nvSpPr>
          <p:cNvPr id="96" name="Text 94"/>
          <p:cNvSpPr/>
          <p:nvPr/>
        </p:nvSpPr>
        <p:spPr>
          <a:xfrm>
            <a:off x="371856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S19_67 · Courier New 72 · W 217.25 · k−0</a:t>
            </a:r>
            <a:endParaRPr lang="en-US" sz="1400" dirty="0"/>
          </a:p>
        </p:txBody>
      </p:sp>
      <p:sp>
        <p:nvSpPr>
          <p:cNvPr id="97" name="S19_67_CourierNew_72_W217.25"/>
          <p:cNvSpPr/>
          <p:nvPr/>
        </p:nvSpPr>
        <p:spPr>
          <a:xfrm>
            <a:off x="37185600" y="132969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Ta</a:t>
            </a:r>
            <a:endParaRPr lang="en-US" sz="7200" dirty="0"/>
          </a:p>
        </p:txBody>
      </p:sp>
      <p:sp>
        <p:nvSpPr>
          <p:cNvPr id="98" name="Text 96"/>
          <p:cNvSpPr/>
          <p:nvPr/>
        </p:nvSpPr>
        <p:spPr>
          <a:xfrm>
            <a:off x="43370500" y="1313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S19_68 · Courier New 72 · W 260.5 · k−0</a:t>
            </a:r>
            <a:endParaRPr lang="en-US" sz="1400" dirty="0"/>
          </a:p>
        </p:txBody>
      </p:sp>
      <p:sp>
        <p:nvSpPr>
          <p:cNvPr id="99" name="S19_68_CourierNew_72_W260.5"/>
          <p:cNvSpPr/>
          <p:nvPr/>
        </p:nvSpPr>
        <p:spPr>
          <a:xfrm>
            <a:off x="43370500" y="13296900"/>
            <a:ext cx="330835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AV &gt;</a:t>
            </a:r>
            <a:endParaRPr lang="en-US" sz="7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8/15 — 96pt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S20_11 · Roboto 96 · W 234.5 · k−0</a:t>
            </a:r>
            <a:endParaRPr lang="en-US" sz="1400" dirty="0"/>
          </a:p>
        </p:txBody>
      </p:sp>
      <p:sp>
        <p:nvSpPr>
          <p:cNvPr id="5" name="S20_11_Roboto_96_W234.5"/>
          <p:cNvSpPr/>
          <p:nvPr/>
        </p:nvSpPr>
        <p:spPr>
          <a:xfrm>
            <a:off x="76200" y="850900"/>
            <a:ext cx="29781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S20_12 · Roboto 96 · W 248.75 · k−0</a:t>
            </a:r>
            <a:endParaRPr lang="en-US" sz="1400" dirty="0"/>
          </a:p>
        </p:txBody>
      </p:sp>
      <p:sp>
        <p:nvSpPr>
          <p:cNvPr id="7" name="S20_12_Roboto_96_W248.75"/>
          <p:cNvSpPr/>
          <p:nvPr/>
        </p:nvSpPr>
        <p:spPr>
          <a:xfrm>
            <a:off x="6261100" y="850900"/>
            <a:ext cx="3159125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S20_13 · Roboto 96 · W 246.38 · k−0</a:t>
            </a:r>
            <a:endParaRPr lang="en-US" sz="1400" dirty="0"/>
          </a:p>
        </p:txBody>
      </p:sp>
      <p:sp>
        <p:nvSpPr>
          <p:cNvPr id="9" name="S20_13_Roboto_96_W246.38"/>
          <p:cNvSpPr/>
          <p:nvPr/>
        </p:nvSpPr>
        <p:spPr>
          <a:xfrm>
            <a:off x="12446000" y="850900"/>
            <a:ext cx="3129026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Ta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S20_14 · Roboto 96 · W 271.5 · k−0</a:t>
            </a:r>
            <a:endParaRPr lang="en-US" sz="1400" dirty="0"/>
          </a:p>
        </p:txBody>
      </p:sp>
      <p:sp>
        <p:nvSpPr>
          <p:cNvPr id="11" name="S20_14_Roboto_96_W271.5"/>
          <p:cNvSpPr/>
          <p:nvPr/>
        </p:nvSpPr>
        <p:spPr>
          <a:xfrm>
            <a:off x="18630900" y="850900"/>
            <a:ext cx="34480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S20_15 · Inter 96 · W 255.5 · k−0</a:t>
            </a:r>
            <a:endParaRPr lang="en-US" sz="1400" dirty="0"/>
          </a:p>
        </p:txBody>
      </p:sp>
      <p:sp>
        <p:nvSpPr>
          <p:cNvPr id="13" name="S20_15_Inter_96_W255.5"/>
          <p:cNvSpPr/>
          <p:nvPr/>
        </p:nvSpPr>
        <p:spPr>
          <a:xfrm>
            <a:off x="24815800" y="850900"/>
            <a:ext cx="32448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S20_16 · Inter 96 · W 272.13 · k−0</a:t>
            </a:r>
            <a:endParaRPr lang="en-US" sz="1400" dirty="0"/>
          </a:p>
        </p:txBody>
      </p:sp>
      <p:sp>
        <p:nvSpPr>
          <p:cNvPr id="15" name="S20_16_Inter_96_W272.13"/>
          <p:cNvSpPr/>
          <p:nvPr/>
        </p:nvSpPr>
        <p:spPr>
          <a:xfrm>
            <a:off x="31000700" y="850900"/>
            <a:ext cx="345605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S20_17 · Inter 96 · W 263.5 · k−0</a:t>
            </a:r>
            <a:endParaRPr lang="en-US" sz="1400" dirty="0"/>
          </a:p>
        </p:txBody>
      </p:sp>
      <p:sp>
        <p:nvSpPr>
          <p:cNvPr id="17" name="S20_17_Inter_96_W263.5"/>
          <p:cNvSpPr/>
          <p:nvPr/>
        </p:nvSpPr>
        <p:spPr>
          <a:xfrm>
            <a:off x="37185600" y="850900"/>
            <a:ext cx="33464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Ta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S20_18 · Inter 96 · W 314.5 · k−0</a:t>
            </a:r>
            <a:endParaRPr lang="en-US" sz="1400" dirty="0"/>
          </a:p>
        </p:txBody>
      </p:sp>
      <p:sp>
        <p:nvSpPr>
          <p:cNvPr id="19" name="S20_18_Inter_96_W314.5"/>
          <p:cNvSpPr/>
          <p:nvPr/>
        </p:nvSpPr>
        <p:spPr>
          <a:xfrm>
            <a:off x="43370500" y="850900"/>
            <a:ext cx="39941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20" name="Text 18"/>
          <p:cNvSpPr/>
          <p:nvPr/>
        </p:nvSpPr>
        <p:spPr>
          <a:xfrm>
            <a:off x="762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S20_21 · Arial 96 · W 230.36 · k−10.64</a:t>
            </a:r>
            <a:endParaRPr lang="en-US" sz="1400" dirty="0"/>
          </a:p>
        </p:txBody>
      </p:sp>
      <p:sp>
        <p:nvSpPr>
          <p:cNvPr id="21" name="S20_21_Arial_96_W230.36"/>
          <p:cNvSpPr/>
          <p:nvPr/>
        </p:nvSpPr>
        <p:spPr>
          <a:xfrm>
            <a:off x="76200" y="4076700"/>
            <a:ext cx="2925572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9600" dirty="0"/>
          </a:p>
        </p:txBody>
      </p:sp>
      <p:sp>
        <p:nvSpPr>
          <p:cNvPr id="22" name="Text 20"/>
          <p:cNvSpPr/>
          <p:nvPr/>
        </p:nvSpPr>
        <p:spPr>
          <a:xfrm>
            <a:off x="62611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S20_22 · Arial 96 · W 249.88 · k−7.12</a:t>
            </a:r>
            <a:endParaRPr lang="en-US" sz="1400" dirty="0"/>
          </a:p>
        </p:txBody>
      </p:sp>
      <p:sp>
        <p:nvSpPr>
          <p:cNvPr id="23" name="S20_22_Arial_96_W249.88"/>
          <p:cNvSpPr/>
          <p:nvPr/>
        </p:nvSpPr>
        <p:spPr>
          <a:xfrm>
            <a:off x="6261100" y="4076700"/>
            <a:ext cx="317347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9600" dirty="0"/>
          </a:p>
        </p:txBody>
      </p:sp>
      <p:sp>
        <p:nvSpPr>
          <p:cNvPr id="24" name="Text 22"/>
          <p:cNvSpPr/>
          <p:nvPr/>
        </p:nvSpPr>
        <p:spPr>
          <a:xfrm>
            <a:off x="124460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S20_23 · Arial 96 · W 230.34 · k−21.29</a:t>
            </a:r>
            <a:endParaRPr lang="en-US" sz="1400" dirty="0"/>
          </a:p>
        </p:txBody>
      </p:sp>
      <p:sp>
        <p:nvSpPr>
          <p:cNvPr id="25" name="S20_23_Arial_96_W230.34"/>
          <p:cNvSpPr/>
          <p:nvPr/>
        </p:nvSpPr>
        <p:spPr>
          <a:xfrm>
            <a:off x="12446000" y="4076700"/>
            <a:ext cx="2925318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186309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S20_24 · Arial 96 · W 287.38 · k−7.12</a:t>
            </a:r>
            <a:endParaRPr lang="en-US" sz="1400" dirty="0"/>
          </a:p>
        </p:txBody>
      </p:sp>
      <p:sp>
        <p:nvSpPr>
          <p:cNvPr id="27" name="S20_24_Arial_96_W287.38"/>
          <p:cNvSpPr/>
          <p:nvPr/>
        </p:nvSpPr>
        <p:spPr>
          <a:xfrm>
            <a:off x="18630900" y="4076700"/>
            <a:ext cx="364972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28" name="Text 26"/>
          <p:cNvSpPr/>
          <p:nvPr/>
        </p:nvSpPr>
        <p:spPr>
          <a:xfrm>
            <a:off x="248158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S20_25 · Arial Narrow 96 · W 189.16 · k−8.72</a:t>
            </a:r>
            <a:endParaRPr lang="en-US" sz="1400" dirty="0"/>
          </a:p>
        </p:txBody>
      </p:sp>
      <p:sp>
        <p:nvSpPr>
          <p:cNvPr id="29" name="S20_25_ArialNarrow_96_W189.16"/>
          <p:cNvSpPr/>
          <p:nvPr/>
        </p:nvSpPr>
        <p:spPr>
          <a:xfrm>
            <a:off x="24815800" y="4076700"/>
            <a:ext cx="2402332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9600" dirty="0"/>
          </a:p>
        </p:txBody>
      </p:sp>
      <p:sp>
        <p:nvSpPr>
          <p:cNvPr id="30" name="Text 28"/>
          <p:cNvSpPr/>
          <p:nvPr/>
        </p:nvSpPr>
        <p:spPr>
          <a:xfrm>
            <a:off x="310007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S20_26 · Arial Narrow 96 · W 205.23 · k−5.77</a:t>
            </a:r>
            <a:endParaRPr lang="en-US" sz="1400" dirty="0"/>
          </a:p>
        </p:txBody>
      </p:sp>
      <p:sp>
        <p:nvSpPr>
          <p:cNvPr id="31" name="S20_26_ArialNarrow_96_W205.23"/>
          <p:cNvSpPr/>
          <p:nvPr/>
        </p:nvSpPr>
        <p:spPr>
          <a:xfrm>
            <a:off x="31000700" y="4076700"/>
            <a:ext cx="2606421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</a:t>
            </a:r>
            <a:endParaRPr lang="en-US" sz="9600" dirty="0"/>
          </a:p>
        </p:txBody>
      </p:sp>
      <p:sp>
        <p:nvSpPr>
          <p:cNvPr id="32" name="Text 30"/>
          <p:cNvSpPr/>
          <p:nvPr/>
        </p:nvSpPr>
        <p:spPr>
          <a:xfrm>
            <a:off x="371856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S20_27 · Arial Narrow 96 · W 189.19 · k−17.44</a:t>
            </a:r>
            <a:endParaRPr lang="en-US" sz="1400" dirty="0"/>
          </a:p>
        </p:txBody>
      </p:sp>
      <p:sp>
        <p:nvSpPr>
          <p:cNvPr id="33" name="S20_27_ArialNarrow_96_W189.19"/>
          <p:cNvSpPr/>
          <p:nvPr/>
        </p:nvSpPr>
        <p:spPr>
          <a:xfrm>
            <a:off x="37185600" y="4076700"/>
            <a:ext cx="2402713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Ta</a:t>
            </a:r>
            <a:endParaRPr lang="en-US" sz="9600" dirty="0"/>
          </a:p>
        </p:txBody>
      </p:sp>
      <p:sp>
        <p:nvSpPr>
          <p:cNvPr id="34" name="Text 32"/>
          <p:cNvSpPr/>
          <p:nvPr/>
        </p:nvSpPr>
        <p:spPr>
          <a:xfrm>
            <a:off x="43370500" y="391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S20_28 · Arial Narrow 96 · W 235.98 · k−5.77</a:t>
            </a:r>
            <a:endParaRPr lang="en-US" sz="1400" dirty="0"/>
          </a:p>
        </p:txBody>
      </p:sp>
      <p:sp>
        <p:nvSpPr>
          <p:cNvPr id="35" name="S20_28_ArialNarrow_96_W235.98"/>
          <p:cNvSpPr/>
          <p:nvPr/>
        </p:nvSpPr>
        <p:spPr>
          <a:xfrm>
            <a:off x="43370500" y="4076700"/>
            <a:ext cx="299694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36" name="Text 34"/>
          <p:cNvSpPr/>
          <p:nvPr/>
        </p:nvSpPr>
        <p:spPr>
          <a:xfrm>
            <a:off x="762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S20_31 · Times New Roman 96 · W 215.55 · k−6.7</a:t>
            </a:r>
            <a:endParaRPr lang="en-US" sz="1400" dirty="0"/>
          </a:p>
        </p:txBody>
      </p:sp>
      <p:sp>
        <p:nvSpPr>
          <p:cNvPr id="37" name="S20_31_TimesNewRoman_96_W215.55"/>
          <p:cNvSpPr/>
          <p:nvPr/>
        </p:nvSpPr>
        <p:spPr>
          <a:xfrm>
            <a:off x="76200" y="7302500"/>
            <a:ext cx="2737485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9600" dirty="0"/>
          </a:p>
        </p:txBody>
      </p:sp>
      <p:sp>
        <p:nvSpPr>
          <p:cNvPr id="38" name="Text 36"/>
          <p:cNvSpPr/>
          <p:nvPr/>
        </p:nvSpPr>
        <p:spPr>
          <a:xfrm>
            <a:off x="62611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S20_32 · Times New Roman 96 · W 247.38 · k−12.37</a:t>
            </a:r>
            <a:endParaRPr lang="en-US" sz="1400" dirty="0"/>
          </a:p>
        </p:txBody>
      </p:sp>
      <p:sp>
        <p:nvSpPr>
          <p:cNvPr id="39" name="S20_32_TimesNewRoman_96_W247.38"/>
          <p:cNvSpPr/>
          <p:nvPr/>
        </p:nvSpPr>
        <p:spPr>
          <a:xfrm>
            <a:off x="6261100" y="7302500"/>
            <a:ext cx="314172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9600" dirty="0"/>
          </a:p>
        </p:txBody>
      </p:sp>
      <p:sp>
        <p:nvSpPr>
          <p:cNvPr id="40" name="Text 38"/>
          <p:cNvSpPr/>
          <p:nvPr/>
        </p:nvSpPr>
        <p:spPr>
          <a:xfrm>
            <a:off x="124460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S20_33 · Times New Roman 96 · W 219.47 · k−13.41</a:t>
            </a:r>
            <a:endParaRPr lang="en-US" sz="1400" dirty="0"/>
          </a:p>
        </p:txBody>
      </p:sp>
      <p:sp>
        <p:nvSpPr>
          <p:cNvPr id="41" name="S20_33_TimesNewRoman_96_W219.47"/>
          <p:cNvSpPr/>
          <p:nvPr/>
        </p:nvSpPr>
        <p:spPr>
          <a:xfrm>
            <a:off x="12446000" y="7302500"/>
            <a:ext cx="2787269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Ta</a:t>
            </a:r>
            <a:endParaRPr lang="en-US" sz="9600" dirty="0"/>
          </a:p>
        </p:txBody>
      </p:sp>
      <p:sp>
        <p:nvSpPr>
          <p:cNvPr id="42" name="Text 40"/>
          <p:cNvSpPr/>
          <p:nvPr/>
        </p:nvSpPr>
        <p:spPr>
          <a:xfrm>
            <a:off x="186309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S20_34 · Times New Roman 96 · W 283.63 · k−12.37</a:t>
            </a:r>
            <a:endParaRPr lang="en-US" sz="1400" dirty="0"/>
          </a:p>
        </p:txBody>
      </p:sp>
      <p:sp>
        <p:nvSpPr>
          <p:cNvPr id="43" name="S20_34_TimesNewRoman_96_W283.63"/>
          <p:cNvSpPr/>
          <p:nvPr/>
        </p:nvSpPr>
        <p:spPr>
          <a:xfrm>
            <a:off x="18630900" y="7302500"/>
            <a:ext cx="3602101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44" name="Text 42"/>
          <p:cNvSpPr/>
          <p:nvPr/>
        </p:nvSpPr>
        <p:spPr>
          <a:xfrm>
            <a:off x="248158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S20_35 · Georgia 96 · W 230.88 · k−0</a:t>
            </a:r>
            <a:endParaRPr lang="en-US" sz="1400" dirty="0"/>
          </a:p>
        </p:txBody>
      </p:sp>
      <p:sp>
        <p:nvSpPr>
          <p:cNvPr id="45" name="S20_35_Georgia_96_W230.88"/>
          <p:cNvSpPr/>
          <p:nvPr/>
        </p:nvSpPr>
        <p:spPr>
          <a:xfrm>
            <a:off x="24815800" y="7302500"/>
            <a:ext cx="2932176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9600" dirty="0"/>
          </a:p>
        </p:txBody>
      </p:sp>
      <p:sp>
        <p:nvSpPr>
          <p:cNvPr id="46" name="Text 44"/>
          <p:cNvSpPr/>
          <p:nvPr/>
        </p:nvSpPr>
        <p:spPr>
          <a:xfrm>
            <a:off x="310007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S20_36 · Georgia 96 · W 251.5 · k−0</a:t>
            </a:r>
            <a:endParaRPr lang="en-US" sz="1400" dirty="0"/>
          </a:p>
        </p:txBody>
      </p:sp>
      <p:sp>
        <p:nvSpPr>
          <p:cNvPr id="47" name="S20_36_Georgia_96_W251.5"/>
          <p:cNvSpPr/>
          <p:nvPr/>
        </p:nvSpPr>
        <p:spPr>
          <a:xfrm>
            <a:off x="31000700" y="7302500"/>
            <a:ext cx="319405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</a:t>
            </a:r>
            <a:endParaRPr lang="en-US" sz="9600" dirty="0"/>
          </a:p>
        </p:txBody>
      </p:sp>
      <p:sp>
        <p:nvSpPr>
          <p:cNvPr id="48" name="Text 46"/>
          <p:cNvSpPr/>
          <p:nvPr/>
        </p:nvSpPr>
        <p:spPr>
          <a:xfrm>
            <a:off x="371856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S20_37 · Georgia 96 · W 243 · k−0</a:t>
            </a:r>
            <a:endParaRPr lang="en-US" sz="1400" dirty="0"/>
          </a:p>
        </p:txBody>
      </p:sp>
      <p:sp>
        <p:nvSpPr>
          <p:cNvPr id="49" name="S20_37_Georgia_96_W243"/>
          <p:cNvSpPr/>
          <p:nvPr/>
        </p:nvSpPr>
        <p:spPr>
          <a:xfrm>
            <a:off x="37185600" y="7302500"/>
            <a:ext cx="3086100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</a:t>
            </a:r>
            <a:endParaRPr lang="en-US" sz="9600" dirty="0"/>
          </a:p>
        </p:txBody>
      </p:sp>
      <p:sp>
        <p:nvSpPr>
          <p:cNvPr id="50" name="Text 48"/>
          <p:cNvSpPr/>
          <p:nvPr/>
        </p:nvSpPr>
        <p:spPr>
          <a:xfrm>
            <a:off x="43370500" y="7137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S20_38 · Georgia 96 · W 299.13 · k−0</a:t>
            </a:r>
            <a:endParaRPr lang="en-US" sz="1400" dirty="0"/>
          </a:p>
        </p:txBody>
      </p:sp>
      <p:sp>
        <p:nvSpPr>
          <p:cNvPr id="51" name="S20_38_Georgia_96_W299.13"/>
          <p:cNvSpPr/>
          <p:nvPr/>
        </p:nvSpPr>
        <p:spPr>
          <a:xfrm>
            <a:off x="43370500" y="7302500"/>
            <a:ext cx="379895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52" name="Text 50"/>
          <p:cNvSpPr/>
          <p:nvPr/>
        </p:nvSpPr>
        <p:spPr>
          <a:xfrm>
            <a:off x="762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S20_41 · Calibri 96 · W 201 · k−8.63</a:t>
            </a:r>
            <a:endParaRPr lang="en-US" sz="1400" dirty="0"/>
          </a:p>
        </p:txBody>
      </p:sp>
      <p:sp>
        <p:nvSpPr>
          <p:cNvPr id="53" name="S20_41_Calibri_96_W201"/>
          <p:cNvSpPr/>
          <p:nvPr/>
        </p:nvSpPr>
        <p:spPr>
          <a:xfrm>
            <a:off x="76200" y="10528300"/>
            <a:ext cx="2552700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9600" dirty="0"/>
          </a:p>
        </p:txBody>
      </p:sp>
      <p:sp>
        <p:nvSpPr>
          <p:cNvPr id="54" name="Text 52"/>
          <p:cNvSpPr/>
          <p:nvPr/>
        </p:nvSpPr>
        <p:spPr>
          <a:xfrm>
            <a:off x="62611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S20_42 · Calibri 96 · W 221.58 · k−5.3</a:t>
            </a:r>
            <a:endParaRPr lang="en-US" sz="1400" dirty="0"/>
          </a:p>
        </p:txBody>
      </p:sp>
      <p:sp>
        <p:nvSpPr>
          <p:cNvPr id="55" name="S20_42_Calibri_96_W221.58"/>
          <p:cNvSpPr/>
          <p:nvPr/>
        </p:nvSpPr>
        <p:spPr>
          <a:xfrm>
            <a:off x="6261100" y="10528300"/>
            <a:ext cx="281406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9600" dirty="0"/>
          </a:p>
        </p:txBody>
      </p:sp>
      <p:sp>
        <p:nvSpPr>
          <p:cNvPr id="56" name="Text 54"/>
          <p:cNvSpPr/>
          <p:nvPr/>
        </p:nvSpPr>
        <p:spPr>
          <a:xfrm>
            <a:off x="124460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S20_43 · Calibri 96 · W 196.84 · k−16.04</a:t>
            </a:r>
            <a:endParaRPr lang="en-US" sz="1400" dirty="0"/>
          </a:p>
        </p:txBody>
      </p:sp>
      <p:sp>
        <p:nvSpPr>
          <p:cNvPr id="57" name="S20_43_Calibri_96_W196.84"/>
          <p:cNvSpPr/>
          <p:nvPr/>
        </p:nvSpPr>
        <p:spPr>
          <a:xfrm>
            <a:off x="12446000" y="10528300"/>
            <a:ext cx="2499868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</a:t>
            </a:r>
            <a:endParaRPr lang="en-US" sz="9600" dirty="0"/>
          </a:p>
        </p:txBody>
      </p:sp>
      <p:sp>
        <p:nvSpPr>
          <p:cNvPr id="58" name="Text 56"/>
          <p:cNvSpPr/>
          <p:nvPr/>
        </p:nvSpPr>
        <p:spPr>
          <a:xfrm>
            <a:off x="186309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S20_44 · Calibri 96 · W 246.08 · k−4.17</a:t>
            </a:r>
            <a:endParaRPr lang="en-US" sz="1400" dirty="0"/>
          </a:p>
        </p:txBody>
      </p:sp>
      <p:sp>
        <p:nvSpPr>
          <p:cNvPr id="59" name="S20_44_Calibri_96_W246.08"/>
          <p:cNvSpPr/>
          <p:nvPr/>
        </p:nvSpPr>
        <p:spPr>
          <a:xfrm>
            <a:off x="18630900" y="10528300"/>
            <a:ext cx="3125216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60" name="Text 58"/>
          <p:cNvSpPr/>
          <p:nvPr/>
        </p:nvSpPr>
        <p:spPr>
          <a:xfrm>
            <a:off x="248158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S20_45 · Verdana 96 · W 254.53 · k−12.1</a:t>
            </a:r>
            <a:endParaRPr lang="en-US" sz="1400" dirty="0"/>
          </a:p>
        </p:txBody>
      </p:sp>
      <p:sp>
        <p:nvSpPr>
          <p:cNvPr id="61" name="S20_45_Verdana_96_W254.53"/>
          <p:cNvSpPr/>
          <p:nvPr/>
        </p:nvSpPr>
        <p:spPr>
          <a:xfrm>
            <a:off x="24815800" y="10528300"/>
            <a:ext cx="3232531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9600" dirty="0"/>
          </a:p>
        </p:txBody>
      </p:sp>
      <p:sp>
        <p:nvSpPr>
          <p:cNvPr id="62" name="Text 60"/>
          <p:cNvSpPr/>
          <p:nvPr/>
        </p:nvSpPr>
        <p:spPr>
          <a:xfrm>
            <a:off x="310007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S20_46 · Verdana 96 · W 277.47 · k−3.66</a:t>
            </a:r>
            <a:endParaRPr lang="en-US" sz="1400" dirty="0"/>
          </a:p>
        </p:txBody>
      </p:sp>
      <p:sp>
        <p:nvSpPr>
          <p:cNvPr id="63" name="S20_46_Verdana_96_W277.47"/>
          <p:cNvSpPr/>
          <p:nvPr/>
        </p:nvSpPr>
        <p:spPr>
          <a:xfrm>
            <a:off x="31000700" y="10528300"/>
            <a:ext cx="3523869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</a:t>
            </a:r>
            <a:endParaRPr lang="en-US" sz="9600" dirty="0"/>
          </a:p>
        </p:txBody>
      </p:sp>
      <p:sp>
        <p:nvSpPr>
          <p:cNvPr id="64" name="Text 62"/>
          <p:cNvSpPr/>
          <p:nvPr/>
        </p:nvSpPr>
        <p:spPr>
          <a:xfrm>
            <a:off x="371856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S20_47 · Verdana 96 · W 247.31 · k−21.57</a:t>
            </a:r>
            <a:endParaRPr lang="en-US" sz="1400" dirty="0"/>
          </a:p>
        </p:txBody>
      </p:sp>
      <p:sp>
        <p:nvSpPr>
          <p:cNvPr id="65" name="S20_47_Verdana_96_W247.31"/>
          <p:cNvSpPr/>
          <p:nvPr/>
        </p:nvSpPr>
        <p:spPr>
          <a:xfrm>
            <a:off x="37185600" y="10528300"/>
            <a:ext cx="3140837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Ta</a:t>
            </a:r>
            <a:endParaRPr lang="en-US" sz="9600" dirty="0"/>
          </a:p>
        </p:txBody>
      </p:sp>
      <p:sp>
        <p:nvSpPr>
          <p:cNvPr id="66" name="Text 64"/>
          <p:cNvSpPr/>
          <p:nvPr/>
        </p:nvSpPr>
        <p:spPr>
          <a:xfrm>
            <a:off x="43370500" y="10363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S20_48 · Verdana 96 · W 354.19 · k−2.81</a:t>
            </a:r>
            <a:endParaRPr lang="en-US" sz="1400" dirty="0"/>
          </a:p>
        </p:txBody>
      </p:sp>
      <p:sp>
        <p:nvSpPr>
          <p:cNvPr id="67" name="S20_48_Verdana_96_W354.19"/>
          <p:cNvSpPr/>
          <p:nvPr/>
        </p:nvSpPr>
        <p:spPr>
          <a:xfrm>
            <a:off x="43370500" y="10528300"/>
            <a:ext cx="4498213" cy="1463040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68" name="Text 66"/>
          <p:cNvSpPr/>
          <p:nvPr/>
        </p:nvSpPr>
        <p:spPr>
          <a:xfrm>
            <a:off x="762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S20_51 · Tahoma 96 · W 226.11 · k−11.39</a:t>
            </a:r>
            <a:endParaRPr lang="en-US" sz="1400" dirty="0"/>
          </a:p>
        </p:txBody>
      </p:sp>
      <p:sp>
        <p:nvSpPr>
          <p:cNvPr id="69" name="S20_51_Tahoma_96_W226.11"/>
          <p:cNvSpPr/>
          <p:nvPr/>
        </p:nvSpPr>
        <p:spPr>
          <a:xfrm>
            <a:off x="76200" y="13754100"/>
            <a:ext cx="2871597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9600" dirty="0"/>
          </a:p>
        </p:txBody>
      </p:sp>
      <p:sp>
        <p:nvSpPr>
          <p:cNvPr id="70" name="Text 68"/>
          <p:cNvSpPr/>
          <p:nvPr/>
        </p:nvSpPr>
        <p:spPr>
          <a:xfrm>
            <a:off x="62611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S20_52 · Tahoma 96 · W 242.55 · k−3.33</a:t>
            </a:r>
            <a:endParaRPr lang="en-US" sz="1400" dirty="0"/>
          </a:p>
        </p:txBody>
      </p:sp>
      <p:sp>
        <p:nvSpPr>
          <p:cNvPr id="71" name="S20_52_Tahoma_96_W242.55"/>
          <p:cNvSpPr/>
          <p:nvPr/>
        </p:nvSpPr>
        <p:spPr>
          <a:xfrm>
            <a:off x="6261100" y="13754100"/>
            <a:ext cx="3080385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</a:t>
            </a:r>
            <a:endParaRPr lang="en-US" sz="9600" dirty="0"/>
          </a:p>
        </p:txBody>
      </p:sp>
      <p:sp>
        <p:nvSpPr>
          <p:cNvPr id="72" name="Text 70"/>
          <p:cNvSpPr/>
          <p:nvPr/>
        </p:nvSpPr>
        <p:spPr>
          <a:xfrm>
            <a:off x="124460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S20_53 · Tahoma 96 · W 225.31 · k−20.44</a:t>
            </a:r>
            <a:endParaRPr lang="en-US" sz="1400" dirty="0"/>
          </a:p>
        </p:txBody>
      </p:sp>
      <p:sp>
        <p:nvSpPr>
          <p:cNvPr id="73" name="S20_53_Tahoma_96_W225.31"/>
          <p:cNvSpPr/>
          <p:nvPr/>
        </p:nvSpPr>
        <p:spPr>
          <a:xfrm>
            <a:off x="12446000" y="13754100"/>
            <a:ext cx="2861437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Ta</a:t>
            </a:r>
            <a:endParaRPr lang="en-US" sz="9600" dirty="0"/>
          </a:p>
        </p:txBody>
      </p:sp>
      <p:sp>
        <p:nvSpPr>
          <p:cNvPr id="74" name="Text 72"/>
          <p:cNvSpPr/>
          <p:nvPr/>
        </p:nvSpPr>
        <p:spPr>
          <a:xfrm>
            <a:off x="186309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S20_54 · Tahoma 96 · W 313.05 · k−2.58</a:t>
            </a:r>
            <a:endParaRPr lang="en-US" sz="1400" dirty="0"/>
          </a:p>
        </p:txBody>
      </p:sp>
      <p:sp>
        <p:nvSpPr>
          <p:cNvPr id="75" name="S20_54_Tahoma_96_W313.05"/>
          <p:cNvSpPr/>
          <p:nvPr/>
        </p:nvSpPr>
        <p:spPr>
          <a:xfrm>
            <a:off x="18630900" y="13754100"/>
            <a:ext cx="3975735" cy="1463040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76" name="Text 74"/>
          <p:cNvSpPr/>
          <p:nvPr/>
        </p:nvSpPr>
        <p:spPr>
          <a:xfrm>
            <a:off x="248158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S20_55 · Trebuchet MS 96 · W 223.05 · k−11.95</a:t>
            </a:r>
            <a:endParaRPr lang="en-US" sz="1400" dirty="0"/>
          </a:p>
        </p:txBody>
      </p:sp>
      <p:sp>
        <p:nvSpPr>
          <p:cNvPr id="77" name="S20_55_TrebuchetMS_96_W223.05"/>
          <p:cNvSpPr/>
          <p:nvPr/>
        </p:nvSpPr>
        <p:spPr>
          <a:xfrm>
            <a:off x="24815800" y="13754100"/>
            <a:ext cx="2832735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9600" dirty="0"/>
          </a:p>
        </p:txBody>
      </p:sp>
      <p:sp>
        <p:nvSpPr>
          <p:cNvPr id="78" name="Text 76"/>
          <p:cNvSpPr/>
          <p:nvPr/>
        </p:nvSpPr>
        <p:spPr>
          <a:xfrm>
            <a:off x="310007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S20_56 · Trebuchet MS 96 · W 233.31 · k−8.44</a:t>
            </a:r>
            <a:endParaRPr lang="en-US" sz="1400" dirty="0"/>
          </a:p>
        </p:txBody>
      </p:sp>
      <p:sp>
        <p:nvSpPr>
          <p:cNvPr id="79" name="S20_56_TrebuchetMS_96_W233.31"/>
          <p:cNvSpPr/>
          <p:nvPr/>
        </p:nvSpPr>
        <p:spPr>
          <a:xfrm>
            <a:off x="31000700" y="13754100"/>
            <a:ext cx="2963037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</a:t>
            </a:r>
            <a:endParaRPr lang="en-US" sz="9600" dirty="0"/>
          </a:p>
        </p:txBody>
      </p:sp>
      <p:sp>
        <p:nvSpPr>
          <p:cNvPr id="80" name="Text 78"/>
          <p:cNvSpPr/>
          <p:nvPr/>
        </p:nvSpPr>
        <p:spPr>
          <a:xfrm>
            <a:off x="371856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S20_57 · Trebuchet MS 96 · W 219.47 · k−23.91</a:t>
            </a:r>
            <a:endParaRPr lang="en-US" sz="1400" dirty="0"/>
          </a:p>
        </p:txBody>
      </p:sp>
      <p:sp>
        <p:nvSpPr>
          <p:cNvPr id="81" name="S20_57_TrebuchetMS_96_W219.47"/>
          <p:cNvSpPr/>
          <p:nvPr/>
        </p:nvSpPr>
        <p:spPr>
          <a:xfrm>
            <a:off x="37185600" y="13754100"/>
            <a:ext cx="2787269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</a:t>
            </a:r>
            <a:endParaRPr lang="en-US" sz="9600" dirty="0"/>
          </a:p>
        </p:txBody>
      </p:sp>
      <p:sp>
        <p:nvSpPr>
          <p:cNvPr id="82" name="Text 80"/>
          <p:cNvSpPr/>
          <p:nvPr/>
        </p:nvSpPr>
        <p:spPr>
          <a:xfrm>
            <a:off x="43370500" y="1358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S20_58 · Trebuchet MS 96 · W 264.06 · k−8.44</a:t>
            </a:r>
            <a:endParaRPr lang="en-US" sz="1400" dirty="0"/>
          </a:p>
        </p:txBody>
      </p:sp>
      <p:sp>
        <p:nvSpPr>
          <p:cNvPr id="83" name="S20_58_TrebuchetMS_96_W264.06"/>
          <p:cNvSpPr/>
          <p:nvPr/>
        </p:nvSpPr>
        <p:spPr>
          <a:xfrm>
            <a:off x="43370500" y="13754100"/>
            <a:ext cx="3353562" cy="146304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84" name="Text 82"/>
          <p:cNvSpPr/>
          <p:nvPr/>
        </p:nvSpPr>
        <p:spPr>
          <a:xfrm>
            <a:off x="762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S20_61 · Comic Sans MS 96 · W 244.63 · k−0</a:t>
            </a:r>
            <a:endParaRPr lang="en-US" sz="1400" dirty="0"/>
          </a:p>
        </p:txBody>
      </p:sp>
      <p:sp>
        <p:nvSpPr>
          <p:cNvPr id="85" name="S20_61_ComicSansMS_96_W244.63"/>
          <p:cNvSpPr/>
          <p:nvPr/>
        </p:nvSpPr>
        <p:spPr>
          <a:xfrm>
            <a:off x="76200" y="16979900"/>
            <a:ext cx="310680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9600" dirty="0"/>
          </a:p>
        </p:txBody>
      </p:sp>
      <p:sp>
        <p:nvSpPr>
          <p:cNvPr id="86" name="Text 84"/>
          <p:cNvSpPr/>
          <p:nvPr/>
        </p:nvSpPr>
        <p:spPr>
          <a:xfrm>
            <a:off x="62611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S20_62 · Comic Sans MS 96 · W 262.88 · k−0</a:t>
            </a:r>
            <a:endParaRPr lang="en-US" sz="1400" dirty="0"/>
          </a:p>
        </p:txBody>
      </p:sp>
      <p:sp>
        <p:nvSpPr>
          <p:cNvPr id="87" name="S20_62_ComicSansMS_96_W262.88"/>
          <p:cNvSpPr/>
          <p:nvPr/>
        </p:nvSpPr>
        <p:spPr>
          <a:xfrm>
            <a:off x="6261100" y="16979900"/>
            <a:ext cx="3338576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</a:t>
            </a:r>
            <a:endParaRPr lang="en-US" sz="9600" dirty="0"/>
          </a:p>
        </p:txBody>
      </p:sp>
      <p:sp>
        <p:nvSpPr>
          <p:cNvPr id="88" name="Text 86"/>
          <p:cNvSpPr/>
          <p:nvPr/>
        </p:nvSpPr>
        <p:spPr>
          <a:xfrm>
            <a:off x="124460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S20_63 · Comic Sans MS 96 · W 259.88 · k−0</a:t>
            </a:r>
            <a:endParaRPr lang="en-US" sz="1400" dirty="0"/>
          </a:p>
        </p:txBody>
      </p:sp>
      <p:sp>
        <p:nvSpPr>
          <p:cNvPr id="89" name="S20_63_ComicSansMS_96_W259.88"/>
          <p:cNvSpPr/>
          <p:nvPr/>
        </p:nvSpPr>
        <p:spPr>
          <a:xfrm>
            <a:off x="12446000" y="16979900"/>
            <a:ext cx="3300476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 Ta</a:t>
            </a:r>
            <a:endParaRPr lang="en-US" sz="9600" dirty="0"/>
          </a:p>
        </p:txBody>
      </p:sp>
      <p:sp>
        <p:nvSpPr>
          <p:cNvPr id="90" name="Text 88"/>
          <p:cNvSpPr/>
          <p:nvPr/>
        </p:nvSpPr>
        <p:spPr>
          <a:xfrm>
            <a:off x="186309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S20_64 · Comic Sans MS 96 · W 264.38 · k−0</a:t>
            </a:r>
            <a:endParaRPr lang="en-US" sz="1400" dirty="0"/>
          </a:p>
        </p:txBody>
      </p:sp>
      <p:sp>
        <p:nvSpPr>
          <p:cNvPr id="91" name="S20_64_ComicSansMS_96_W264.38"/>
          <p:cNvSpPr/>
          <p:nvPr/>
        </p:nvSpPr>
        <p:spPr>
          <a:xfrm>
            <a:off x="18630900" y="16979900"/>
            <a:ext cx="3357626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 AV &gt;</a:t>
            </a:r>
            <a:endParaRPr lang="en-US" sz="9600" dirty="0"/>
          </a:p>
        </p:txBody>
      </p:sp>
      <p:sp>
        <p:nvSpPr>
          <p:cNvPr id="92" name="Text 90"/>
          <p:cNvSpPr/>
          <p:nvPr/>
        </p:nvSpPr>
        <p:spPr>
          <a:xfrm>
            <a:off x="248158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S20_65 · Courier New 96 · W 289.13 · k−0</a:t>
            </a:r>
            <a:endParaRPr lang="en-US" sz="1400" dirty="0"/>
          </a:p>
        </p:txBody>
      </p:sp>
      <p:sp>
        <p:nvSpPr>
          <p:cNvPr id="93" name="S20_65_CourierNew_96_W289.13"/>
          <p:cNvSpPr/>
          <p:nvPr/>
        </p:nvSpPr>
        <p:spPr>
          <a:xfrm>
            <a:off x="24815800" y="16979900"/>
            <a:ext cx="367195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9600" dirty="0"/>
          </a:p>
        </p:txBody>
      </p:sp>
      <p:sp>
        <p:nvSpPr>
          <p:cNvPr id="94" name="Text 92"/>
          <p:cNvSpPr/>
          <p:nvPr/>
        </p:nvSpPr>
        <p:spPr>
          <a:xfrm>
            <a:off x="310007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S20_66 · Courier New 96 · W 289.13 · k−0</a:t>
            </a:r>
            <a:endParaRPr lang="en-US" sz="1400" dirty="0"/>
          </a:p>
        </p:txBody>
      </p:sp>
      <p:sp>
        <p:nvSpPr>
          <p:cNvPr id="95" name="S20_66_CourierNew_96_W289.13"/>
          <p:cNvSpPr/>
          <p:nvPr/>
        </p:nvSpPr>
        <p:spPr>
          <a:xfrm>
            <a:off x="31000700" y="16979900"/>
            <a:ext cx="367195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</a:t>
            </a:r>
            <a:endParaRPr lang="en-US" sz="9600" dirty="0"/>
          </a:p>
        </p:txBody>
      </p:sp>
      <p:sp>
        <p:nvSpPr>
          <p:cNvPr id="96" name="Text 94"/>
          <p:cNvSpPr/>
          <p:nvPr/>
        </p:nvSpPr>
        <p:spPr>
          <a:xfrm>
            <a:off x="371856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S20_67 · Courier New 96 · W 289.13 · k−0</a:t>
            </a:r>
            <a:endParaRPr lang="en-US" sz="1400" dirty="0"/>
          </a:p>
        </p:txBody>
      </p:sp>
      <p:sp>
        <p:nvSpPr>
          <p:cNvPr id="97" name="S20_67_CourierNew_96_W289.13"/>
          <p:cNvSpPr/>
          <p:nvPr/>
        </p:nvSpPr>
        <p:spPr>
          <a:xfrm>
            <a:off x="37185600" y="16979900"/>
            <a:ext cx="3671951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Ta</a:t>
            </a:r>
            <a:endParaRPr lang="en-US" sz="9600" dirty="0"/>
          </a:p>
        </p:txBody>
      </p:sp>
      <p:sp>
        <p:nvSpPr>
          <p:cNvPr id="98" name="Text 96"/>
          <p:cNvSpPr/>
          <p:nvPr/>
        </p:nvSpPr>
        <p:spPr>
          <a:xfrm>
            <a:off x="43370500" y="16814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S20_68 · Courier New 96 · W 346.75 · k−0</a:t>
            </a:r>
            <a:endParaRPr lang="en-US" sz="1400" dirty="0"/>
          </a:p>
        </p:txBody>
      </p:sp>
      <p:sp>
        <p:nvSpPr>
          <p:cNvPr id="99" name="S20_68_CourierNew_96_W346.75"/>
          <p:cNvSpPr/>
          <p:nvPr/>
        </p:nvSpPr>
        <p:spPr>
          <a:xfrm>
            <a:off x="43370500" y="16979900"/>
            <a:ext cx="4403725" cy="146304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AV &gt;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9/15 — 120pt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S21_11 · Roboto 120 · W 292.88 · k−0</a:t>
            </a:r>
            <a:endParaRPr lang="en-US" sz="1400" dirty="0"/>
          </a:p>
        </p:txBody>
      </p:sp>
      <p:sp>
        <p:nvSpPr>
          <p:cNvPr id="5" name="S21_11_Roboto_120_W292.88"/>
          <p:cNvSpPr/>
          <p:nvPr/>
        </p:nvSpPr>
        <p:spPr>
          <a:xfrm>
            <a:off x="76200" y="850900"/>
            <a:ext cx="3719576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 yo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S21_12 · Roboto 120 · W 310.63 · k−0</a:t>
            </a:r>
            <a:endParaRPr lang="en-US" sz="1400" dirty="0"/>
          </a:p>
        </p:txBody>
      </p:sp>
      <p:sp>
        <p:nvSpPr>
          <p:cNvPr id="7" name="S21_12_Roboto_120_W310.63"/>
          <p:cNvSpPr/>
          <p:nvPr/>
        </p:nvSpPr>
        <p:spPr>
          <a:xfrm>
            <a:off x="6261100" y="850900"/>
            <a:ext cx="3945001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 yo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S21_13 · Roboto 120 · W 307.75 · k−0</a:t>
            </a:r>
            <a:endParaRPr lang="en-US" sz="1400" dirty="0"/>
          </a:p>
        </p:txBody>
      </p:sp>
      <p:sp>
        <p:nvSpPr>
          <p:cNvPr id="9" name="S21_13_Roboto_120_W307.75"/>
          <p:cNvSpPr/>
          <p:nvPr/>
        </p:nvSpPr>
        <p:spPr>
          <a:xfrm>
            <a:off x="12446000" y="850900"/>
            <a:ext cx="390842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Ta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S21_14 · Roboto 120 · W 338.88 · k−0</a:t>
            </a:r>
            <a:endParaRPr lang="en-US" sz="1400" dirty="0"/>
          </a:p>
        </p:txBody>
      </p:sp>
      <p:sp>
        <p:nvSpPr>
          <p:cNvPr id="11" name="S21_14_Roboto_120_W338.88"/>
          <p:cNvSpPr/>
          <p:nvPr/>
        </p:nvSpPr>
        <p:spPr>
          <a:xfrm>
            <a:off x="18630900" y="850900"/>
            <a:ext cx="4303776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S21_15 · Inter 120 · W 319.13 · k−0</a:t>
            </a:r>
            <a:endParaRPr lang="en-US" sz="1400" dirty="0"/>
          </a:p>
        </p:txBody>
      </p:sp>
      <p:sp>
        <p:nvSpPr>
          <p:cNvPr id="13" name="S21_15_Inter_120_W319.13"/>
          <p:cNvSpPr/>
          <p:nvPr/>
        </p:nvSpPr>
        <p:spPr>
          <a:xfrm>
            <a:off x="24815800" y="850900"/>
            <a:ext cx="4052951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yo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S21_16 · Inter 120 · W 339.75 · k−0</a:t>
            </a:r>
            <a:endParaRPr lang="en-US" sz="1400" dirty="0"/>
          </a:p>
        </p:txBody>
      </p:sp>
      <p:sp>
        <p:nvSpPr>
          <p:cNvPr id="15" name="S21_16_Inter_120_W339.75"/>
          <p:cNvSpPr/>
          <p:nvPr/>
        </p:nvSpPr>
        <p:spPr>
          <a:xfrm>
            <a:off x="31000700" y="850900"/>
            <a:ext cx="431482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yo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S21_17 · Inter 120 · W 329.13 · k−0</a:t>
            </a:r>
            <a:endParaRPr lang="en-US" sz="1400" dirty="0"/>
          </a:p>
        </p:txBody>
      </p:sp>
      <p:sp>
        <p:nvSpPr>
          <p:cNvPr id="17" name="S21_17_Inter_120_W329.13"/>
          <p:cNvSpPr/>
          <p:nvPr/>
        </p:nvSpPr>
        <p:spPr>
          <a:xfrm>
            <a:off x="37185600" y="850900"/>
            <a:ext cx="4179951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Ta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S21_18 · Inter 120 · W 392.75 · k−0</a:t>
            </a:r>
            <a:endParaRPr lang="en-US" sz="1400" dirty="0"/>
          </a:p>
        </p:txBody>
      </p:sp>
      <p:sp>
        <p:nvSpPr>
          <p:cNvPr id="19" name="S21_18_Inter_120_W392.75"/>
          <p:cNvSpPr/>
          <p:nvPr/>
        </p:nvSpPr>
        <p:spPr>
          <a:xfrm>
            <a:off x="43370500" y="850900"/>
            <a:ext cx="498792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20" name="Text 18"/>
          <p:cNvSpPr/>
          <p:nvPr/>
        </p:nvSpPr>
        <p:spPr>
          <a:xfrm>
            <a:off x="762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S21_21 · Arial 120 · W 287.82 · k−13.31</a:t>
            </a:r>
            <a:endParaRPr lang="en-US" sz="1400" dirty="0"/>
          </a:p>
        </p:txBody>
      </p:sp>
      <p:sp>
        <p:nvSpPr>
          <p:cNvPr id="21" name="S21_21_Arial_120_W287.82"/>
          <p:cNvSpPr/>
          <p:nvPr/>
        </p:nvSpPr>
        <p:spPr>
          <a:xfrm>
            <a:off x="76200" y="4800600"/>
            <a:ext cx="3655314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12000" dirty="0"/>
          </a:p>
        </p:txBody>
      </p:sp>
      <p:sp>
        <p:nvSpPr>
          <p:cNvPr id="22" name="Text 20"/>
          <p:cNvSpPr/>
          <p:nvPr/>
        </p:nvSpPr>
        <p:spPr>
          <a:xfrm>
            <a:off x="62611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S21_22 · Arial 120 · W 312.22 · k−8.91</a:t>
            </a:r>
            <a:endParaRPr lang="en-US" sz="1400" dirty="0"/>
          </a:p>
        </p:txBody>
      </p:sp>
      <p:sp>
        <p:nvSpPr>
          <p:cNvPr id="23" name="S21_22_Arial_120_W312.22"/>
          <p:cNvSpPr/>
          <p:nvPr/>
        </p:nvSpPr>
        <p:spPr>
          <a:xfrm>
            <a:off x="6261100" y="4800600"/>
            <a:ext cx="3965194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12000" dirty="0"/>
          </a:p>
        </p:txBody>
      </p:sp>
      <p:sp>
        <p:nvSpPr>
          <p:cNvPr id="24" name="Text 22"/>
          <p:cNvSpPr/>
          <p:nvPr/>
        </p:nvSpPr>
        <p:spPr>
          <a:xfrm>
            <a:off x="124460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S21_23 · Arial 120 · W 287.77 · k−26.61</a:t>
            </a:r>
            <a:endParaRPr lang="en-US" sz="1400" dirty="0"/>
          </a:p>
        </p:txBody>
      </p:sp>
      <p:sp>
        <p:nvSpPr>
          <p:cNvPr id="25" name="S21_23_Arial_120_W287.77"/>
          <p:cNvSpPr/>
          <p:nvPr/>
        </p:nvSpPr>
        <p:spPr>
          <a:xfrm>
            <a:off x="12446000" y="4800600"/>
            <a:ext cx="3654679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</a:t>
            </a:r>
            <a:endParaRPr lang="en-US" sz="12000" dirty="0"/>
          </a:p>
        </p:txBody>
      </p:sp>
      <p:sp>
        <p:nvSpPr>
          <p:cNvPr id="26" name="Text 24"/>
          <p:cNvSpPr/>
          <p:nvPr/>
        </p:nvSpPr>
        <p:spPr>
          <a:xfrm>
            <a:off x="186309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S21_24 · Arial 120 · W 359.09 · k−8.91</a:t>
            </a:r>
            <a:endParaRPr lang="en-US" sz="1400" dirty="0"/>
          </a:p>
        </p:txBody>
      </p:sp>
      <p:sp>
        <p:nvSpPr>
          <p:cNvPr id="27" name="S21_24_Arial_120_W359.09"/>
          <p:cNvSpPr/>
          <p:nvPr/>
        </p:nvSpPr>
        <p:spPr>
          <a:xfrm>
            <a:off x="18630900" y="4800600"/>
            <a:ext cx="4560443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28" name="Text 26"/>
          <p:cNvSpPr/>
          <p:nvPr/>
        </p:nvSpPr>
        <p:spPr>
          <a:xfrm>
            <a:off x="248158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S21_25 · Arial Narrow 120 · W 236.35 · k−10.9</a:t>
            </a:r>
            <a:endParaRPr lang="en-US" sz="1400" dirty="0"/>
          </a:p>
        </p:txBody>
      </p:sp>
      <p:sp>
        <p:nvSpPr>
          <p:cNvPr id="29" name="S21_25_ArialNarrow_120_W236.35"/>
          <p:cNvSpPr/>
          <p:nvPr/>
        </p:nvSpPr>
        <p:spPr>
          <a:xfrm>
            <a:off x="24815800" y="4800600"/>
            <a:ext cx="3001645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12000" dirty="0"/>
          </a:p>
        </p:txBody>
      </p:sp>
      <p:sp>
        <p:nvSpPr>
          <p:cNvPr id="30" name="Text 28"/>
          <p:cNvSpPr/>
          <p:nvPr/>
        </p:nvSpPr>
        <p:spPr>
          <a:xfrm>
            <a:off x="310007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S21_26 · Arial Narrow 120 · W 256.42 · k−7.21</a:t>
            </a:r>
            <a:endParaRPr lang="en-US" sz="1400" dirty="0"/>
          </a:p>
        </p:txBody>
      </p:sp>
      <p:sp>
        <p:nvSpPr>
          <p:cNvPr id="31" name="S21_26_ArialNarrow_120_W256.42"/>
          <p:cNvSpPr/>
          <p:nvPr/>
        </p:nvSpPr>
        <p:spPr>
          <a:xfrm>
            <a:off x="31000700" y="4800600"/>
            <a:ext cx="3256534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</a:t>
            </a:r>
            <a:endParaRPr lang="en-US" sz="12000" dirty="0"/>
          </a:p>
        </p:txBody>
      </p:sp>
      <p:sp>
        <p:nvSpPr>
          <p:cNvPr id="32" name="Text 30"/>
          <p:cNvSpPr/>
          <p:nvPr/>
        </p:nvSpPr>
        <p:spPr>
          <a:xfrm>
            <a:off x="371856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S21_27 · Arial Narrow 120 · W 236.33 · k−21.8</a:t>
            </a:r>
            <a:endParaRPr lang="en-US" sz="1400" dirty="0"/>
          </a:p>
        </p:txBody>
      </p:sp>
      <p:sp>
        <p:nvSpPr>
          <p:cNvPr id="33" name="S21_27_ArialNarrow_120_W236.33"/>
          <p:cNvSpPr/>
          <p:nvPr/>
        </p:nvSpPr>
        <p:spPr>
          <a:xfrm>
            <a:off x="37185600" y="4800600"/>
            <a:ext cx="300139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Ta</a:t>
            </a:r>
            <a:endParaRPr lang="en-US" sz="12000" dirty="0"/>
          </a:p>
        </p:txBody>
      </p:sp>
      <p:sp>
        <p:nvSpPr>
          <p:cNvPr id="34" name="Text 32"/>
          <p:cNvSpPr/>
          <p:nvPr/>
        </p:nvSpPr>
        <p:spPr>
          <a:xfrm>
            <a:off x="43370500" y="463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S21_28 · Arial Narrow 120 · W 294.79 · k−7.21</a:t>
            </a:r>
            <a:endParaRPr lang="en-US" sz="1400" dirty="0"/>
          </a:p>
        </p:txBody>
      </p:sp>
      <p:sp>
        <p:nvSpPr>
          <p:cNvPr id="35" name="S21_28_ArialNarrow_120_W294.79"/>
          <p:cNvSpPr/>
          <p:nvPr/>
        </p:nvSpPr>
        <p:spPr>
          <a:xfrm>
            <a:off x="43370500" y="4800600"/>
            <a:ext cx="3743833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36" name="Text 34"/>
          <p:cNvSpPr/>
          <p:nvPr/>
        </p:nvSpPr>
        <p:spPr>
          <a:xfrm>
            <a:off x="762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S21_31 · Times New Roman 120 · W 269.12 · k−8.38</a:t>
            </a:r>
            <a:endParaRPr lang="en-US" sz="1400" dirty="0"/>
          </a:p>
        </p:txBody>
      </p:sp>
      <p:sp>
        <p:nvSpPr>
          <p:cNvPr id="37" name="S21_31_TimesNewRoman_120_W269.12"/>
          <p:cNvSpPr/>
          <p:nvPr/>
        </p:nvSpPr>
        <p:spPr>
          <a:xfrm>
            <a:off x="76200" y="8750300"/>
            <a:ext cx="3417824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12000" dirty="0"/>
          </a:p>
        </p:txBody>
      </p:sp>
      <p:sp>
        <p:nvSpPr>
          <p:cNvPr id="38" name="Text 36"/>
          <p:cNvSpPr/>
          <p:nvPr/>
        </p:nvSpPr>
        <p:spPr>
          <a:xfrm>
            <a:off x="62611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S21_32 · Times New Roman 120 · W 308.78 · k−15.47</a:t>
            </a:r>
            <a:endParaRPr lang="en-US" sz="1400" dirty="0"/>
          </a:p>
        </p:txBody>
      </p:sp>
      <p:sp>
        <p:nvSpPr>
          <p:cNvPr id="39" name="S21_32_TimesNewRoman_120_W308.78"/>
          <p:cNvSpPr/>
          <p:nvPr/>
        </p:nvSpPr>
        <p:spPr>
          <a:xfrm>
            <a:off x="6261100" y="8750300"/>
            <a:ext cx="3921506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12000" dirty="0"/>
          </a:p>
        </p:txBody>
      </p:sp>
      <p:sp>
        <p:nvSpPr>
          <p:cNvPr id="40" name="Text 38"/>
          <p:cNvSpPr/>
          <p:nvPr/>
        </p:nvSpPr>
        <p:spPr>
          <a:xfrm>
            <a:off x="124460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S21_33 · Times New Roman 120 · W 273.99 · k−16.76</a:t>
            </a:r>
            <a:endParaRPr lang="en-US" sz="1400" dirty="0"/>
          </a:p>
        </p:txBody>
      </p:sp>
      <p:sp>
        <p:nvSpPr>
          <p:cNvPr id="41" name="S21_33_TimesNewRoman_120_W273.99"/>
          <p:cNvSpPr/>
          <p:nvPr/>
        </p:nvSpPr>
        <p:spPr>
          <a:xfrm>
            <a:off x="12446000" y="8750300"/>
            <a:ext cx="3479673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Ta</a:t>
            </a:r>
            <a:endParaRPr lang="en-US" sz="12000" dirty="0"/>
          </a:p>
        </p:txBody>
      </p:sp>
      <p:sp>
        <p:nvSpPr>
          <p:cNvPr id="42" name="Text 40"/>
          <p:cNvSpPr/>
          <p:nvPr/>
        </p:nvSpPr>
        <p:spPr>
          <a:xfrm>
            <a:off x="186309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S21_34 · Times New Roman 120 · W 354.03 · k−15.47</a:t>
            </a:r>
            <a:endParaRPr lang="en-US" sz="1400" dirty="0"/>
          </a:p>
        </p:txBody>
      </p:sp>
      <p:sp>
        <p:nvSpPr>
          <p:cNvPr id="43" name="S21_34_TimesNewRoman_120_W354.03"/>
          <p:cNvSpPr/>
          <p:nvPr/>
        </p:nvSpPr>
        <p:spPr>
          <a:xfrm>
            <a:off x="18630900" y="8750300"/>
            <a:ext cx="449618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44" name="Text 42"/>
          <p:cNvSpPr/>
          <p:nvPr/>
        </p:nvSpPr>
        <p:spPr>
          <a:xfrm>
            <a:off x="248158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S21_35 · Georgia 120 · W 288.63 · k−0</a:t>
            </a:r>
            <a:endParaRPr lang="en-US" sz="1400" dirty="0"/>
          </a:p>
        </p:txBody>
      </p:sp>
      <p:sp>
        <p:nvSpPr>
          <p:cNvPr id="45" name="S21_35_Georgia_120_W288.63"/>
          <p:cNvSpPr/>
          <p:nvPr/>
        </p:nvSpPr>
        <p:spPr>
          <a:xfrm>
            <a:off x="24815800" y="8750300"/>
            <a:ext cx="3665601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12000" dirty="0"/>
          </a:p>
        </p:txBody>
      </p:sp>
      <p:sp>
        <p:nvSpPr>
          <p:cNvPr id="46" name="Text 44"/>
          <p:cNvSpPr/>
          <p:nvPr/>
        </p:nvSpPr>
        <p:spPr>
          <a:xfrm>
            <a:off x="310007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S21_36 · Georgia 120 · W 314.38 · k−0</a:t>
            </a:r>
            <a:endParaRPr lang="en-US" sz="1400" dirty="0"/>
          </a:p>
        </p:txBody>
      </p:sp>
      <p:sp>
        <p:nvSpPr>
          <p:cNvPr id="47" name="S21_36_Georgia_120_W314.38"/>
          <p:cNvSpPr/>
          <p:nvPr/>
        </p:nvSpPr>
        <p:spPr>
          <a:xfrm>
            <a:off x="31000700" y="8750300"/>
            <a:ext cx="3992626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</a:t>
            </a:r>
            <a:endParaRPr lang="en-US" sz="12000" dirty="0"/>
          </a:p>
        </p:txBody>
      </p:sp>
      <p:sp>
        <p:nvSpPr>
          <p:cNvPr id="48" name="Text 46"/>
          <p:cNvSpPr/>
          <p:nvPr/>
        </p:nvSpPr>
        <p:spPr>
          <a:xfrm>
            <a:off x="371856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S21_37 · Georgia 120 · W 303.75 · k−0</a:t>
            </a:r>
            <a:endParaRPr lang="en-US" sz="1400" dirty="0"/>
          </a:p>
        </p:txBody>
      </p:sp>
      <p:sp>
        <p:nvSpPr>
          <p:cNvPr id="49" name="S21_37_Georgia_120_W303.75"/>
          <p:cNvSpPr/>
          <p:nvPr/>
        </p:nvSpPr>
        <p:spPr>
          <a:xfrm>
            <a:off x="37185600" y="8750300"/>
            <a:ext cx="385762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</a:t>
            </a:r>
            <a:endParaRPr lang="en-US" sz="12000" dirty="0"/>
          </a:p>
        </p:txBody>
      </p:sp>
      <p:sp>
        <p:nvSpPr>
          <p:cNvPr id="50" name="Text 48"/>
          <p:cNvSpPr/>
          <p:nvPr/>
        </p:nvSpPr>
        <p:spPr>
          <a:xfrm>
            <a:off x="433705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S21_38 · Georgia 120 · W 373.75 · k−0</a:t>
            </a:r>
            <a:endParaRPr lang="en-US" sz="1400" dirty="0"/>
          </a:p>
        </p:txBody>
      </p:sp>
      <p:sp>
        <p:nvSpPr>
          <p:cNvPr id="51" name="S21_38_Georgia_120_W373.75"/>
          <p:cNvSpPr/>
          <p:nvPr/>
        </p:nvSpPr>
        <p:spPr>
          <a:xfrm>
            <a:off x="43370500" y="8750300"/>
            <a:ext cx="474662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52" name="Text 50"/>
          <p:cNvSpPr/>
          <p:nvPr/>
        </p:nvSpPr>
        <p:spPr>
          <a:xfrm>
            <a:off x="762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S21_41 · Calibri 120 · W 250.97 · k−10.78</a:t>
            </a:r>
            <a:endParaRPr lang="en-US" sz="1400" dirty="0"/>
          </a:p>
        </p:txBody>
      </p:sp>
      <p:sp>
        <p:nvSpPr>
          <p:cNvPr id="53" name="S21_41_Calibri_120_W250.97"/>
          <p:cNvSpPr/>
          <p:nvPr/>
        </p:nvSpPr>
        <p:spPr>
          <a:xfrm>
            <a:off x="76200" y="12700000"/>
            <a:ext cx="3187319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12000" dirty="0"/>
          </a:p>
        </p:txBody>
      </p:sp>
      <p:sp>
        <p:nvSpPr>
          <p:cNvPr id="54" name="Text 52"/>
          <p:cNvSpPr/>
          <p:nvPr/>
        </p:nvSpPr>
        <p:spPr>
          <a:xfrm>
            <a:off x="62611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S21_42 · Calibri 120 · W 276.63 · k−6.62</a:t>
            </a:r>
            <a:endParaRPr lang="en-US" sz="1400" dirty="0"/>
          </a:p>
        </p:txBody>
      </p:sp>
      <p:sp>
        <p:nvSpPr>
          <p:cNvPr id="55" name="S21_42_Calibri_120_W276.63"/>
          <p:cNvSpPr/>
          <p:nvPr/>
        </p:nvSpPr>
        <p:spPr>
          <a:xfrm>
            <a:off x="6261100" y="12700000"/>
            <a:ext cx="351320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12000" dirty="0"/>
          </a:p>
        </p:txBody>
      </p:sp>
      <p:sp>
        <p:nvSpPr>
          <p:cNvPr id="56" name="Text 54"/>
          <p:cNvSpPr/>
          <p:nvPr/>
        </p:nvSpPr>
        <p:spPr>
          <a:xfrm>
            <a:off x="124460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S21_43 · Calibri 120 · W 245.84 · k−20.04</a:t>
            </a:r>
            <a:endParaRPr lang="en-US" sz="1400" dirty="0"/>
          </a:p>
        </p:txBody>
      </p:sp>
      <p:sp>
        <p:nvSpPr>
          <p:cNvPr id="57" name="S21_43_Calibri_120_W245.84"/>
          <p:cNvSpPr/>
          <p:nvPr/>
        </p:nvSpPr>
        <p:spPr>
          <a:xfrm>
            <a:off x="12446000" y="12700000"/>
            <a:ext cx="3122168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</a:t>
            </a:r>
            <a:endParaRPr lang="en-US" sz="12000" dirty="0"/>
          </a:p>
        </p:txBody>
      </p:sp>
      <p:sp>
        <p:nvSpPr>
          <p:cNvPr id="58" name="Text 56"/>
          <p:cNvSpPr/>
          <p:nvPr/>
        </p:nvSpPr>
        <p:spPr>
          <a:xfrm>
            <a:off x="186309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S21_44 · Calibri 120 · W 307.04 · k−5.21</a:t>
            </a:r>
            <a:endParaRPr lang="en-US" sz="1400" dirty="0"/>
          </a:p>
        </p:txBody>
      </p:sp>
      <p:sp>
        <p:nvSpPr>
          <p:cNvPr id="59" name="S21_44_Calibri_120_W307.04"/>
          <p:cNvSpPr/>
          <p:nvPr/>
        </p:nvSpPr>
        <p:spPr>
          <a:xfrm>
            <a:off x="18630900" y="12700000"/>
            <a:ext cx="3899408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60" name="Text 58"/>
          <p:cNvSpPr/>
          <p:nvPr/>
        </p:nvSpPr>
        <p:spPr>
          <a:xfrm>
            <a:off x="248158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S21_45 · Verdana 120 · W 318.13 · k−15.12</a:t>
            </a:r>
            <a:endParaRPr lang="en-US" sz="1400" dirty="0"/>
          </a:p>
        </p:txBody>
      </p:sp>
      <p:sp>
        <p:nvSpPr>
          <p:cNvPr id="61" name="S21_45_Verdana_120_W318.13"/>
          <p:cNvSpPr/>
          <p:nvPr/>
        </p:nvSpPr>
        <p:spPr>
          <a:xfrm>
            <a:off x="24815800" y="12700000"/>
            <a:ext cx="404025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12000" dirty="0"/>
          </a:p>
        </p:txBody>
      </p:sp>
      <p:sp>
        <p:nvSpPr>
          <p:cNvPr id="62" name="Text 60"/>
          <p:cNvSpPr/>
          <p:nvPr/>
        </p:nvSpPr>
        <p:spPr>
          <a:xfrm>
            <a:off x="310007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S21_46 · Verdana 120 · W 346.55 · k−4.58</a:t>
            </a:r>
            <a:endParaRPr lang="en-US" sz="1400" dirty="0"/>
          </a:p>
        </p:txBody>
      </p:sp>
      <p:sp>
        <p:nvSpPr>
          <p:cNvPr id="63" name="S21_46_Verdana_120_W346.55"/>
          <p:cNvSpPr/>
          <p:nvPr/>
        </p:nvSpPr>
        <p:spPr>
          <a:xfrm>
            <a:off x="31000700" y="12700000"/>
            <a:ext cx="4401185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</a:t>
            </a:r>
            <a:endParaRPr lang="en-US" sz="12000" dirty="0"/>
          </a:p>
        </p:txBody>
      </p:sp>
      <p:sp>
        <p:nvSpPr>
          <p:cNvPr id="64" name="Text 62"/>
          <p:cNvSpPr/>
          <p:nvPr/>
        </p:nvSpPr>
        <p:spPr>
          <a:xfrm>
            <a:off x="371856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S21_47 · Verdana 120 · W 309.3 · k−26.95</a:t>
            </a:r>
            <a:endParaRPr lang="en-US" sz="1400" dirty="0"/>
          </a:p>
        </p:txBody>
      </p:sp>
      <p:sp>
        <p:nvSpPr>
          <p:cNvPr id="65" name="S21_47_Verdana_120_W309.3"/>
          <p:cNvSpPr/>
          <p:nvPr/>
        </p:nvSpPr>
        <p:spPr>
          <a:xfrm>
            <a:off x="37185600" y="12700000"/>
            <a:ext cx="3928110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Ta</a:t>
            </a:r>
            <a:endParaRPr lang="en-US" sz="12000" dirty="0"/>
          </a:p>
        </p:txBody>
      </p:sp>
      <p:sp>
        <p:nvSpPr>
          <p:cNvPr id="66" name="Text 64"/>
          <p:cNvSpPr/>
          <p:nvPr/>
        </p:nvSpPr>
        <p:spPr>
          <a:xfrm>
            <a:off x="43370500" y="12534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S21_48 · Verdana 120 · W 442.48 · k−3.52</a:t>
            </a:r>
            <a:endParaRPr lang="en-US" sz="1400" dirty="0"/>
          </a:p>
        </p:txBody>
      </p:sp>
      <p:sp>
        <p:nvSpPr>
          <p:cNvPr id="67" name="S21_48_Verdana_120_W442.48"/>
          <p:cNvSpPr/>
          <p:nvPr/>
        </p:nvSpPr>
        <p:spPr>
          <a:xfrm>
            <a:off x="43370500" y="12700000"/>
            <a:ext cx="5619496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68" name="Text 66"/>
          <p:cNvSpPr/>
          <p:nvPr/>
        </p:nvSpPr>
        <p:spPr>
          <a:xfrm>
            <a:off x="762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S21_51 · Tahoma 120 · W 282.26 · k−14.24</a:t>
            </a:r>
            <a:endParaRPr lang="en-US" sz="1400" dirty="0"/>
          </a:p>
        </p:txBody>
      </p:sp>
      <p:sp>
        <p:nvSpPr>
          <p:cNvPr id="69" name="S21_51_Tahoma_120_W282.26"/>
          <p:cNvSpPr/>
          <p:nvPr/>
        </p:nvSpPr>
        <p:spPr>
          <a:xfrm>
            <a:off x="76200" y="16649700"/>
            <a:ext cx="3584702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12000" dirty="0"/>
          </a:p>
        </p:txBody>
      </p:sp>
      <p:sp>
        <p:nvSpPr>
          <p:cNvPr id="70" name="Text 68"/>
          <p:cNvSpPr/>
          <p:nvPr/>
        </p:nvSpPr>
        <p:spPr>
          <a:xfrm>
            <a:off x="62611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S21_52 · Tahoma 120 · W 302.84 · k−4.16</a:t>
            </a:r>
            <a:endParaRPr lang="en-US" sz="1400" dirty="0"/>
          </a:p>
        </p:txBody>
      </p:sp>
      <p:sp>
        <p:nvSpPr>
          <p:cNvPr id="71" name="S21_52_Tahoma_120_W302.84"/>
          <p:cNvSpPr/>
          <p:nvPr/>
        </p:nvSpPr>
        <p:spPr>
          <a:xfrm>
            <a:off x="6261100" y="16649700"/>
            <a:ext cx="3846068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</a:t>
            </a:r>
            <a:endParaRPr lang="en-US" sz="12000" dirty="0"/>
          </a:p>
        </p:txBody>
      </p:sp>
      <p:sp>
        <p:nvSpPr>
          <p:cNvPr id="72" name="Text 70"/>
          <p:cNvSpPr/>
          <p:nvPr/>
        </p:nvSpPr>
        <p:spPr>
          <a:xfrm>
            <a:off x="124460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S21_53 · Tahoma 120 · W 281.33 · k−25.55</a:t>
            </a:r>
            <a:endParaRPr lang="en-US" sz="1400" dirty="0"/>
          </a:p>
        </p:txBody>
      </p:sp>
      <p:sp>
        <p:nvSpPr>
          <p:cNvPr id="73" name="S21_53_Tahoma_120_W281.33"/>
          <p:cNvSpPr/>
          <p:nvPr/>
        </p:nvSpPr>
        <p:spPr>
          <a:xfrm>
            <a:off x="12446000" y="16649700"/>
            <a:ext cx="357289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Ta</a:t>
            </a:r>
            <a:endParaRPr lang="en-US" sz="12000" dirty="0"/>
          </a:p>
        </p:txBody>
      </p:sp>
      <p:sp>
        <p:nvSpPr>
          <p:cNvPr id="74" name="Text 72"/>
          <p:cNvSpPr/>
          <p:nvPr/>
        </p:nvSpPr>
        <p:spPr>
          <a:xfrm>
            <a:off x="186309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S21_54 · Tahoma 120 · W 390.9 · k−3.23</a:t>
            </a:r>
            <a:endParaRPr lang="en-US" sz="1400" dirty="0"/>
          </a:p>
        </p:txBody>
      </p:sp>
      <p:sp>
        <p:nvSpPr>
          <p:cNvPr id="75" name="S21_54_Tahoma_120_W390.9"/>
          <p:cNvSpPr/>
          <p:nvPr/>
        </p:nvSpPr>
        <p:spPr>
          <a:xfrm>
            <a:off x="18630900" y="16649700"/>
            <a:ext cx="4964430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76" name="Text 74"/>
          <p:cNvSpPr/>
          <p:nvPr/>
        </p:nvSpPr>
        <p:spPr>
          <a:xfrm>
            <a:off x="248158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S21_55 · Trebuchet MS 120 · W 278.31 · k−14.94</a:t>
            </a:r>
            <a:endParaRPr lang="en-US" sz="1400" dirty="0"/>
          </a:p>
        </p:txBody>
      </p:sp>
      <p:sp>
        <p:nvSpPr>
          <p:cNvPr id="77" name="S21_55_TrebuchetMS_120_W278.31"/>
          <p:cNvSpPr/>
          <p:nvPr/>
        </p:nvSpPr>
        <p:spPr>
          <a:xfrm>
            <a:off x="24815800" y="16649700"/>
            <a:ext cx="3534537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12000" dirty="0"/>
          </a:p>
        </p:txBody>
      </p:sp>
      <p:sp>
        <p:nvSpPr>
          <p:cNvPr id="78" name="Text 76"/>
          <p:cNvSpPr/>
          <p:nvPr/>
        </p:nvSpPr>
        <p:spPr>
          <a:xfrm>
            <a:off x="310007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S21_56 · Trebuchet MS 120 · W 291.33 · k−10.55</a:t>
            </a:r>
            <a:endParaRPr lang="en-US" sz="1400" dirty="0"/>
          </a:p>
        </p:txBody>
      </p:sp>
      <p:sp>
        <p:nvSpPr>
          <p:cNvPr id="79" name="S21_56_TrebuchetMS_120_W291.33"/>
          <p:cNvSpPr/>
          <p:nvPr/>
        </p:nvSpPr>
        <p:spPr>
          <a:xfrm>
            <a:off x="31000700" y="16649700"/>
            <a:ext cx="3699891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</a:t>
            </a:r>
            <a:endParaRPr lang="en-US" sz="12000" dirty="0"/>
          </a:p>
        </p:txBody>
      </p:sp>
      <p:sp>
        <p:nvSpPr>
          <p:cNvPr id="80" name="Text 78"/>
          <p:cNvSpPr/>
          <p:nvPr/>
        </p:nvSpPr>
        <p:spPr>
          <a:xfrm>
            <a:off x="371856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S21_57 · Trebuchet MS 120 · W 273.87 · k−29.88</a:t>
            </a:r>
            <a:endParaRPr lang="en-US" sz="1400" dirty="0"/>
          </a:p>
        </p:txBody>
      </p:sp>
      <p:sp>
        <p:nvSpPr>
          <p:cNvPr id="81" name="S21_57_TrebuchetMS_120_W273.87"/>
          <p:cNvSpPr/>
          <p:nvPr/>
        </p:nvSpPr>
        <p:spPr>
          <a:xfrm>
            <a:off x="37185600" y="16649700"/>
            <a:ext cx="3478149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</a:t>
            </a:r>
            <a:endParaRPr lang="en-US" sz="12000" dirty="0"/>
          </a:p>
        </p:txBody>
      </p:sp>
      <p:sp>
        <p:nvSpPr>
          <p:cNvPr id="82" name="Text 80"/>
          <p:cNvSpPr/>
          <p:nvPr/>
        </p:nvSpPr>
        <p:spPr>
          <a:xfrm>
            <a:off x="43370500" y="1648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S21_58 · Trebuchet MS 120 · W 329.7 · k−10.55</a:t>
            </a:r>
            <a:endParaRPr lang="en-US" sz="1400" dirty="0"/>
          </a:p>
        </p:txBody>
      </p:sp>
      <p:sp>
        <p:nvSpPr>
          <p:cNvPr id="83" name="S21_58_TrebuchetMS_120_W329.7"/>
          <p:cNvSpPr/>
          <p:nvPr/>
        </p:nvSpPr>
        <p:spPr>
          <a:xfrm>
            <a:off x="43370500" y="16649700"/>
            <a:ext cx="4187190" cy="1828800"/>
          </a:xfrm>
          <a:prstGeom prst="rect">
            <a:avLst/>
          </a:prstGeom>
          <a:noFill/>
          <a:ln w="5080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84" name="Text 82"/>
          <p:cNvSpPr/>
          <p:nvPr/>
        </p:nvSpPr>
        <p:spPr>
          <a:xfrm>
            <a:off x="762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S21_61 · Comic Sans MS 120 · W 305.5 · k−0</a:t>
            </a:r>
            <a:endParaRPr lang="en-US" sz="1400" dirty="0"/>
          </a:p>
        </p:txBody>
      </p:sp>
      <p:sp>
        <p:nvSpPr>
          <p:cNvPr id="85" name="S21_61_ComicSansMS_120_W305.5"/>
          <p:cNvSpPr/>
          <p:nvPr/>
        </p:nvSpPr>
        <p:spPr>
          <a:xfrm>
            <a:off x="76200" y="20599400"/>
            <a:ext cx="387985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12000" dirty="0"/>
          </a:p>
        </p:txBody>
      </p:sp>
      <p:sp>
        <p:nvSpPr>
          <p:cNvPr id="86" name="Text 84"/>
          <p:cNvSpPr/>
          <p:nvPr/>
        </p:nvSpPr>
        <p:spPr>
          <a:xfrm>
            <a:off x="62611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S21_62 · Comic Sans MS 120 · W 328.25 · k−0</a:t>
            </a:r>
            <a:endParaRPr lang="en-US" sz="1400" dirty="0"/>
          </a:p>
        </p:txBody>
      </p:sp>
      <p:sp>
        <p:nvSpPr>
          <p:cNvPr id="87" name="S21_62_ComicSansMS_120_W328.25"/>
          <p:cNvSpPr/>
          <p:nvPr/>
        </p:nvSpPr>
        <p:spPr>
          <a:xfrm>
            <a:off x="6261100" y="20599400"/>
            <a:ext cx="4168775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</a:t>
            </a:r>
            <a:endParaRPr lang="en-US" sz="12000" dirty="0"/>
          </a:p>
        </p:txBody>
      </p:sp>
      <p:sp>
        <p:nvSpPr>
          <p:cNvPr id="88" name="Text 86"/>
          <p:cNvSpPr/>
          <p:nvPr/>
        </p:nvSpPr>
        <p:spPr>
          <a:xfrm>
            <a:off x="124460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S21_63 · Comic Sans MS 120 · W 324.63 · k−0</a:t>
            </a:r>
            <a:endParaRPr lang="en-US" sz="1400" dirty="0"/>
          </a:p>
        </p:txBody>
      </p:sp>
      <p:sp>
        <p:nvSpPr>
          <p:cNvPr id="89" name="S21_63_ComicSansMS_120_W324.63"/>
          <p:cNvSpPr/>
          <p:nvPr/>
        </p:nvSpPr>
        <p:spPr>
          <a:xfrm>
            <a:off x="12446000" y="20599400"/>
            <a:ext cx="4122801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 Ta</a:t>
            </a:r>
            <a:endParaRPr lang="en-US" sz="12000" dirty="0"/>
          </a:p>
        </p:txBody>
      </p:sp>
      <p:sp>
        <p:nvSpPr>
          <p:cNvPr id="90" name="Text 88"/>
          <p:cNvSpPr/>
          <p:nvPr/>
        </p:nvSpPr>
        <p:spPr>
          <a:xfrm>
            <a:off x="186309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S21_64 · Comic Sans MS 120 · W 330 · k−0</a:t>
            </a:r>
            <a:endParaRPr lang="en-US" sz="1400" dirty="0"/>
          </a:p>
        </p:txBody>
      </p:sp>
      <p:sp>
        <p:nvSpPr>
          <p:cNvPr id="91" name="S21_64_ComicSansMS_120_W330"/>
          <p:cNvSpPr/>
          <p:nvPr/>
        </p:nvSpPr>
        <p:spPr>
          <a:xfrm>
            <a:off x="18630900" y="20599400"/>
            <a:ext cx="419100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 AV &gt;</a:t>
            </a:r>
            <a:endParaRPr lang="en-US" sz="12000" dirty="0"/>
          </a:p>
        </p:txBody>
      </p:sp>
      <p:sp>
        <p:nvSpPr>
          <p:cNvPr id="92" name="Text 90"/>
          <p:cNvSpPr/>
          <p:nvPr/>
        </p:nvSpPr>
        <p:spPr>
          <a:xfrm>
            <a:off x="248158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S21_65 · Courier New 120 · W 361 · k−0</a:t>
            </a:r>
            <a:endParaRPr lang="en-US" sz="1400" dirty="0"/>
          </a:p>
        </p:txBody>
      </p:sp>
      <p:sp>
        <p:nvSpPr>
          <p:cNvPr id="93" name="S21_65_CourierNew_120_W361"/>
          <p:cNvSpPr/>
          <p:nvPr/>
        </p:nvSpPr>
        <p:spPr>
          <a:xfrm>
            <a:off x="24815800" y="20599400"/>
            <a:ext cx="458470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12000" dirty="0"/>
          </a:p>
        </p:txBody>
      </p:sp>
      <p:sp>
        <p:nvSpPr>
          <p:cNvPr id="94" name="Text 92"/>
          <p:cNvSpPr/>
          <p:nvPr/>
        </p:nvSpPr>
        <p:spPr>
          <a:xfrm>
            <a:off x="310007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S21_66 · Courier New 120 · W 361 · k−0</a:t>
            </a:r>
            <a:endParaRPr lang="en-US" sz="1400" dirty="0"/>
          </a:p>
        </p:txBody>
      </p:sp>
      <p:sp>
        <p:nvSpPr>
          <p:cNvPr id="95" name="S21_66_CourierNew_120_W361"/>
          <p:cNvSpPr/>
          <p:nvPr/>
        </p:nvSpPr>
        <p:spPr>
          <a:xfrm>
            <a:off x="31000700" y="20599400"/>
            <a:ext cx="458470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</a:t>
            </a:r>
            <a:endParaRPr lang="en-US" sz="12000" dirty="0"/>
          </a:p>
        </p:txBody>
      </p:sp>
      <p:sp>
        <p:nvSpPr>
          <p:cNvPr id="96" name="Text 94"/>
          <p:cNvSpPr/>
          <p:nvPr/>
        </p:nvSpPr>
        <p:spPr>
          <a:xfrm>
            <a:off x="371856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S21_67 · Courier New 120 · W 361 · k−0</a:t>
            </a:r>
            <a:endParaRPr lang="en-US" sz="1400" dirty="0"/>
          </a:p>
        </p:txBody>
      </p:sp>
      <p:sp>
        <p:nvSpPr>
          <p:cNvPr id="97" name="S21_67_CourierNew_120_W361"/>
          <p:cNvSpPr/>
          <p:nvPr/>
        </p:nvSpPr>
        <p:spPr>
          <a:xfrm>
            <a:off x="37185600" y="20599400"/>
            <a:ext cx="458470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Ta</a:t>
            </a:r>
            <a:endParaRPr lang="en-US" sz="12000" dirty="0"/>
          </a:p>
        </p:txBody>
      </p:sp>
      <p:sp>
        <p:nvSpPr>
          <p:cNvPr id="98" name="Text 96"/>
          <p:cNvSpPr/>
          <p:nvPr/>
        </p:nvSpPr>
        <p:spPr>
          <a:xfrm>
            <a:off x="43370500" y="20434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S21_68 · Courier New 120 · W 433 · k−0</a:t>
            </a:r>
            <a:endParaRPr lang="en-US" sz="1400" dirty="0"/>
          </a:p>
        </p:txBody>
      </p:sp>
      <p:sp>
        <p:nvSpPr>
          <p:cNvPr id="99" name="S21_68_CourierNew_120_W433"/>
          <p:cNvSpPr/>
          <p:nvPr/>
        </p:nvSpPr>
        <p:spPr>
          <a:xfrm>
            <a:off x="43370500" y="20599400"/>
            <a:ext cx="5499100" cy="1828800"/>
          </a:xfrm>
          <a:prstGeom prst="rect">
            <a:avLst/>
          </a:prstGeom>
          <a:noFill/>
          <a:ln w="5080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AV &gt;</a:t>
            </a:r>
            <a:endParaRPr lang="en-US" sz="1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10/15 — 9pt bold · 12pt bold · 18pt bold · 36pt bold.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9pt bold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S22_11 · Arial bold 9 · W 133 · k−0</a:t>
            </a:r>
            <a:endParaRPr lang="en-US" sz="680" dirty="0"/>
          </a:p>
        </p:txBody>
      </p:sp>
      <p:sp>
        <p:nvSpPr>
          <p:cNvPr id="5" name="S22_11_Arial_9_W133"/>
          <p:cNvSpPr/>
          <p:nvPr/>
        </p:nvSpPr>
        <p:spPr>
          <a:xfrm>
            <a:off x="76200" y="850900"/>
            <a:ext cx="16891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S22_12 · Arial bold 9 · W 121 · k−0</a:t>
            </a:r>
            <a:endParaRPr lang="en-US" sz="680" dirty="0"/>
          </a:p>
        </p:txBody>
      </p:sp>
      <p:sp>
        <p:nvSpPr>
          <p:cNvPr id="7" name="S22_12_Arial_9_W121"/>
          <p:cNvSpPr/>
          <p:nvPr/>
        </p:nvSpPr>
        <p:spPr>
          <a:xfrm>
            <a:off x="6261100" y="850900"/>
            <a:ext cx="15367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S22_13 · Arial bold 9 · W 145.5 · k−0</a:t>
            </a:r>
            <a:endParaRPr lang="en-US" sz="680" dirty="0"/>
          </a:p>
        </p:txBody>
      </p:sp>
      <p:sp>
        <p:nvSpPr>
          <p:cNvPr id="9" name="S22_13_Arial_9_W145.5"/>
          <p:cNvSpPr/>
          <p:nvPr/>
        </p:nvSpPr>
        <p:spPr>
          <a:xfrm>
            <a:off x="12446000" y="850900"/>
            <a:ext cx="18478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S22_14 · Arial bold 9 · W 143.5 · k−0</a:t>
            </a:r>
            <a:endParaRPr lang="en-US" sz="680" dirty="0"/>
          </a:p>
        </p:txBody>
      </p:sp>
      <p:sp>
        <p:nvSpPr>
          <p:cNvPr id="11" name="S22_14_Arial_9_W143.5"/>
          <p:cNvSpPr/>
          <p:nvPr/>
        </p:nvSpPr>
        <p:spPr>
          <a:xfrm>
            <a:off x="18630900" y="850900"/>
            <a:ext cx="18224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S22_15 · Arial Narrow bold 9 · W 109.25 · k−0</a:t>
            </a:r>
            <a:endParaRPr lang="en-US" sz="680" dirty="0"/>
          </a:p>
        </p:txBody>
      </p:sp>
      <p:sp>
        <p:nvSpPr>
          <p:cNvPr id="13" name="S22_15_ArialNarrow_9_W109.25"/>
          <p:cNvSpPr/>
          <p:nvPr/>
        </p:nvSpPr>
        <p:spPr>
          <a:xfrm>
            <a:off x="24815800" y="850900"/>
            <a:ext cx="13874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S22_16 · Arial Narrow bold 9 · W 99.13 · k−0</a:t>
            </a:r>
            <a:endParaRPr lang="en-US" sz="680" dirty="0"/>
          </a:p>
        </p:txBody>
      </p:sp>
      <p:sp>
        <p:nvSpPr>
          <p:cNvPr id="15" name="S22_16_ArialNarrow_9_W99.13"/>
          <p:cNvSpPr/>
          <p:nvPr/>
        </p:nvSpPr>
        <p:spPr>
          <a:xfrm>
            <a:off x="31000700" y="850900"/>
            <a:ext cx="12589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S22_17 · Arial Narrow bold 9 · W 119.38 · k−0</a:t>
            </a:r>
            <a:endParaRPr lang="en-US" sz="680" dirty="0"/>
          </a:p>
        </p:txBody>
      </p:sp>
      <p:sp>
        <p:nvSpPr>
          <p:cNvPr id="17" name="S22_17_ArialNarrow_9_W119.38"/>
          <p:cNvSpPr/>
          <p:nvPr/>
        </p:nvSpPr>
        <p:spPr>
          <a:xfrm>
            <a:off x="37185600" y="850900"/>
            <a:ext cx="15161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S22_18 · Arial Narrow bold 9 · W 117.63 · k−0</a:t>
            </a:r>
            <a:endParaRPr lang="en-US" sz="680" dirty="0"/>
          </a:p>
        </p:txBody>
      </p:sp>
      <p:sp>
        <p:nvSpPr>
          <p:cNvPr id="19" name="S22_18_ArialNarrow_9_W117.63"/>
          <p:cNvSpPr/>
          <p:nvPr/>
        </p:nvSpPr>
        <p:spPr>
          <a:xfrm>
            <a:off x="43370500" y="850900"/>
            <a:ext cx="14939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2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S22_21 · Times New Roman bold 9 · W 119.25 · k−0</a:t>
            </a:r>
            <a:endParaRPr lang="en-US" sz="680" dirty="0"/>
          </a:p>
        </p:txBody>
      </p:sp>
      <p:sp>
        <p:nvSpPr>
          <p:cNvPr id="21" name="S22_21_TimesNewRoman_9_W119.25"/>
          <p:cNvSpPr/>
          <p:nvPr/>
        </p:nvSpPr>
        <p:spPr>
          <a:xfrm>
            <a:off x="76200" y="1422400"/>
            <a:ext cx="15144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11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S22_22 · Times New Roman bold 9 · W 111.75 · k−0</a:t>
            </a:r>
            <a:endParaRPr lang="en-US" sz="680" dirty="0"/>
          </a:p>
        </p:txBody>
      </p:sp>
      <p:sp>
        <p:nvSpPr>
          <p:cNvPr id="23" name="S22_22_TimesNewRoman_9_W111.75"/>
          <p:cNvSpPr/>
          <p:nvPr/>
        </p:nvSpPr>
        <p:spPr>
          <a:xfrm>
            <a:off x="6261100" y="1422400"/>
            <a:ext cx="14192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4460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S22_23 · Times New Roman bold 9 · W 131.25 · k−0</a:t>
            </a:r>
            <a:endParaRPr lang="en-US" sz="680" dirty="0"/>
          </a:p>
        </p:txBody>
      </p:sp>
      <p:sp>
        <p:nvSpPr>
          <p:cNvPr id="25" name="S22_23_TimesNewRoman_9_W131.25"/>
          <p:cNvSpPr/>
          <p:nvPr/>
        </p:nvSpPr>
        <p:spPr>
          <a:xfrm>
            <a:off x="12446000" y="1422400"/>
            <a:ext cx="16668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6309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S22_24 · Times New Roman bold 9 · W 137 · k−0</a:t>
            </a:r>
            <a:endParaRPr lang="en-US" sz="680" dirty="0"/>
          </a:p>
        </p:txBody>
      </p:sp>
      <p:sp>
        <p:nvSpPr>
          <p:cNvPr id="27" name="S22_24_TimesNewRoman_9_W137"/>
          <p:cNvSpPr/>
          <p:nvPr/>
        </p:nvSpPr>
        <p:spPr>
          <a:xfrm>
            <a:off x="18630900" y="1422400"/>
            <a:ext cx="17399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8158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S22_25 · Georgia bold 9 · W 141.75 · k−0</a:t>
            </a:r>
            <a:endParaRPr lang="en-US" sz="680" dirty="0"/>
          </a:p>
        </p:txBody>
      </p:sp>
      <p:sp>
        <p:nvSpPr>
          <p:cNvPr id="29" name="S22_25_Georgia_9_W141.75"/>
          <p:cNvSpPr/>
          <p:nvPr/>
        </p:nvSpPr>
        <p:spPr>
          <a:xfrm>
            <a:off x="24815800" y="1422400"/>
            <a:ext cx="18002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007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S22_26 · Georgia bold 9 · W 129.25 · k−0</a:t>
            </a:r>
            <a:endParaRPr lang="en-US" sz="680" dirty="0"/>
          </a:p>
        </p:txBody>
      </p:sp>
      <p:sp>
        <p:nvSpPr>
          <p:cNvPr id="31" name="S22_26_Georgia_9_W129.25"/>
          <p:cNvSpPr/>
          <p:nvPr/>
        </p:nvSpPr>
        <p:spPr>
          <a:xfrm>
            <a:off x="31000700" y="1422400"/>
            <a:ext cx="16414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1856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S22_27 · Georgia bold 9 · W 153.63 · k−0</a:t>
            </a:r>
            <a:endParaRPr lang="en-US" sz="680" dirty="0"/>
          </a:p>
        </p:txBody>
      </p:sp>
      <p:sp>
        <p:nvSpPr>
          <p:cNvPr id="33" name="S22_27_Georgia_9_W153.63"/>
          <p:cNvSpPr/>
          <p:nvPr/>
        </p:nvSpPr>
        <p:spPr>
          <a:xfrm>
            <a:off x="37185600" y="1422400"/>
            <a:ext cx="19511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370500" y="1257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S22_28 · Georgia bold 9 · W 153.38 · k−0</a:t>
            </a:r>
            <a:endParaRPr lang="en-US" sz="680" dirty="0"/>
          </a:p>
        </p:txBody>
      </p:sp>
      <p:sp>
        <p:nvSpPr>
          <p:cNvPr id="35" name="S22_28_Georgia_9_W153.38"/>
          <p:cNvSpPr/>
          <p:nvPr/>
        </p:nvSpPr>
        <p:spPr>
          <a:xfrm>
            <a:off x="43370500" y="1422400"/>
            <a:ext cx="19479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2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S22_31 · Calibri bold 9 · W 115.63 · k−0</a:t>
            </a:r>
            <a:endParaRPr lang="en-US" sz="680" dirty="0"/>
          </a:p>
        </p:txBody>
      </p:sp>
      <p:sp>
        <p:nvSpPr>
          <p:cNvPr id="37" name="S22_31_Calibri_9_W115.63"/>
          <p:cNvSpPr/>
          <p:nvPr/>
        </p:nvSpPr>
        <p:spPr>
          <a:xfrm>
            <a:off x="76200" y="1993900"/>
            <a:ext cx="14685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11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S22_32 · Calibri bold 9 · W 105 · k−0</a:t>
            </a:r>
            <a:endParaRPr lang="en-US" sz="680" dirty="0"/>
          </a:p>
        </p:txBody>
      </p:sp>
      <p:sp>
        <p:nvSpPr>
          <p:cNvPr id="39" name="S22_32_Calibri_9_W105"/>
          <p:cNvSpPr/>
          <p:nvPr/>
        </p:nvSpPr>
        <p:spPr>
          <a:xfrm>
            <a:off x="6261100" y="1993900"/>
            <a:ext cx="13335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4460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S22_33 · Calibri bold 9 · W 124 · k−0</a:t>
            </a:r>
            <a:endParaRPr lang="en-US" sz="680" dirty="0"/>
          </a:p>
        </p:txBody>
      </p:sp>
      <p:sp>
        <p:nvSpPr>
          <p:cNvPr id="41" name="S22_33_Calibri_9_W124"/>
          <p:cNvSpPr/>
          <p:nvPr/>
        </p:nvSpPr>
        <p:spPr>
          <a:xfrm>
            <a:off x="12446000" y="1993900"/>
            <a:ext cx="15748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6309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S22_34 · Calibri bold 9 · W 122.75 · k−0</a:t>
            </a:r>
            <a:endParaRPr lang="en-US" sz="680" dirty="0"/>
          </a:p>
        </p:txBody>
      </p:sp>
      <p:sp>
        <p:nvSpPr>
          <p:cNvPr id="43" name="S22_34_Calibri_9_W122.75"/>
          <p:cNvSpPr/>
          <p:nvPr/>
        </p:nvSpPr>
        <p:spPr>
          <a:xfrm>
            <a:off x="18630900" y="1993900"/>
            <a:ext cx="15589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8158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S22_35 · Verdana bold 9 · W 157.88 · k−0</a:t>
            </a:r>
            <a:endParaRPr lang="en-US" sz="680" dirty="0"/>
          </a:p>
        </p:txBody>
      </p:sp>
      <p:sp>
        <p:nvSpPr>
          <p:cNvPr id="45" name="S22_35_Verdana_9_W157.88"/>
          <p:cNvSpPr/>
          <p:nvPr/>
        </p:nvSpPr>
        <p:spPr>
          <a:xfrm>
            <a:off x="24815800" y="1993900"/>
            <a:ext cx="20050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10007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S22_36 · Verdana bold 9 · W 142.88 · k−0</a:t>
            </a:r>
            <a:endParaRPr lang="en-US" sz="680" dirty="0"/>
          </a:p>
        </p:txBody>
      </p:sp>
      <p:sp>
        <p:nvSpPr>
          <p:cNvPr id="47" name="S22_36_Verdana_9_W142.88"/>
          <p:cNvSpPr/>
          <p:nvPr/>
        </p:nvSpPr>
        <p:spPr>
          <a:xfrm>
            <a:off x="31000700" y="1993900"/>
            <a:ext cx="181457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1856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S22_37 · Verdana bold 9 · W 172.13 · k−0</a:t>
            </a:r>
            <a:endParaRPr lang="en-US" sz="680" dirty="0"/>
          </a:p>
        </p:txBody>
      </p:sp>
      <p:sp>
        <p:nvSpPr>
          <p:cNvPr id="49" name="S22_37_Verdana_9_W172.13"/>
          <p:cNvSpPr/>
          <p:nvPr/>
        </p:nvSpPr>
        <p:spPr>
          <a:xfrm>
            <a:off x="37185600" y="1993900"/>
            <a:ext cx="218605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370500" y="182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S22_38 · Verdana bold 9 · W 173.5 · k−0</a:t>
            </a:r>
            <a:endParaRPr lang="en-US" sz="680" dirty="0"/>
          </a:p>
        </p:txBody>
      </p:sp>
      <p:sp>
        <p:nvSpPr>
          <p:cNvPr id="51" name="S22_38_Verdana_9_W173.5"/>
          <p:cNvSpPr/>
          <p:nvPr/>
        </p:nvSpPr>
        <p:spPr>
          <a:xfrm>
            <a:off x="43370500" y="1993900"/>
            <a:ext cx="22034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2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S22_41 · Tahoma bold 9 · W 140.38 · k−0</a:t>
            </a:r>
            <a:endParaRPr lang="en-US" sz="680" dirty="0"/>
          </a:p>
        </p:txBody>
      </p:sp>
      <p:sp>
        <p:nvSpPr>
          <p:cNvPr id="53" name="S22_41_Tahoma_9_W140.38"/>
          <p:cNvSpPr/>
          <p:nvPr/>
        </p:nvSpPr>
        <p:spPr>
          <a:xfrm>
            <a:off x="76200" y="2565400"/>
            <a:ext cx="17828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611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S22_42 · Tahoma bold 9 · W 126.63 · k−0</a:t>
            </a:r>
            <a:endParaRPr lang="en-US" sz="680" dirty="0"/>
          </a:p>
        </p:txBody>
      </p:sp>
      <p:sp>
        <p:nvSpPr>
          <p:cNvPr id="55" name="S22_42_Tahoma_9_W126.63"/>
          <p:cNvSpPr/>
          <p:nvPr/>
        </p:nvSpPr>
        <p:spPr>
          <a:xfrm>
            <a:off x="6261100" y="2565400"/>
            <a:ext cx="16082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4460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S22_43 · Tahoma bold 9 · W 154.38 · k−0</a:t>
            </a:r>
            <a:endParaRPr lang="en-US" sz="680" dirty="0"/>
          </a:p>
        </p:txBody>
      </p:sp>
      <p:sp>
        <p:nvSpPr>
          <p:cNvPr id="57" name="S22_43_Tahoma_9_W154.38"/>
          <p:cNvSpPr/>
          <p:nvPr/>
        </p:nvSpPr>
        <p:spPr>
          <a:xfrm>
            <a:off x="12446000" y="2565400"/>
            <a:ext cx="19606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86309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S22_44 · Tahoma bold 9 · W 154.38 · k−0</a:t>
            </a:r>
            <a:endParaRPr lang="en-US" sz="680" dirty="0"/>
          </a:p>
        </p:txBody>
      </p:sp>
      <p:sp>
        <p:nvSpPr>
          <p:cNvPr id="59" name="S22_44_Tahoma_9_W154.38"/>
          <p:cNvSpPr/>
          <p:nvPr/>
        </p:nvSpPr>
        <p:spPr>
          <a:xfrm>
            <a:off x="18630900" y="2565400"/>
            <a:ext cx="19606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8158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S22_45 · Trebuchet MS bold 9 · W 131.5 · k−0</a:t>
            </a:r>
            <a:endParaRPr lang="en-US" sz="680" dirty="0"/>
          </a:p>
        </p:txBody>
      </p:sp>
      <p:sp>
        <p:nvSpPr>
          <p:cNvPr id="61" name="S22_45_TrebuchetMS_9_W131.5"/>
          <p:cNvSpPr/>
          <p:nvPr/>
        </p:nvSpPr>
        <p:spPr>
          <a:xfrm>
            <a:off x="24815800" y="2565400"/>
            <a:ext cx="16700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0007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S22_46 · Trebuchet MS bold 9 · W 118.63 · k−0</a:t>
            </a:r>
            <a:endParaRPr lang="en-US" sz="680" dirty="0"/>
          </a:p>
        </p:txBody>
      </p:sp>
      <p:sp>
        <p:nvSpPr>
          <p:cNvPr id="63" name="S22_46_TrebuchetMS_9_W118.63"/>
          <p:cNvSpPr/>
          <p:nvPr/>
        </p:nvSpPr>
        <p:spPr>
          <a:xfrm>
            <a:off x="31000700" y="2565400"/>
            <a:ext cx="15066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71856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S22_47 · Trebuchet MS bold 9 · W 140 · k−0</a:t>
            </a:r>
            <a:endParaRPr lang="en-US" sz="680" dirty="0"/>
          </a:p>
        </p:txBody>
      </p:sp>
      <p:sp>
        <p:nvSpPr>
          <p:cNvPr id="65" name="S22_47_TrebuchetMS_9_W140"/>
          <p:cNvSpPr/>
          <p:nvPr/>
        </p:nvSpPr>
        <p:spPr>
          <a:xfrm>
            <a:off x="37185600" y="2565400"/>
            <a:ext cx="177800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3370500" y="240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S22_48 · Trebuchet MS bold 9 · W 140.63 · k−0</a:t>
            </a:r>
            <a:endParaRPr lang="en-US" sz="680" dirty="0"/>
          </a:p>
        </p:txBody>
      </p:sp>
      <p:sp>
        <p:nvSpPr>
          <p:cNvPr id="67" name="S22_48_TrebuchetMS_9_W140.63"/>
          <p:cNvSpPr/>
          <p:nvPr/>
        </p:nvSpPr>
        <p:spPr>
          <a:xfrm>
            <a:off x="43370500" y="2565400"/>
            <a:ext cx="17860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62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S22_51 · Comic Sans MS bold 9 · W 139.38 · k−0</a:t>
            </a:r>
            <a:endParaRPr lang="en-US" sz="680" dirty="0"/>
          </a:p>
        </p:txBody>
      </p:sp>
      <p:sp>
        <p:nvSpPr>
          <p:cNvPr id="69" name="S22_51_ComicSansMS_9_W139.38"/>
          <p:cNvSpPr/>
          <p:nvPr/>
        </p:nvSpPr>
        <p:spPr>
          <a:xfrm>
            <a:off x="76200" y="3136900"/>
            <a:ext cx="17701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611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S22_52 · Comic Sans MS bold 9 · W 123.38 · k−0</a:t>
            </a:r>
            <a:endParaRPr lang="en-US" sz="680" dirty="0"/>
          </a:p>
        </p:txBody>
      </p:sp>
      <p:sp>
        <p:nvSpPr>
          <p:cNvPr id="71" name="S22_52_ComicSansMS_9_W123.38"/>
          <p:cNvSpPr/>
          <p:nvPr/>
        </p:nvSpPr>
        <p:spPr>
          <a:xfrm>
            <a:off x="6261100" y="3136900"/>
            <a:ext cx="15669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24460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S22_53 · Comic Sans MS bold 9 · W 145.5 · k−0</a:t>
            </a:r>
            <a:endParaRPr lang="en-US" sz="680" dirty="0"/>
          </a:p>
        </p:txBody>
      </p:sp>
      <p:sp>
        <p:nvSpPr>
          <p:cNvPr id="73" name="S22_53_ComicSansMS_9_W145.5"/>
          <p:cNvSpPr/>
          <p:nvPr/>
        </p:nvSpPr>
        <p:spPr>
          <a:xfrm>
            <a:off x="12446000" y="3136900"/>
            <a:ext cx="1847850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86309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S22_54 · Comic Sans MS bold 9 · W 158.25 · k−0</a:t>
            </a:r>
            <a:endParaRPr lang="en-US" sz="680" dirty="0"/>
          </a:p>
        </p:txBody>
      </p:sp>
      <p:sp>
        <p:nvSpPr>
          <p:cNvPr id="75" name="S22_54_ComicSansMS_9_W158.25"/>
          <p:cNvSpPr/>
          <p:nvPr/>
        </p:nvSpPr>
        <p:spPr>
          <a:xfrm>
            <a:off x="18630900" y="3136900"/>
            <a:ext cx="20097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48158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S22_55 · Courier New bold 9 · W 162.25 · k−0</a:t>
            </a:r>
            <a:endParaRPr lang="en-US" sz="680" dirty="0"/>
          </a:p>
        </p:txBody>
      </p:sp>
      <p:sp>
        <p:nvSpPr>
          <p:cNvPr id="77" name="S22_55_CourierNew_9_W162.25"/>
          <p:cNvSpPr/>
          <p:nvPr/>
        </p:nvSpPr>
        <p:spPr>
          <a:xfrm>
            <a:off x="24815800" y="3136900"/>
            <a:ext cx="206057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10007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S22_56 · Courier New bold 9 · W 140.75 · k−0</a:t>
            </a:r>
            <a:endParaRPr lang="en-US" sz="680" dirty="0"/>
          </a:p>
        </p:txBody>
      </p:sp>
      <p:sp>
        <p:nvSpPr>
          <p:cNvPr id="79" name="S22_56_CourierNew_9_W140.75"/>
          <p:cNvSpPr/>
          <p:nvPr/>
        </p:nvSpPr>
        <p:spPr>
          <a:xfrm>
            <a:off x="31000700" y="3136900"/>
            <a:ext cx="1787525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71856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S22_57 · Courier New bold 9 · W 167.63 · k−0</a:t>
            </a:r>
            <a:endParaRPr lang="en-US" sz="680" dirty="0"/>
          </a:p>
        </p:txBody>
      </p:sp>
      <p:sp>
        <p:nvSpPr>
          <p:cNvPr id="81" name="S22_57_CourierNew_9_W167.63"/>
          <p:cNvSpPr/>
          <p:nvPr/>
        </p:nvSpPr>
        <p:spPr>
          <a:xfrm>
            <a:off x="37185600" y="3136900"/>
            <a:ext cx="2128901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3370500" y="2971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S22_58 · Courier New bold 9 · W 178.38 · k−0</a:t>
            </a:r>
            <a:endParaRPr lang="en-US" sz="680" dirty="0"/>
          </a:p>
        </p:txBody>
      </p:sp>
      <p:sp>
        <p:nvSpPr>
          <p:cNvPr id="83" name="S22_58_CourierNew_9_W178.38"/>
          <p:cNvSpPr/>
          <p:nvPr/>
        </p:nvSpPr>
        <p:spPr>
          <a:xfrm>
            <a:off x="43370500" y="3136900"/>
            <a:ext cx="2265426" cy="137160"/>
          </a:xfrm>
          <a:prstGeom prst="rect">
            <a:avLst/>
          </a:prstGeom>
          <a:noFill/>
          <a:ln w="1428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6200" y="4114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12pt bold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62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S23_11 · Arial bold 12 · W 175.98 · k−0.9</a:t>
            </a:r>
            <a:endParaRPr lang="en-US" sz="740" dirty="0"/>
          </a:p>
        </p:txBody>
      </p:sp>
      <p:sp>
        <p:nvSpPr>
          <p:cNvPr id="86" name="S23_11_Arial_12_W175.98"/>
          <p:cNvSpPr/>
          <p:nvPr/>
        </p:nvSpPr>
        <p:spPr>
          <a:xfrm>
            <a:off x="76200" y="4533900"/>
            <a:ext cx="2234946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2611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S23_12 · Arial bold 12 · W 158.59 · k−2.66</a:t>
            </a:r>
            <a:endParaRPr lang="en-US" sz="740" dirty="0"/>
          </a:p>
        </p:txBody>
      </p:sp>
      <p:sp>
        <p:nvSpPr>
          <p:cNvPr id="88" name="S23_12_Arial_12_W158.59"/>
          <p:cNvSpPr/>
          <p:nvPr/>
        </p:nvSpPr>
        <p:spPr>
          <a:xfrm>
            <a:off x="6261100" y="4533900"/>
            <a:ext cx="2014093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24460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S23_13 · Arial bold 12 · W 193.75 · k−0</a:t>
            </a:r>
            <a:endParaRPr lang="en-US" sz="740" dirty="0"/>
          </a:p>
        </p:txBody>
      </p:sp>
      <p:sp>
        <p:nvSpPr>
          <p:cNvPr id="90" name="S23_13_Arial_12_W193.75"/>
          <p:cNvSpPr/>
          <p:nvPr/>
        </p:nvSpPr>
        <p:spPr>
          <a:xfrm>
            <a:off x="12446000" y="4533900"/>
            <a:ext cx="24606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86309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S23_14 · Arial bold 12 · W 190.23 · k−0.9</a:t>
            </a:r>
            <a:endParaRPr lang="en-US" sz="740" dirty="0"/>
          </a:p>
        </p:txBody>
      </p:sp>
      <p:sp>
        <p:nvSpPr>
          <p:cNvPr id="92" name="S23_14_Arial_12_W190.23"/>
          <p:cNvSpPr/>
          <p:nvPr/>
        </p:nvSpPr>
        <p:spPr>
          <a:xfrm>
            <a:off x="18630900" y="4533900"/>
            <a:ext cx="241592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248158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S23_15 · Arial Narrow bold 12 · W 145.15 · k−0.73</a:t>
            </a:r>
            <a:endParaRPr lang="en-US" sz="740" dirty="0"/>
          </a:p>
        </p:txBody>
      </p:sp>
      <p:sp>
        <p:nvSpPr>
          <p:cNvPr id="94" name="S23_15_ArialNarrow_12_W145.15"/>
          <p:cNvSpPr/>
          <p:nvPr/>
        </p:nvSpPr>
        <p:spPr>
          <a:xfrm>
            <a:off x="24815800" y="4533900"/>
            <a:ext cx="1843405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310007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S23_16 · Arial Narrow bold 12 · W 130.47 · k−2.16</a:t>
            </a:r>
            <a:endParaRPr lang="en-US" sz="740" dirty="0"/>
          </a:p>
        </p:txBody>
      </p:sp>
      <p:sp>
        <p:nvSpPr>
          <p:cNvPr id="96" name="S23_16_ArialNarrow_12_W130.47"/>
          <p:cNvSpPr/>
          <p:nvPr/>
        </p:nvSpPr>
        <p:spPr>
          <a:xfrm>
            <a:off x="31000700" y="4533900"/>
            <a:ext cx="165696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371856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S23_17 · Arial Narrow bold 12 · W 159.38 · k−0</a:t>
            </a:r>
            <a:endParaRPr lang="en-US" sz="740" dirty="0"/>
          </a:p>
        </p:txBody>
      </p:sp>
      <p:sp>
        <p:nvSpPr>
          <p:cNvPr id="98" name="S23_17_ArialNarrow_12_W159.38"/>
          <p:cNvSpPr/>
          <p:nvPr/>
        </p:nvSpPr>
        <p:spPr>
          <a:xfrm>
            <a:off x="37185600" y="4533900"/>
            <a:ext cx="20241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43370500" y="436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S23_18 · Arial Narrow bold 12 · W 156.53 · k−0.72</a:t>
            </a:r>
            <a:endParaRPr lang="en-US" sz="740" dirty="0"/>
          </a:p>
        </p:txBody>
      </p:sp>
      <p:sp>
        <p:nvSpPr>
          <p:cNvPr id="100" name="S23_18_ArialNarrow_12_W156.53"/>
          <p:cNvSpPr/>
          <p:nvPr/>
        </p:nvSpPr>
        <p:spPr>
          <a:xfrm>
            <a:off x="43370500" y="4533900"/>
            <a:ext cx="198793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62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S23_21 · Times New Roman bold 12 · W 157.34 · k−1.54</a:t>
            </a:r>
            <a:endParaRPr lang="en-US" sz="740" dirty="0"/>
          </a:p>
        </p:txBody>
      </p:sp>
      <p:sp>
        <p:nvSpPr>
          <p:cNvPr id="102" name="S23_21_TimesNewRoman_12_W157.34"/>
          <p:cNvSpPr/>
          <p:nvPr/>
        </p:nvSpPr>
        <p:spPr>
          <a:xfrm>
            <a:off x="76200" y="5194300"/>
            <a:ext cx="1998218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62611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S23_22 · Times New Roman bold 12 · W 144.98 · k−3.77</a:t>
            </a:r>
            <a:endParaRPr lang="en-US" sz="740" dirty="0"/>
          </a:p>
        </p:txBody>
      </p:sp>
      <p:sp>
        <p:nvSpPr>
          <p:cNvPr id="104" name="S23_22_TimesNewRoman_12_W144.98"/>
          <p:cNvSpPr/>
          <p:nvPr/>
        </p:nvSpPr>
        <p:spPr>
          <a:xfrm>
            <a:off x="6261100" y="5194300"/>
            <a:ext cx="1841246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124460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S23_23 · Times New Roman bold 12 · W 174.63 · k−0</a:t>
            </a:r>
            <a:endParaRPr lang="en-US" sz="740" dirty="0"/>
          </a:p>
        </p:txBody>
      </p:sp>
      <p:sp>
        <p:nvSpPr>
          <p:cNvPr id="106" name="S23_23_TimesNewRoman_12_W174.63"/>
          <p:cNvSpPr/>
          <p:nvPr/>
        </p:nvSpPr>
        <p:spPr>
          <a:xfrm>
            <a:off x="12446000" y="5194300"/>
            <a:ext cx="221780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86309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S23_24 · Times New Roman bold 12 · W 180.7 · k−1.55</a:t>
            </a:r>
            <a:endParaRPr lang="en-US" sz="740" dirty="0"/>
          </a:p>
        </p:txBody>
      </p:sp>
      <p:sp>
        <p:nvSpPr>
          <p:cNvPr id="108" name="S23_24_TimesNewRoman_12_W180.7"/>
          <p:cNvSpPr/>
          <p:nvPr/>
        </p:nvSpPr>
        <p:spPr>
          <a:xfrm>
            <a:off x="18630900" y="5194300"/>
            <a:ext cx="2294890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248158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S23_25 · Georgia bold 12 · W 188.5 · k−0</a:t>
            </a:r>
            <a:endParaRPr lang="en-US" sz="740" dirty="0"/>
          </a:p>
        </p:txBody>
      </p:sp>
      <p:sp>
        <p:nvSpPr>
          <p:cNvPr id="110" name="S23_25_Georgia_12_W188.5"/>
          <p:cNvSpPr/>
          <p:nvPr/>
        </p:nvSpPr>
        <p:spPr>
          <a:xfrm>
            <a:off x="24815800" y="5194300"/>
            <a:ext cx="23939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310007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S23_26 · Georgia bold 12 · W 172.13 · k−0</a:t>
            </a:r>
            <a:endParaRPr lang="en-US" sz="740" dirty="0"/>
          </a:p>
        </p:txBody>
      </p:sp>
      <p:sp>
        <p:nvSpPr>
          <p:cNvPr id="112" name="S23_26_Georgia_12_W172.13"/>
          <p:cNvSpPr/>
          <p:nvPr/>
        </p:nvSpPr>
        <p:spPr>
          <a:xfrm>
            <a:off x="31000700" y="5194300"/>
            <a:ext cx="218605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371856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S23_27 · Georgia bold 12 · W 203.88 · k−0</a:t>
            </a:r>
            <a:endParaRPr lang="en-US" sz="740" dirty="0"/>
          </a:p>
        </p:txBody>
      </p:sp>
      <p:sp>
        <p:nvSpPr>
          <p:cNvPr id="114" name="S23_27_Georgia_12_W203.88"/>
          <p:cNvSpPr/>
          <p:nvPr/>
        </p:nvSpPr>
        <p:spPr>
          <a:xfrm>
            <a:off x="37185600" y="5194300"/>
            <a:ext cx="258927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43370500" y="5029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S23_28 · Georgia bold 12 · W 204.13 · k−0</a:t>
            </a:r>
            <a:endParaRPr lang="en-US" sz="740" dirty="0"/>
          </a:p>
        </p:txBody>
      </p:sp>
      <p:sp>
        <p:nvSpPr>
          <p:cNvPr id="116" name="S23_28_Georgia_12_W204.13"/>
          <p:cNvSpPr/>
          <p:nvPr/>
        </p:nvSpPr>
        <p:spPr>
          <a:xfrm>
            <a:off x="43370500" y="5194300"/>
            <a:ext cx="259245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762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S23_31 · Calibri bold 12 · W 151.67 · k−1.71</a:t>
            </a:r>
            <a:endParaRPr lang="en-US" sz="740" dirty="0"/>
          </a:p>
        </p:txBody>
      </p:sp>
      <p:sp>
        <p:nvSpPr>
          <p:cNvPr id="118" name="S23_31_Calibri_12_W151.67"/>
          <p:cNvSpPr/>
          <p:nvPr/>
        </p:nvSpPr>
        <p:spPr>
          <a:xfrm>
            <a:off x="76200" y="5854700"/>
            <a:ext cx="192620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62611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S23_32 · Calibri bold 12 · W 136.77 · k−2.86</a:t>
            </a:r>
            <a:endParaRPr lang="en-US" sz="740" dirty="0"/>
          </a:p>
        </p:txBody>
      </p:sp>
      <p:sp>
        <p:nvSpPr>
          <p:cNvPr id="120" name="S23_32_Calibri_12_W136.77"/>
          <p:cNvSpPr/>
          <p:nvPr/>
        </p:nvSpPr>
        <p:spPr>
          <a:xfrm>
            <a:off x="6261100" y="5854700"/>
            <a:ext cx="1736979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21" name="Text 119"/>
          <p:cNvSpPr/>
          <p:nvPr/>
        </p:nvSpPr>
        <p:spPr>
          <a:xfrm>
            <a:off x="124460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S23_33 · Calibri bold 12 · W 164.56 · k−0.69</a:t>
            </a:r>
            <a:endParaRPr lang="en-US" sz="740" dirty="0"/>
          </a:p>
        </p:txBody>
      </p:sp>
      <p:sp>
        <p:nvSpPr>
          <p:cNvPr id="122" name="S23_33_Calibri_12_W164.56"/>
          <p:cNvSpPr/>
          <p:nvPr/>
        </p:nvSpPr>
        <p:spPr>
          <a:xfrm>
            <a:off x="12446000" y="5854700"/>
            <a:ext cx="2089912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186309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S23_34 · Calibri bold 12 · W 162.44 · k−1.44</a:t>
            </a:r>
            <a:endParaRPr lang="en-US" sz="740" dirty="0"/>
          </a:p>
        </p:txBody>
      </p:sp>
      <p:sp>
        <p:nvSpPr>
          <p:cNvPr id="124" name="S23_34_Calibri_12_W162.44"/>
          <p:cNvSpPr/>
          <p:nvPr/>
        </p:nvSpPr>
        <p:spPr>
          <a:xfrm>
            <a:off x="18630900" y="5854700"/>
            <a:ext cx="2062988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248158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S23_35 · Verdana bold 12 · W 210 · k−0</a:t>
            </a:r>
            <a:endParaRPr lang="en-US" sz="740" dirty="0"/>
          </a:p>
        </p:txBody>
      </p:sp>
      <p:sp>
        <p:nvSpPr>
          <p:cNvPr id="126" name="S23_35_Verdana_12_W210"/>
          <p:cNvSpPr/>
          <p:nvPr/>
        </p:nvSpPr>
        <p:spPr>
          <a:xfrm>
            <a:off x="24815800" y="5854700"/>
            <a:ext cx="26670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310007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S23_36 · Verdana bold 12 · W 189.5 · k−0</a:t>
            </a:r>
            <a:endParaRPr lang="en-US" sz="740" dirty="0"/>
          </a:p>
        </p:txBody>
      </p:sp>
      <p:sp>
        <p:nvSpPr>
          <p:cNvPr id="128" name="S23_36_Verdana_12_W189.5"/>
          <p:cNvSpPr/>
          <p:nvPr/>
        </p:nvSpPr>
        <p:spPr>
          <a:xfrm>
            <a:off x="31000700" y="5854700"/>
            <a:ext cx="24066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371856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S23_37 · Verdana bold 12 · W 228.88 · k−0</a:t>
            </a:r>
            <a:endParaRPr lang="en-US" sz="740" dirty="0"/>
          </a:p>
        </p:txBody>
      </p:sp>
      <p:sp>
        <p:nvSpPr>
          <p:cNvPr id="130" name="S23_37_Verdana_12_W228.88"/>
          <p:cNvSpPr/>
          <p:nvPr/>
        </p:nvSpPr>
        <p:spPr>
          <a:xfrm>
            <a:off x="37185600" y="5854700"/>
            <a:ext cx="290677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43370500" y="568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S23_38 · Verdana bold 12 · W 230.5 · k−0</a:t>
            </a:r>
            <a:endParaRPr lang="en-US" sz="740" dirty="0"/>
          </a:p>
        </p:txBody>
      </p:sp>
      <p:sp>
        <p:nvSpPr>
          <p:cNvPr id="132" name="S23_38_Verdana_12_W230.5"/>
          <p:cNvSpPr/>
          <p:nvPr/>
        </p:nvSpPr>
        <p:spPr>
          <a:xfrm>
            <a:off x="43370500" y="5854700"/>
            <a:ext cx="29273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762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S23_41 · Tahoma bold 12 · W 186.5 · k−0</a:t>
            </a:r>
            <a:endParaRPr lang="en-US" sz="740" dirty="0"/>
          </a:p>
        </p:txBody>
      </p:sp>
      <p:sp>
        <p:nvSpPr>
          <p:cNvPr id="134" name="S23_41_Tahoma_12_W186.5"/>
          <p:cNvSpPr/>
          <p:nvPr/>
        </p:nvSpPr>
        <p:spPr>
          <a:xfrm>
            <a:off x="76200" y="6515100"/>
            <a:ext cx="23685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62611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S23_42 · Tahoma bold 12 · W 168.38 · k−0</a:t>
            </a:r>
            <a:endParaRPr lang="en-US" sz="740" dirty="0"/>
          </a:p>
        </p:txBody>
      </p:sp>
      <p:sp>
        <p:nvSpPr>
          <p:cNvPr id="136" name="S23_42_Tahoma_12_W168.38"/>
          <p:cNvSpPr/>
          <p:nvPr/>
        </p:nvSpPr>
        <p:spPr>
          <a:xfrm>
            <a:off x="6261100" y="6515100"/>
            <a:ext cx="21384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124460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S23_43 · Tahoma bold 12 · W 205.38 · k−0</a:t>
            </a:r>
            <a:endParaRPr lang="en-US" sz="740" dirty="0"/>
          </a:p>
        </p:txBody>
      </p:sp>
      <p:sp>
        <p:nvSpPr>
          <p:cNvPr id="138" name="S23_43_Tahoma_12_W205.38"/>
          <p:cNvSpPr/>
          <p:nvPr/>
        </p:nvSpPr>
        <p:spPr>
          <a:xfrm>
            <a:off x="12446000" y="6515100"/>
            <a:ext cx="260832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186309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S23_44 · Tahoma bold 12 · W 205.13 · k−0</a:t>
            </a:r>
            <a:endParaRPr lang="en-US" sz="740" dirty="0"/>
          </a:p>
        </p:txBody>
      </p:sp>
      <p:sp>
        <p:nvSpPr>
          <p:cNvPr id="140" name="S23_44_Tahoma_12_W205.13"/>
          <p:cNvSpPr/>
          <p:nvPr/>
        </p:nvSpPr>
        <p:spPr>
          <a:xfrm>
            <a:off x="18630900" y="6515100"/>
            <a:ext cx="2605151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41" name="Text 139"/>
          <p:cNvSpPr/>
          <p:nvPr/>
        </p:nvSpPr>
        <p:spPr>
          <a:xfrm>
            <a:off x="248158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S23_45 · Trebuchet MS bold 12 · W 173.79 · k−1.34</a:t>
            </a:r>
            <a:endParaRPr lang="en-US" sz="740" dirty="0"/>
          </a:p>
        </p:txBody>
      </p:sp>
      <p:sp>
        <p:nvSpPr>
          <p:cNvPr id="142" name="S23_45_TrebuchetMS_12_W173.79"/>
          <p:cNvSpPr/>
          <p:nvPr/>
        </p:nvSpPr>
        <p:spPr>
          <a:xfrm>
            <a:off x="24815800" y="6515100"/>
            <a:ext cx="2207133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43" name="Text 141"/>
          <p:cNvSpPr/>
          <p:nvPr/>
        </p:nvSpPr>
        <p:spPr>
          <a:xfrm>
            <a:off x="310007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S23_46 · Trebuchet MS bold 12 · W 153.71 · k−4.17</a:t>
            </a:r>
            <a:endParaRPr lang="en-US" sz="740" dirty="0"/>
          </a:p>
        </p:txBody>
      </p:sp>
      <p:sp>
        <p:nvSpPr>
          <p:cNvPr id="144" name="S23_46_TrebuchetMS_12_W153.71"/>
          <p:cNvSpPr/>
          <p:nvPr/>
        </p:nvSpPr>
        <p:spPr>
          <a:xfrm>
            <a:off x="31000700" y="6515100"/>
            <a:ext cx="1952117" cy="182880"/>
          </a:xfrm>
          <a:prstGeom prst="rect">
            <a:avLst/>
          </a:prstGeom>
          <a:noFill/>
          <a:ln w="158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45" name="Text 143"/>
          <p:cNvSpPr/>
          <p:nvPr/>
        </p:nvSpPr>
        <p:spPr>
          <a:xfrm>
            <a:off x="371856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S23_47 · Trebuchet MS bold 12 · W 185.88 · k−0</a:t>
            </a:r>
            <a:endParaRPr lang="en-US" sz="740" dirty="0"/>
          </a:p>
        </p:txBody>
      </p:sp>
      <p:sp>
        <p:nvSpPr>
          <p:cNvPr id="146" name="S23_47_TrebuchetMS_12_W185.88"/>
          <p:cNvSpPr/>
          <p:nvPr/>
        </p:nvSpPr>
        <p:spPr>
          <a:xfrm>
            <a:off x="37185600" y="6515100"/>
            <a:ext cx="236067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47" name="Text 145"/>
          <p:cNvSpPr/>
          <p:nvPr/>
        </p:nvSpPr>
        <p:spPr>
          <a:xfrm>
            <a:off x="43370500" y="635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S23_48 · Trebuchet MS bold 12 · W 186.23 · k−0.9</a:t>
            </a:r>
            <a:endParaRPr lang="en-US" sz="740" dirty="0"/>
          </a:p>
        </p:txBody>
      </p:sp>
      <p:sp>
        <p:nvSpPr>
          <p:cNvPr id="148" name="S23_48_TrebuchetMS_12_W186.23"/>
          <p:cNvSpPr/>
          <p:nvPr/>
        </p:nvSpPr>
        <p:spPr>
          <a:xfrm>
            <a:off x="43370500" y="6515100"/>
            <a:ext cx="2365121" cy="182880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762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S23_51 · Comic Sans MS bold 12 · W 185.88 · k−0</a:t>
            </a:r>
            <a:endParaRPr lang="en-US" sz="740" dirty="0"/>
          </a:p>
        </p:txBody>
      </p:sp>
      <p:sp>
        <p:nvSpPr>
          <p:cNvPr id="150" name="S23_51_ComicSansMS_12_W185.88"/>
          <p:cNvSpPr/>
          <p:nvPr/>
        </p:nvSpPr>
        <p:spPr>
          <a:xfrm>
            <a:off x="76200" y="7175500"/>
            <a:ext cx="2360676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51" name="Text 149"/>
          <p:cNvSpPr/>
          <p:nvPr/>
        </p:nvSpPr>
        <p:spPr>
          <a:xfrm>
            <a:off x="62611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S23_52 · Comic Sans MS bold 12 · W 164.25 · k−0</a:t>
            </a:r>
            <a:endParaRPr lang="en-US" sz="740" dirty="0"/>
          </a:p>
        </p:txBody>
      </p:sp>
      <p:sp>
        <p:nvSpPr>
          <p:cNvPr id="152" name="S23_52_ComicSansMS_12_W164.25"/>
          <p:cNvSpPr/>
          <p:nvPr/>
        </p:nvSpPr>
        <p:spPr>
          <a:xfrm>
            <a:off x="6261100" y="7175500"/>
            <a:ext cx="208597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53" name="Text 151"/>
          <p:cNvSpPr/>
          <p:nvPr/>
        </p:nvSpPr>
        <p:spPr>
          <a:xfrm>
            <a:off x="124460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S23_53 · Comic Sans MS bold 12 · W 194.5 · k−0</a:t>
            </a:r>
            <a:endParaRPr lang="en-US" sz="740" dirty="0"/>
          </a:p>
        </p:txBody>
      </p:sp>
      <p:sp>
        <p:nvSpPr>
          <p:cNvPr id="154" name="S23_53_ComicSansMS_12_W194.5"/>
          <p:cNvSpPr/>
          <p:nvPr/>
        </p:nvSpPr>
        <p:spPr>
          <a:xfrm>
            <a:off x="12446000" y="7175500"/>
            <a:ext cx="24701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55" name="Text 153"/>
          <p:cNvSpPr/>
          <p:nvPr/>
        </p:nvSpPr>
        <p:spPr>
          <a:xfrm>
            <a:off x="186309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S23_54 · Comic Sans MS bold 12 · W 211.25 · k−0</a:t>
            </a:r>
            <a:endParaRPr lang="en-US" sz="740" dirty="0"/>
          </a:p>
        </p:txBody>
      </p:sp>
      <p:sp>
        <p:nvSpPr>
          <p:cNvPr id="156" name="S23_54_ComicSansMS_12_W211.25"/>
          <p:cNvSpPr/>
          <p:nvPr/>
        </p:nvSpPr>
        <p:spPr>
          <a:xfrm>
            <a:off x="18630900" y="7175500"/>
            <a:ext cx="268287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57" name="Text 155"/>
          <p:cNvSpPr/>
          <p:nvPr/>
        </p:nvSpPr>
        <p:spPr>
          <a:xfrm>
            <a:off x="248158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S23_55 · Courier New bold 12 · W 218.5 · k−0</a:t>
            </a:r>
            <a:endParaRPr lang="en-US" sz="740" dirty="0"/>
          </a:p>
        </p:txBody>
      </p:sp>
      <p:sp>
        <p:nvSpPr>
          <p:cNvPr id="158" name="S23_55_CourierNew_12_W218.5"/>
          <p:cNvSpPr/>
          <p:nvPr/>
        </p:nvSpPr>
        <p:spPr>
          <a:xfrm>
            <a:off x="24815800" y="7175500"/>
            <a:ext cx="27749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200" dirty="0"/>
          </a:p>
        </p:txBody>
      </p:sp>
      <p:sp>
        <p:nvSpPr>
          <p:cNvPr id="159" name="Text 157"/>
          <p:cNvSpPr/>
          <p:nvPr/>
        </p:nvSpPr>
        <p:spPr>
          <a:xfrm>
            <a:off x="310007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S23_56 · Courier New bold 12 · W 189.5 · k−0</a:t>
            </a:r>
            <a:endParaRPr lang="en-US" sz="740" dirty="0"/>
          </a:p>
        </p:txBody>
      </p:sp>
      <p:sp>
        <p:nvSpPr>
          <p:cNvPr id="160" name="S23_56_CourierNew_12_W189.5"/>
          <p:cNvSpPr/>
          <p:nvPr/>
        </p:nvSpPr>
        <p:spPr>
          <a:xfrm>
            <a:off x="31000700" y="7175500"/>
            <a:ext cx="240665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371856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S23_57 · Courier New bold 12 · W 225.75 · k−0</a:t>
            </a:r>
            <a:endParaRPr lang="en-US" sz="740" dirty="0"/>
          </a:p>
        </p:txBody>
      </p:sp>
      <p:sp>
        <p:nvSpPr>
          <p:cNvPr id="162" name="S23_57_CourierNew_12_W225.75"/>
          <p:cNvSpPr/>
          <p:nvPr/>
        </p:nvSpPr>
        <p:spPr>
          <a:xfrm>
            <a:off x="37185600" y="7175500"/>
            <a:ext cx="286702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200" dirty="0"/>
          </a:p>
        </p:txBody>
      </p:sp>
      <p:sp>
        <p:nvSpPr>
          <p:cNvPr id="163" name="Text 161"/>
          <p:cNvSpPr/>
          <p:nvPr/>
        </p:nvSpPr>
        <p:spPr>
          <a:xfrm>
            <a:off x="43370500" y="7010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S23_58 · Courier New bold 12 · W 240.25 · k−0</a:t>
            </a:r>
            <a:endParaRPr lang="en-US" sz="740" dirty="0"/>
          </a:p>
        </p:txBody>
      </p:sp>
      <p:sp>
        <p:nvSpPr>
          <p:cNvPr id="164" name="S23_58_CourierNew_12_W240.25"/>
          <p:cNvSpPr/>
          <p:nvPr/>
        </p:nvSpPr>
        <p:spPr>
          <a:xfrm>
            <a:off x="43370500" y="7175500"/>
            <a:ext cx="3051175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200" dirty="0"/>
          </a:p>
        </p:txBody>
      </p:sp>
      <p:sp>
        <p:nvSpPr>
          <p:cNvPr id="165" name="Text 163"/>
          <p:cNvSpPr/>
          <p:nvPr/>
        </p:nvSpPr>
        <p:spPr>
          <a:xfrm>
            <a:off x="76200" y="83312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18pt bold</a:t>
            </a:r>
            <a:endParaRPr lang="en-US" sz="1200" dirty="0"/>
          </a:p>
        </p:txBody>
      </p:sp>
      <p:sp>
        <p:nvSpPr>
          <p:cNvPr id="166" name="Text 164"/>
          <p:cNvSpPr/>
          <p:nvPr/>
        </p:nvSpPr>
        <p:spPr>
          <a:xfrm>
            <a:off x="762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S24_11 · Arial bold 18 · W 263.66 · k−1.34</a:t>
            </a:r>
            <a:endParaRPr lang="en-US" sz="860" dirty="0"/>
          </a:p>
        </p:txBody>
      </p:sp>
      <p:sp>
        <p:nvSpPr>
          <p:cNvPr id="167" name="S24_11_Arial_18_W263.66"/>
          <p:cNvSpPr/>
          <p:nvPr/>
        </p:nvSpPr>
        <p:spPr>
          <a:xfrm>
            <a:off x="76200" y="8750300"/>
            <a:ext cx="334848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68" name="Text 166"/>
          <p:cNvSpPr/>
          <p:nvPr/>
        </p:nvSpPr>
        <p:spPr>
          <a:xfrm>
            <a:off x="62611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S24_12 · Arial bold 18 · W 237.01 · k−3.99</a:t>
            </a:r>
            <a:endParaRPr lang="en-US" sz="860" dirty="0"/>
          </a:p>
        </p:txBody>
      </p:sp>
      <p:sp>
        <p:nvSpPr>
          <p:cNvPr id="169" name="S24_12_Arial_18_W237.01"/>
          <p:cNvSpPr/>
          <p:nvPr/>
        </p:nvSpPr>
        <p:spPr>
          <a:xfrm>
            <a:off x="6261100" y="8750300"/>
            <a:ext cx="3010027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124460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S24_13 · Arial bold 18 · W 290 · k−0</a:t>
            </a:r>
            <a:endParaRPr lang="en-US" sz="860" dirty="0"/>
          </a:p>
        </p:txBody>
      </p:sp>
      <p:sp>
        <p:nvSpPr>
          <p:cNvPr id="171" name="S24_13_Arial_18_W290"/>
          <p:cNvSpPr/>
          <p:nvPr/>
        </p:nvSpPr>
        <p:spPr>
          <a:xfrm>
            <a:off x="12446000" y="8750300"/>
            <a:ext cx="36830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72" name="Text 170"/>
          <p:cNvSpPr/>
          <p:nvPr/>
        </p:nvSpPr>
        <p:spPr>
          <a:xfrm>
            <a:off x="186309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S24_14 · Arial bold 18 · W 284.66 · k−1.34</a:t>
            </a:r>
            <a:endParaRPr lang="en-US" sz="860" dirty="0"/>
          </a:p>
        </p:txBody>
      </p:sp>
      <p:sp>
        <p:nvSpPr>
          <p:cNvPr id="173" name="S24_14_Arial_18_W284.66"/>
          <p:cNvSpPr/>
          <p:nvPr/>
        </p:nvSpPr>
        <p:spPr>
          <a:xfrm>
            <a:off x="18630900" y="8750300"/>
            <a:ext cx="361518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74" name="Text 172"/>
          <p:cNvSpPr/>
          <p:nvPr/>
        </p:nvSpPr>
        <p:spPr>
          <a:xfrm>
            <a:off x="248158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S24_15 · Arial Narrow bold 18 · W 217.04 · k−1.09</a:t>
            </a:r>
            <a:endParaRPr lang="en-US" sz="860" dirty="0"/>
          </a:p>
        </p:txBody>
      </p:sp>
      <p:sp>
        <p:nvSpPr>
          <p:cNvPr id="175" name="S24_15_ArialNarrow_18_W217.04"/>
          <p:cNvSpPr/>
          <p:nvPr/>
        </p:nvSpPr>
        <p:spPr>
          <a:xfrm>
            <a:off x="24815800" y="8750300"/>
            <a:ext cx="2756408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76" name="Text 174"/>
          <p:cNvSpPr/>
          <p:nvPr/>
        </p:nvSpPr>
        <p:spPr>
          <a:xfrm>
            <a:off x="310007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S24_16 · Arial Narrow bold 18 · W 195.15 · k−3.23</a:t>
            </a:r>
            <a:endParaRPr lang="en-US" sz="860" dirty="0"/>
          </a:p>
        </p:txBody>
      </p:sp>
      <p:sp>
        <p:nvSpPr>
          <p:cNvPr id="177" name="S24_16_ArialNarrow_18_W195.15"/>
          <p:cNvSpPr/>
          <p:nvPr/>
        </p:nvSpPr>
        <p:spPr>
          <a:xfrm>
            <a:off x="31000700" y="8750300"/>
            <a:ext cx="2478405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78" name="Text 176"/>
          <p:cNvSpPr/>
          <p:nvPr/>
        </p:nvSpPr>
        <p:spPr>
          <a:xfrm>
            <a:off x="371856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S24_17 · Arial Narrow bold 18 · W 238.25 · k−0</a:t>
            </a:r>
            <a:endParaRPr lang="en-US" sz="860" dirty="0"/>
          </a:p>
        </p:txBody>
      </p:sp>
      <p:sp>
        <p:nvSpPr>
          <p:cNvPr id="179" name="S24_17_ArialNarrow_18_W238.25"/>
          <p:cNvSpPr/>
          <p:nvPr/>
        </p:nvSpPr>
        <p:spPr>
          <a:xfrm>
            <a:off x="37185600" y="8750300"/>
            <a:ext cx="30257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80" name="Text 178"/>
          <p:cNvSpPr/>
          <p:nvPr/>
        </p:nvSpPr>
        <p:spPr>
          <a:xfrm>
            <a:off x="43370500" y="8585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S24_18 · Arial Narrow bold 18 · W 233.92 · k−1.08</a:t>
            </a:r>
            <a:endParaRPr lang="en-US" sz="860" dirty="0"/>
          </a:p>
        </p:txBody>
      </p:sp>
      <p:sp>
        <p:nvSpPr>
          <p:cNvPr id="181" name="S24_18_ArialNarrow_18_W233.92"/>
          <p:cNvSpPr/>
          <p:nvPr/>
        </p:nvSpPr>
        <p:spPr>
          <a:xfrm>
            <a:off x="43370500" y="8750300"/>
            <a:ext cx="297078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82" name="Text 180"/>
          <p:cNvSpPr/>
          <p:nvPr/>
        </p:nvSpPr>
        <p:spPr>
          <a:xfrm>
            <a:off x="762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S24_21 · Times New Roman bold 18 · W 235.2 · k−2.3</a:t>
            </a:r>
            <a:endParaRPr lang="en-US" sz="860" dirty="0"/>
          </a:p>
        </p:txBody>
      </p:sp>
      <p:sp>
        <p:nvSpPr>
          <p:cNvPr id="183" name="S24_21_TimesNewRoman_18_W235.2"/>
          <p:cNvSpPr/>
          <p:nvPr/>
        </p:nvSpPr>
        <p:spPr>
          <a:xfrm>
            <a:off x="76200" y="9601200"/>
            <a:ext cx="298704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84" name="Text 182"/>
          <p:cNvSpPr/>
          <p:nvPr/>
        </p:nvSpPr>
        <p:spPr>
          <a:xfrm>
            <a:off x="62611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S24_22 · Times New Roman bold 18 · W 216.84 · k−5.66</a:t>
            </a:r>
            <a:endParaRPr lang="en-US" sz="860" dirty="0"/>
          </a:p>
        </p:txBody>
      </p:sp>
      <p:sp>
        <p:nvSpPr>
          <p:cNvPr id="185" name="S24_22_TimesNewRoman_18_W216.84"/>
          <p:cNvSpPr/>
          <p:nvPr/>
        </p:nvSpPr>
        <p:spPr>
          <a:xfrm>
            <a:off x="6261100" y="9601200"/>
            <a:ext cx="2753868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86" name="Text 184"/>
          <p:cNvSpPr/>
          <p:nvPr/>
        </p:nvSpPr>
        <p:spPr>
          <a:xfrm>
            <a:off x="124460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S24_23 · Times New Roman bold 18 · W 261.5 · k−0</a:t>
            </a:r>
            <a:endParaRPr lang="en-US" sz="860" dirty="0"/>
          </a:p>
        </p:txBody>
      </p:sp>
      <p:sp>
        <p:nvSpPr>
          <p:cNvPr id="187" name="S24_23_TimesNewRoman_18_W261.5"/>
          <p:cNvSpPr/>
          <p:nvPr/>
        </p:nvSpPr>
        <p:spPr>
          <a:xfrm>
            <a:off x="12446000" y="9601200"/>
            <a:ext cx="33210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88" name="Text 186"/>
          <p:cNvSpPr/>
          <p:nvPr/>
        </p:nvSpPr>
        <p:spPr>
          <a:xfrm>
            <a:off x="186309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S24_24 · Times New Roman bold 18 · W 270.68 · k−2.32</a:t>
            </a:r>
            <a:endParaRPr lang="en-US" sz="860" dirty="0"/>
          </a:p>
        </p:txBody>
      </p:sp>
      <p:sp>
        <p:nvSpPr>
          <p:cNvPr id="189" name="S24_24_TimesNewRoman_18_W270.68"/>
          <p:cNvSpPr/>
          <p:nvPr/>
        </p:nvSpPr>
        <p:spPr>
          <a:xfrm>
            <a:off x="18630900" y="9601200"/>
            <a:ext cx="3437636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90" name="Text 188"/>
          <p:cNvSpPr/>
          <p:nvPr/>
        </p:nvSpPr>
        <p:spPr>
          <a:xfrm>
            <a:off x="248158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S24_25 · Georgia bold 18 · W 282.75 · k−0</a:t>
            </a:r>
            <a:endParaRPr lang="en-US" sz="860" dirty="0"/>
          </a:p>
        </p:txBody>
      </p:sp>
      <p:sp>
        <p:nvSpPr>
          <p:cNvPr id="191" name="S24_25_Georgia_18_W282.75"/>
          <p:cNvSpPr/>
          <p:nvPr/>
        </p:nvSpPr>
        <p:spPr>
          <a:xfrm>
            <a:off x="24815800" y="9601200"/>
            <a:ext cx="35909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92" name="Text 190"/>
          <p:cNvSpPr/>
          <p:nvPr/>
        </p:nvSpPr>
        <p:spPr>
          <a:xfrm>
            <a:off x="310007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S24_26 · Georgia bold 18 · W 258.38 · k−0</a:t>
            </a:r>
            <a:endParaRPr lang="en-US" sz="860" dirty="0"/>
          </a:p>
        </p:txBody>
      </p:sp>
      <p:sp>
        <p:nvSpPr>
          <p:cNvPr id="193" name="S24_26_Georgia_18_W258.38"/>
          <p:cNvSpPr/>
          <p:nvPr/>
        </p:nvSpPr>
        <p:spPr>
          <a:xfrm>
            <a:off x="31000700" y="9601200"/>
            <a:ext cx="32814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94" name="Text 192"/>
          <p:cNvSpPr/>
          <p:nvPr/>
        </p:nvSpPr>
        <p:spPr>
          <a:xfrm>
            <a:off x="371856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S24_27 · Georgia bold 18 · W 305.63 · k−0</a:t>
            </a:r>
            <a:endParaRPr lang="en-US" sz="860" dirty="0"/>
          </a:p>
        </p:txBody>
      </p:sp>
      <p:sp>
        <p:nvSpPr>
          <p:cNvPr id="195" name="S24_27_Georgia_18_W305.63"/>
          <p:cNvSpPr/>
          <p:nvPr/>
        </p:nvSpPr>
        <p:spPr>
          <a:xfrm>
            <a:off x="37185600" y="9601200"/>
            <a:ext cx="38815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96" name="Text 194"/>
          <p:cNvSpPr/>
          <p:nvPr/>
        </p:nvSpPr>
        <p:spPr>
          <a:xfrm>
            <a:off x="43370500" y="9436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S24_28 · Georgia bold 18 · W 306.63 · k−0</a:t>
            </a:r>
            <a:endParaRPr lang="en-US" sz="860" dirty="0"/>
          </a:p>
        </p:txBody>
      </p:sp>
      <p:sp>
        <p:nvSpPr>
          <p:cNvPr id="197" name="S24_28_Georgia_18_W306.63"/>
          <p:cNvSpPr/>
          <p:nvPr/>
        </p:nvSpPr>
        <p:spPr>
          <a:xfrm>
            <a:off x="43370500" y="9601200"/>
            <a:ext cx="38942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98" name="Text 196"/>
          <p:cNvSpPr/>
          <p:nvPr/>
        </p:nvSpPr>
        <p:spPr>
          <a:xfrm>
            <a:off x="762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S24_31 · Calibri bold 18 · W 226.32 · k−2.56</a:t>
            </a:r>
            <a:endParaRPr lang="en-US" sz="860" dirty="0"/>
          </a:p>
        </p:txBody>
      </p:sp>
      <p:sp>
        <p:nvSpPr>
          <p:cNvPr id="199" name="S24_31_Calibri_18_W226.32"/>
          <p:cNvSpPr/>
          <p:nvPr/>
        </p:nvSpPr>
        <p:spPr>
          <a:xfrm>
            <a:off x="76200" y="10452100"/>
            <a:ext cx="287426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00" name="Text 198"/>
          <p:cNvSpPr/>
          <p:nvPr/>
        </p:nvSpPr>
        <p:spPr>
          <a:xfrm>
            <a:off x="62611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S24_32 · Calibri bold 18 · W 203.72 · k−4.28</a:t>
            </a:r>
            <a:endParaRPr lang="en-US" sz="860" dirty="0"/>
          </a:p>
        </p:txBody>
      </p:sp>
      <p:sp>
        <p:nvSpPr>
          <p:cNvPr id="201" name="S24_32_Calibri_18_W203.72"/>
          <p:cNvSpPr/>
          <p:nvPr/>
        </p:nvSpPr>
        <p:spPr>
          <a:xfrm>
            <a:off x="6261100" y="10452100"/>
            <a:ext cx="2587244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02" name="Text 200"/>
          <p:cNvSpPr/>
          <p:nvPr/>
        </p:nvSpPr>
        <p:spPr>
          <a:xfrm>
            <a:off x="124460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S24_33 · Calibri bold 18 · W 245.46 · k−1.04</a:t>
            </a:r>
            <a:endParaRPr lang="en-US" sz="860" dirty="0"/>
          </a:p>
        </p:txBody>
      </p:sp>
      <p:sp>
        <p:nvSpPr>
          <p:cNvPr id="203" name="S24_33_Calibri_18_W245.46"/>
          <p:cNvSpPr/>
          <p:nvPr/>
        </p:nvSpPr>
        <p:spPr>
          <a:xfrm>
            <a:off x="12446000" y="10452100"/>
            <a:ext cx="311734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04" name="Text 202"/>
          <p:cNvSpPr/>
          <p:nvPr/>
        </p:nvSpPr>
        <p:spPr>
          <a:xfrm>
            <a:off x="186309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S24_34 · Calibri bold 18 · W 242.35 · k−2.15</a:t>
            </a:r>
            <a:endParaRPr lang="en-US" sz="860" dirty="0"/>
          </a:p>
        </p:txBody>
      </p:sp>
      <p:sp>
        <p:nvSpPr>
          <p:cNvPr id="205" name="S24_34_Calibri_18_W242.35"/>
          <p:cNvSpPr/>
          <p:nvPr/>
        </p:nvSpPr>
        <p:spPr>
          <a:xfrm>
            <a:off x="18630900" y="10452100"/>
            <a:ext cx="307784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06" name="Text 204"/>
          <p:cNvSpPr/>
          <p:nvPr/>
        </p:nvSpPr>
        <p:spPr>
          <a:xfrm>
            <a:off x="248158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S24_35 · Verdana bold 18 · W 314.88 · k−0</a:t>
            </a:r>
            <a:endParaRPr lang="en-US" sz="860" dirty="0"/>
          </a:p>
        </p:txBody>
      </p:sp>
      <p:sp>
        <p:nvSpPr>
          <p:cNvPr id="207" name="S24_35_Verdana_18_W314.88"/>
          <p:cNvSpPr/>
          <p:nvPr/>
        </p:nvSpPr>
        <p:spPr>
          <a:xfrm>
            <a:off x="24815800" y="10452100"/>
            <a:ext cx="399897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08" name="Text 206"/>
          <p:cNvSpPr/>
          <p:nvPr/>
        </p:nvSpPr>
        <p:spPr>
          <a:xfrm>
            <a:off x="310007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S24_36 · Verdana bold 18 · W 283.63 · k−0</a:t>
            </a:r>
            <a:endParaRPr lang="en-US" sz="860" dirty="0"/>
          </a:p>
        </p:txBody>
      </p:sp>
      <p:sp>
        <p:nvSpPr>
          <p:cNvPr id="209" name="S24_36_Verdana_18_W283.63"/>
          <p:cNvSpPr/>
          <p:nvPr/>
        </p:nvSpPr>
        <p:spPr>
          <a:xfrm>
            <a:off x="31000700" y="10452100"/>
            <a:ext cx="36021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10" name="Text 208"/>
          <p:cNvSpPr/>
          <p:nvPr/>
        </p:nvSpPr>
        <p:spPr>
          <a:xfrm>
            <a:off x="371856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S24_37 · Verdana bold 18 · W 343.38 · k−0</a:t>
            </a:r>
            <a:endParaRPr lang="en-US" sz="860" dirty="0"/>
          </a:p>
        </p:txBody>
      </p:sp>
      <p:sp>
        <p:nvSpPr>
          <p:cNvPr id="211" name="S24_37_Verdana_18_W343.38"/>
          <p:cNvSpPr/>
          <p:nvPr/>
        </p:nvSpPr>
        <p:spPr>
          <a:xfrm>
            <a:off x="37185600" y="10452100"/>
            <a:ext cx="43609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12" name="Text 210"/>
          <p:cNvSpPr/>
          <p:nvPr/>
        </p:nvSpPr>
        <p:spPr>
          <a:xfrm>
            <a:off x="43370500" y="10287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S24_38 · Verdana bold 18 · W 345 · k−0</a:t>
            </a:r>
            <a:endParaRPr lang="en-US" sz="860" dirty="0"/>
          </a:p>
        </p:txBody>
      </p:sp>
      <p:sp>
        <p:nvSpPr>
          <p:cNvPr id="213" name="S24_38_Verdana_18_W345"/>
          <p:cNvSpPr/>
          <p:nvPr/>
        </p:nvSpPr>
        <p:spPr>
          <a:xfrm>
            <a:off x="43370500" y="10452100"/>
            <a:ext cx="43815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14" name="Text 212"/>
          <p:cNvSpPr/>
          <p:nvPr/>
        </p:nvSpPr>
        <p:spPr>
          <a:xfrm>
            <a:off x="762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S24_41 · Tahoma bold 18 · W 279.88 · k−0</a:t>
            </a:r>
            <a:endParaRPr lang="en-US" sz="860" dirty="0"/>
          </a:p>
        </p:txBody>
      </p:sp>
      <p:sp>
        <p:nvSpPr>
          <p:cNvPr id="215" name="S24_41_Tahoma_18_W279.88"/>
          <p:cNvSpPr/>
          <p:nvPr/>
        </p:nvSpPr>
        <p:spPr>
          <a:xfrm>
            <a:off x="76200" y="11303000"/>
            <a:ext cx="355447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16" name="Text 214"/>
          <p:cNvSpPr/>
          <p:nvPr/>
        </p:nvSpPr>
        <p:spPr>
          <a:xfrm>
            <a:off x="62611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S24_42 · Tahoma bold 18 · W 252.63 · k−0</a:t>
            </a:r>
            <a:endParaRPr lang="en-US" sz="860" dirty="0"/>
          </a:p>
        </p:txBody>
      </p:sp>
      <p:sp>
        <p:nvSpPr>
          <p:cNvPr id="217" name="S24_42_Tahoma_18_W252.63"/>
          <p:cNvSpPr/>
          <p:nvPr/>
        </p:nvSpPr>
        <p:spPr>
          <a:xfrm>
            <a:off x="6261100" y="11303000"/>
            <a:ext cx="32084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18" name="Text 216"/>
          <p:cNvSpPr/>
          <p:nvPr/>
        </p:nvSpPr>
        <p:spPr>
          <a:xfrm>
            <a:off x="124460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S24_43 · Tahoma bold 18 · W 308.38 · k−0</a:t>
            </a:r>
            <a:endParaRPr lang="en-US" sz="860" dirty="0"/>
          </a:p>
        </p:txBody>
      </p:sp>
      <p:sp>
        <p:nvSpPr>
          <p:cNvPr id="219" name="S24_43_Tahoma_18_W308.38"/>
          <p:cNvSpPr/>
          <p:nvPr/>
        </p:nvSpPr>
        <p:spPr>
          <a:xfrm>
            <a:off x="12446000" y="11303000"/>
            <a:ext cx="39164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20" name="Text 218"/>
          <p:cNvSpPr/>
          <p:nvPr/>
        </p:nvSpPr>
        <p:spPr>
          <a:xfrm>
            <a:off x="186309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S24_44 · Tahoma bold 18 · W 307 · k−0</a:t>
            </a:r>
            <a:endParaRPr lang="en-US" sz="860" dirty="0"/>
          </a:p>
        </p:txBody>
      </p:sp>
      <p:sp>
        <p:nvSpPr>
          <p:cNvPr id="221" name="S24_44_Tahoma_18_W307"/>
          <p:cNvSpPr/>
          <p:nvPr/>
        </p:nvSpPr>
        <p:spPr>
          <a:xfrm>
            <a:off x="18630900" y="11303000"/>
            <a:ext cx="38989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22" name="Text 220"/>
          <p:cNvSpPr/>
          <p:nvPr/>
        </p:nvSpPr>
        <p:spPr>
          <a:xfrm>
            <a:off x="248158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S24_45 · Trebuchet MS bold 18 · W 260.63 · k−2</a:t>
            </a:r>
            <a:endParaRPr lang="en-US" sz="860" dirty="0"/>
          </a:p>
        </p:txBody>
      </p:sp>
      <p:sp>
        <p:nvSpPr>
          <p:cNvPr id="223" name="S24_45_TrebuchetMS_18_W260.63"/>
          <p:cNvSpPr/>
          <p:nvPr/>
        </p:nvSpPr>
        <p:spPr>
          <a:xfrm>
            <a:off x="24815800" y="11303000"/>
            <a:ext cx="3310001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24" name="Text 222"/>
          <p:cNvSpPr/>
          <p:nvPr/>
        </p:nvSpPr>
        <p:spPr>
          <a:xfrm>
            <a:off x="310007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S24_46 · Trebuchet MS bold 18 · W 230.5 · k−6.25</a:t>
            </a:r>
            <a:endParaRPr lang="en-US" sz="860" dirty="0"/>
          </a:p>
        </p:txBody>
      </p:sp>
      <p:sp>
        <p:nvSpPr>
          <p:cNvPr id="225" name="S24_46_TrebuchetMS_18_W230.5"/>
          <p:cNvSpPr/>
          <p:nvPr/>
        </p:nvSpPr>
        <p:spPr>
          <a:xfrm>
            <a:off x="31000700" y="11303000"/>
            <a:ext cx="2927350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26" name="Text 224"/>
          <p:cNvSpPr/>
          <p:nvPr/>
        </p:nvSpPr>
        <p:spPr>
          <a:xfrm>
            <a:off x="371856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S24_47 · Trebuchet MS bold 18 · W 278.13 · k−0</a:t>
            </a:r>
            <a:endParaRPr lang="en-US" sz="860" dirty="0"/>
          </a:p>
        </p:txBody>
      </p:sp>
      <p:sp>
        <p:nvSpPr>
          <p:cNvPr id="227" name="S24_47_TrebuchetMS_18_W278.13"/>
          <p:cNvSpPr/>
          <p:nvPr/>
        </p:nvSpPr>
        <p:spPr>
          <a:xfrm>
            <a:off x="37185600" y="11303000"/>
            <a:ext cx="35322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28" name="Text 226"/>
          <p:cNvSpPr/>
          <p:nvPr/>
        </p:nvSpPr>
        <p:spPr>
          <a:xfrm>
            <a:off x="43370500" y="11137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S24_48 · Trebuchet MS bold 18 · W 278.79 · k−1.34</a:t>
            </a:r>
            <a:endParaRPr lang="en-US" sz="860" dirty="0"/>
          </a:p>
        </p:txBody>
      </p:sp>
      <p:sp>
        <p:nvSpPr>
          <p:cNvPr id="229" name="S24_48_TrebuchetMS_18_W278.79"/>
          <p:cNvSpPr/>
          <p:nvPr/>
        </p:nvSpPr>
        <p:spPr>
          <a:xfrm>
            <a:off x="43370500" y="11303000"/>
            <a:ext cx="3540633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30" name="Text 228"/>
          <p:cNvSpPr/>
          <p:nvPr/>
        </p:nvSpPr>
        <p:spPr>
          <a:xfrm>
            <a:off x="762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S24_51 · Comic Sans MS bold 18 · W 278 · k−0</a:t>
            </a:r>
            <a:endParaRPr lang="en-US" sz="860" dirty="0"/>
          </a:p>
        </p:txBody>
      </p:sp>
      <p:sp>
        <p:nvSpPr>
          <p:cNvPr id="231" name="S24_51_ComicSansMS_18_W278"/>
          <p:cNvSpPr/>
          <p:nvPr/>
        </p:nvSpPr>
        <p:spPr>
          <a:xfrm>
            <a:off x="76200" y="12153900"/>
            <a:ext cx="35306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32" name="Text 230"/>
          <p:cNvSpPr/>
          <p:nvPr/>
        </p:nvSpPr>
        <p:spPr>
          <a:xfrm>
            <a:off x="62611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S24_52 · Comic Sans MS bold 18 · W 245.63 · k−0</a:t>
            </a:r>
            <a:endParaRPr lang="en-US" sz="860" dirty="0"/>
          </a:p>
        </p:txBody>
      </p:sp>
      <p:sp>
        <p:nvSpPr>
          <p:cNvPr id="233" name="S24_52_ComicSansMS_18_W245.63"/>
          <p:cNvSpPr/>
          <p:nvPr/>
        </p:nvSpPr>
        <p:spPr>
          <a:xfrm>
            <a:off x="6261100" y="12153900"/>
            <a:ext cx="31195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34" name="Text 232"/>
          <p:cNvSpPr/>
          <p:nvPr/>
        </p:nvSpPr>
        <p:spPr>
          <a:xfrm>
            <a:off x="124460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S24_53 · Comic Sans MS bold 18 · W 290.63 · k−0</a:t>
            </a:r>
            <a:endParaRPr lang="en-US" sz="860" dirty="0"/>
          </a:p>
        </p:txBody>
      </p:sp>
      <p:sp>
        <p:nvSpPr>
          <p:cNvPr id="235" name="S24_53_ComicSansMS_18_W290.63"/>
          <p:cNvSpPr/>
          <p:nvPr/>
        </p:nvSpPr>
        <p:spPr>
          <a:xfrm>
            <a:off x="12446000" y="12153900"/>
            <a:ext cx="36910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36" name="Text 234"/>
          <p:cNvSpPr/>
          <p:nvPr/>
        </p:nvSpPr>
        <p:spPr>
          <a:xfrm>
            <a:off x="186309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S24_54 · Comic Sans MS bold 18 · W 315 · k−0</a:t>
            </a:r>
            <a:endParaRPr lang="en-US" sz="860" dirty="0"/>
          </a:p>
        </p:txBody>
      </p:sp>
      <p:sp>
        <p:nvSpPr>
          <p:cNvPr id="237" name="S24_54_ComicSansMS_18_W315"/>
          <p:cNvSpPr/>
          <p:nvPr/>
        </p:nvSpPr>
        <p:spPr>
          <a:xfrm>
            <a:off x="18630900" y="12153900"/>
            <a:ext cx="40005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38" name="Text 236"/>
          <p:cNvSpPr/>
          <p:nvPr/>
        </p:nvSpPr>
        <p:spPr>
          <a:xfrm>
            <a:off x="248158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S24_55 · Courier New bold 18 · W 323.5 · k−0</a:t>
            </a:r>
            <a:endParaRPr lang="en-US" sz="860" dirty="0"/>
          </a:p>
        </p:txBody>
      </p:sp>
      <p:sp>
        <p:nvSpPr>
          <p:cNvPr id="239" name="S24_55_CourierNew_18_W323.5"/>
          <p:cNvSpPr/>
          <p:nvPr/>
        </p:nvSpPr>
        <p:spPr>
          <a:xfrm>
            <a:off x="24815800" y="12153900"/>
            <a:ext cx="41084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40" name="Text 238"/>
          <p:cNvSpPr/>
          <p:nvPr/>
        </p:nvSpPr>
        <p:spPr>
          <a:xfrm>
            <a:off x="310007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S24_56 · Courier New bold 18 · W 280.5 · k−0</a:t>
            </a:r>
            <a:endParaRPr lang="en-US" sz="860" dirty="0"/>
          </a:p>
        </p:txBody>
      </p:sp>
      <p:sp>
        <p:nvSpPr>
          <p:cNvPr id="241" name="S24_56_CourierNew_18_W280.5"/>
          <p:cNvSpPr/>
          <p:nvPr/>
        </p:nvSpPr>
        <p:spPr>
          <a:xfrm>
            <a:off x="31000700" y="12153900"/>
            <a:ext cx="35623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42" name="Text 240"/>
          <p:cNvSpPr/>
          <p:nvPr/>
        </p:nvSpPr>
        <p:spPr>
          <a:xfrm>
            <a:off x="371856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S24_57 · Courier New bold 18 · W 334.25 · k−0</a:t>
            </a:r>
            <a:endParaRPr lang="en-US" sz="860" dirty="0"/>
          </a:p>
        </p:txBody>
      </p:sp>
      <p:sp>
        <p:nvSpPr>
          <p:cNvPr id="243" name="S24_57_CourierNew_18_W334.25"/>
          <p:cNvSpPr/>
          <p:nvPr/>
        </p:nvSpPr>
        <p:spPr>
          <a:xfrm>
            <a:off x="37185600" y="12153900"/>
            <a:ext cx="42449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44" name="Text 242"/>
          <p:cNvSpPr/>
          <p:nvPr/>
        </p:nvSpPr>
        <p:spPr>
          <a:xfrm>
            <a:off x="43370500" y="1198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S24_58 · Courier New bold 18 · W 355.75 · k−0</a:t>
            </a:r>
            <a:endParaRPr lang="en-US" sz="860" dirty="0"/>
          </a:p>
        </p:txBody>
      </p:sp>
      <p:sp>
        <p:nvSpPr>
          <p:cNvPr id="245" name="S24_58_CourierNew_18_W355.75"/>
          <p:cNvSpPr/>
          <p:nvPr/>
        </p:nvSpPr>
        <p:spPr>
          <a:xfrm>
            <a:off x="43370500" y="12153900"/>
            <a:ext cx="4518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46" name="Text 244"/>
          <p:cNvSpPr/>
          <p:nvPr/>
        </p:nvSpPr>
        <p:spPr>
          <a:xfrm>
            <a:off x="76200" y="136906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36pt bold</a:t>
            </a:r>
            <a:endParaRPr lang="en-US" sz="1200" dirty="0"/>
          </a:p>
        </p:txBody>
      </p:sp>
      <p:sp>
        <p:nvSpPr>
          <p:cNvPr id="247" name="Text 245"/>
          <p:cNvSpPr/>
          <p:nvPr/>
        </p:nvSpPr>
        <p:spPr>
          <a:xfrm>
            <a:off x="762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S25_11 · Arial bold 36 · W 92.33 · k−2.67</a:t>
            </a:r>
            <a:endParaRPr lang="en-US" sz="1220" dirty="0"/>
          </a:p>
        </p:txBody>
      </p:sp>
      <p:sp>
        <p:nvSpPr>
          <p:cNvPr id="248" name="S25_11_Arial_36_W92.33"/>
          <p:cNvSpPr/>
          <p:nvPr/>
        </p:nvSpPr>
        <p:spPr>
          <a:xfrm>
            <a:off x="76200" y="14109700"/>
            <a:ext cx="1172591" cy="54864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3600" dirty="0"/>
          </a:p>
        </p:txBody>
      </p:sp>
      <p:sp>
        <p:nvSpPr>
          <p:cNvPr id="249" name="Text 247"/>
          <p:cNvSpPr/>
          <p:nvPr/>
        </p:nvSpPr>
        <p:spPr>
          <a:xfrm>
            <a:off x="62611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S25_12 · Arial bold 36 · W 149.66 · k−5.34</a:t>
            </a:r>
            <a:endParaRPr lang="en-US" sz="1220" dirty="0"/>
          </a:p>
        </p:txBody>
      </p:sp>
      <p:sp>
        <p:nvSpPr>
          <p:cNvPr id="250" name="S25_12_Arial_36_W149.66"/>
          <p:cNvSpPr/>
          <p:nvPr/>
        </p:nvSpPr>
        <p:spPr>
          <a:xfrm>
            <a:off x="6261100" y="14109700"/>
            <a:ext cx="1900682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51" name="Text 249"/>
          <p:cNvSpPr/>
          <p:nvPr/>
        </p:nvSpPr>
        <p:spPr>
          <a:xfrm>
            <a:off x="124460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S25_13 · Arial bold 36 · W 300.34 · k−4.66</a:t>
            </a:r>
            <a:endParaRPr lang="en-US" sz="1220" dirty="0"/>
          </a:p>
        </p:txBody>
      </p:sp>
      <p:sp>
        <p:nvSpPr>
          <p:cNvPr id="252" name="S25_13_Arial_36_W300.34"/>
          <p:cNvSpPr/>
          <p:nvPr/>
        </p:nvSpPr>
        <p:spPr>
          <a:xfrm>
            <a:off x="12446000" y="14109700"/>
            <a:ext cx="3814318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53" name="Text 251"/>
          <p:cNvSpPr/>
          <p:nvPr/>
        </p:nvSpPr>
        <p:spPr>
          <a:xfrm>
            <a:off x="186309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S25_14 · Arial bold 36 · W 213.98 · k−8.02</a:t>
            </a:r>
            <a:endParaRPr lang="en-US" sz="1220" dirty="0"/>
          </a:p>
        </p:txBody>
      </p:sp>
      <p:sp>
        <p:nvSpPr>
          <p:cNvPr id="254" name="S25_14_Arial_36_W213.98"/>
          <p:cNvSpPr/>
          <p:nvPr/>
        </p:nvSpPr>
        <p:spPr>
          <a:xfrm>
            <a:off x="18630900" y="14109700"/>
            <a:ext cx="271754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55" name="Text 253"/>
          <p:cNvSpPr/>
          <p:nvPr/>
        </p:nvSpPr>
        <p:spPr>
          <a:xfrm>
            <a:off x="248158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S25_15 · Arial Narrow bold 36 · W 75.84 · k−2.16</a:t>
            </a:r>
            <a:endParaRPr lang="en-US" sz="1220" dirty="0"/>
          </a:p>
        </p:txBody>
      </p:sp>
      <p:sp>
        <p:nvSpPr>
          <p:cNvPr id="256" name="S25_15_ArialNarrow_36_W75.84"/>
          <p:cNvSpPr/>
          <p:nvPr/>
        </p:nvSpPr>
        <p:spPr>
          <a:xfrm>
            <a:off x="24815800" y="14109700"/>
            <a:ext cx="963168" cy="54864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3600" dirty="0"/>
          </a:p>
        </p:txBody>
      </p:sp>
      <p:sp>
        <p:nvSpPr>
          <p:cNvPr id="257" name="Text 255"/>
          <p:cNvSpPr/>
          <p:nvPr/>
        </p:nvSpPr>
        <p:spPr>
          <a:xfrm>
            <a:off x="310007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S25_16 · Arial Narrow bold 36 · W 122.93 · k−4.32</a:t>
            </a:r>
            <a:endParaRPr lang="en-US" sz="1220" dirty="0"/>
          </a:p>
        </p:txBody>
      </p:sp>
      <p:sp>
        <p:nvSpPr>
          <p:cNvPr id="258" name="S25_16_ArialNarrow_36_W122.93"/>
          <p:cNvSpPr/>
          <p:nvPr/>
        </p:nvSpPr>
        <p:spPr>
          <a:xfrm>
            <a:off x="31000700" y="14109700"/>
            <a:ext cx="1561211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59" name="Text 257"/>
          <p:cNvSpPr/>
          <p:nvPr/>
        </p:nvSpPr>
        <p:spPr>
          <a:xfrm>
            <a:off x="371856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S25_17 · Arial Narrow bold 36 · W 246.72 · k−3.78</a:t>
            </a:r>
            <a:endParaRPr lang="en-US" sz="1220" dirty="0"/>
          </a:p>
        </p:txBody>
      </p:sp>
      <p:sp>
        <p:nvSpPr>
          <p:cNvPr id="260" name="S25_17_ArialNarrow_36_W246.72"/>
          <p:cNvSpPr/>
          <p:nvPr/>
        </p:nvSpPr>
        <p:spPr>
          <a:xfrm>
            <a:off x="37185600" y="14109700"/>
            <a:ext cx="3133344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61" name="Text 259"/>
          <p:cNvSpPr/>
          <p:nvPr/>
        </p:nvSpPr>
        <p:spPr>
          <a:xfrm>
            <a:off x="43370500" y="13944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S25_18 · Arial Narrow bold 36 · W 175.76 · k−6.49</a:t>
            </a:r>
            <a:endParaRPr lang="en-US" sz="1220" dirty="0"/>
          </a:p>
        </p:txBody>
      </p:sp>
      <p:sp>
        <p:nvSpPr>
          <p:cNvPr id="262" name="S25_18_ArialNarrow_36_W175.76"/>
          <p:cNvSpPr/>
          <p:nvPr/>
        </p:nvSpPr>
        <p:spPr>
          <a:xfrm>
            <a:off x="43370500" y="14109700"/>
            <a:ext cx="2232152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63" name="Text 261"/>
          <p:cNvSpPr/>
          <p:nvPr/>
        </p:nvSpPr>
        <p:spPr>
          <a:xfrm>
            <a:off x="762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S25_21 · Times New Roman bold 36 · W 84.7 · k−3.3</a:t>
            </a:r>
            <a:endParaRPr lang="en-US" sz="1220" dirty="0"/>
          </a:p>
        </p:txBody>
      </p:sp>
      <p:sp>
        <p:nvSpPr>
          <p:cNvPr id="264" name="S25_21_TimesNewRoman_36_W84.7"/>
          <p:cNvSpPr/>
          <p:nvPr/>
        </p:nvSpPr>
        <p:spPr>
          <a:xfrm>
            <a:off x="76200" y="15506700"/>
            <a:ext cx="1075690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3600" dirty="0"/>
          </a:p>
        </p:txBody>
      </p:sp>
      <p:sp>
        <p:nvSpPr>
          <p:cNvPr id="265" name="Text 263"/>
          <p:cNvSpPr/>
          <p:nvPr/>
        </p:nvSpPr>
        <p:spPr>
          <a:xfrm>
            <a:off x="62611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S25_22 · Times New Roman bold 36 · W 141.69 · k−7.31</a:t>
            </a:r>
            <a:endParaRPr lang="en-US" sz="1220" dirty="0"/>
          </a:p>
        </p:txBody>
      </p:sp>
      <p:sp>
        <p:nvSpPr>
          <p:cNvPr id="266" name="S25_22_TimesNewRoman_36_W141.69"/>
          <p:cNvSpPr/>
          <p:nvPr/>
        </p:nvSpPr>
        <p:spPr>
          <a:xfrm>
            <a:off x="6261100" y="15506700"/>
            <a:ext cx="1799463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67" name="Text 265"/>
          <p:cNvSpPr/>
          <p:nvPr/>
        </p:nvSpPr>
        <p:spPr>
          <a:xfrm>
            <a:off x="124460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S25_23 · Times New Roman bold 36 · W 272.34 · k−6.66</a:t>
            </a:r>
            <a:endParaRPr lang="en-US" sz="1220" dirty="0"/>
          </a:p>
        </p:txBody>
      </p:sp>
      <p:sp>
        <p:nvSpPr>
          <p:cNvPr id="268" name="S25_23_TimesNewRoman_36_W272.34"/>
          <p:cNvSpPr/>
          <p:nvPr/>
        </p:nvSpPr>
        <p:spPr>
          <a:xfrm>
            <a:off x="12446000" y="15506700"/>
            <a:ext cx="3458718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69" name="Text 267"/>
          <p:cNvSpPr/>
          <p:nvPr/>
        </p:nvSpPr>
        <p:spPr>
          <a:xfrm>
            <a:off x="186309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S25_24 · Times New Roman bold 36 · W 212.88 · k−10.62</a:t>
            </a:r>
            <a:endParaRPr lang="en-US" sz="1220" dirty="0"/>
          </a:p>
        </p:txBody>
      </p:sp>
      <p:sp>
        <p:nvSpPr>
          <p:cNvPr id="270" name="S25_24_TimesNewRoman_36_W212.88"/>
          <p:cNvSpPr/>
          <p:nvPr/>
        </p:nvSpPr>
        <p:spPr>
          <a:xfrm>
            <a:off x="18630900" y="15506700"/>
            <a:ext cx="270357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71" name="Text 269"/>
          <p:cNvSpPr/>
          <p:nvPr/>
        </p:nvSpPr>
        <p:spPr>
          <a:xfrm>
            <a:off x="248158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S25_25 · Georgia bold 36 · W 99.38 · k−0</a:t>
            </a:r>
            <a:endParaRPr lang="en-US" sz="1220" dirty="0"/>
          </a:p>
        </p:txBody>
      </p:sp>
      <p:sp>
        <p:nvSpPr>
          <p:cNvPr id="272" name="S25_25_Georgia_36_W99.38"/>
          <p:cNvSpPr/>
          <p:nvPr/>
        </p:nvSpPr>
        <p:spPr>
          <a:xfrm>
            <a:off x="24815800" y="15506700"/>
            <a:ext cx="12621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3600" dirty="0"/>
          </a:p>
        </p:txBody>
      </p:sp>
      <p:sp>
        <p:nvSpPr>
          <p:cNvPr id="273" name="Text 271"/>
          <p:cNvSpPr/>
          <p:nvPr/>
        </p:nvSpPr>
        <p:spPr>
          <a:xfrm>
            <a:off x="310007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S25_26 · Georgia bold 36 · W 162 · k−0</a:t>
            </a:r>
            <a:endParaRPr lang="en-US" sz="1220" dirty="0"/>
          </a:p>
        </p:txBody>
      </p:sp>
      <p:sp>
        <p:nvSpPr>
          <p:cNvPr id="274" name="S25_26_Georgia_36_W162"/>
          <p:cNvSpPr/>
          <p:nvPr/>
        </p:nvSpPr>
        <p:spPr>
          <a:xfrm>
            <a:off x="31000700" y="15506700"/>
            <a:ext cx="20574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75" name="Text 273"/>
          <p:cNvSpPr/>
          <p:nvPr/>
        </p:nvSpPr>
        <p:spPr>
          <a:xfrm>
            <a:off x="371856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S25_27 · Georgia bold 36 · W 328.25 · k−0</a:t>
            </a:r>
            <a:endParaRPr lang="en-US" sz="1220" dirty="0"/>
          </a:p>
        </p:txBody>
      </p:sp>
      <p:sp>
        <p:nvSpPr>
          <p:cNvPr id="276" name="S25_27_Georgia_36_W328.25"/>
          <p:cNvSpPr/>
          <p:nvPr/>
        </p:nvSpPr>
        <p:spPr>
          <a:xfrm>
            <a:off x="37185600" y="15506700"/>
            <a:ext cx="416877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77" name="Text 275"/>
          <p:cNvSpPr/>
          <p:nvPr/>
        </p:nvSpPr>
        <p:spPr>
          <a:xfrm>
            <a:off x="43370500" y="1534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S25_28 · Georgia bold 36 · W 237.38 · k−0</a:t>
            </a:r>
            <a:endParaRPr lang="en-US" sz="1220" dirty="0"/>
          </a:p>
        </p:txBody>
      </p:sp>
      <p:sp>
        <p:nvSpPr>
          <p:cNvPr id="278" name="S25_28_Georgia_36_W237.38"/>
          <p:cNvSpPr/>
          <p:nvPr/>
        </p:nvSpPr>
        <p:spPr>
          <a:xfrm>
            <a:off x="43370500" y="15506700"/>
            <a:ext cx="30147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79" name="Text 277"/>
          <p:cNvSpPr/>
          <p:nvPr/>
        </p:nvSpPr>
        <p:spPr>
          <a:xfrm>
            <a:off x="762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S25_31 · Calibri bold 36 · W 78.01 · k−3.12</a:t>
            </a:r>
            <a:endParaRPr lang="en-US" sz="1220" dirty="0"/>
          </a:p>
        </p:txBody>
      </p:sp>
      <p:sp>
        <p:nvSpPr>
          <p:cNvPr id="280" name="S25_31_Calibri_36_W78.01"/>
          <p:cNvSpPr/>
          <p:nvPr/>
        </p:nvSpPr>
        <p:spPr>
          <a:xfrm>
            <a:off x="76200" y="16903700"/>
            <a:ext cx="990727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3600" dirty="0"/>
          </a:p>
        </p:txBody>
      </p:sp>
      <p:sp>
        <p:nvSpPr>
          <p:cNvPr id="281" name="Text 279"/>
          <p:cNvSpPr/>
          <p:nvPr/>
        </p:nvSpPr>
        <p:spPr>
          <a:xfrm>
            <a:off x="62611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S25_32 · Calibri bold 36 · W 128.27 · k−3.36</a:t>
            </a:r>
            <a:endParaRPr lang="en-US" sz="1220" dirty="0"/>
          </a:p>
        </p:txBody>
      </p:sp>
      <p:sp>
        <p:nvSpPr>
          <p:cNvPr id="282" name="S25_32_Calibri_36_W128.27"/>
          <p:cNvSpPr/>
          <p:nvPr/>
        </p:nvSpPr>
        <p:spPr>
          <a:xfrm>
            <a:off x="6261100" y="16903700"/>
            <a:ext cx="1629029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83" name="Text 281"/>
          <p:cNvSpPr/>
          <p:nvPr/>
        </p:nvSpPr>
        <p:spPr>
          <a:xfrm>
            <a:off x="124460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S25_33 · Calibri bold 36 · W 259.05 · k−5.33</a:t>
            </a:r>
            <a:endParaRPr lang="en-US" sz="1220" dirty="0"/>
          </a:p>
        </p:txBody>
      </p:sp>
      <p:sp>
        <p:nvSpPr>
          <p:cNvPr id="284" name="S25_33_Calibri_36_W259.05"/>
          <p:cNvSpPr/>
          <p:nvPr/>
        </p:nvSpPr>
        <p:spPr>
          <a:xfrm>
            <a:off x="12446000" y="16903700"/>
            <a:ext cx="3289935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85" name="Text 283"/>
          <p:cNvSpPr/>
          <p:nvPr/>
        </p:nvSpPr>
        <p:spPr>
          <a:xfrm>
            <a:off x="186309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S25_34 · Calibri bold 36 · W 184.68 · k−5.7</a:t>
            </a:r>
            <a:endParaRPr lang="en-US" sz="1220" dirty="0"/>
          </a:p>
        </p:txBody>
      </p:sp>
      <p:sp>
        <p:nvSpPr>
          <p:cNvPr id="286" name="S25_34_Calibri_36_W184.68"/>
          <p:cNvSpPr/>
          <p:nvPr/>
        </p:nvSpPr>
        <p:spPr>
          <a:xfrm>
            <a:off x="18630900" y="16903700"/>
            <a:ext cx="2345436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87" name="Text 285"/>
          <p:cNvSpPr/>
          <p:nvPr/>
        </p:nvSpPr>
        <p:spPr>
          <a:xfrm>
            <a:off x="248158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S25_35 · Verdana bold 36 · W 109.88 · k−0</a:t>
            </a:r>
            <a:endParaRPr lang="en-US" sz="1220" dirty="0"/>
          </a:p>
        </p:txBody>
      </p:sp>
      <p:sp>
        <p:nvSpPr>
          <p:cNvPr id="288" name="S25_35_Verdana_36_W109.88"/>
          <p:cNvSpPr/>
          <p:nvPr/>
        </p:nvSpPr>
        <p:spPr>
          <a:xfrm>
            <a:off x="24815800" y="16903700"/>
            <a:ext cx="139547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3600" dirty="0"/>
          </a:p>
        </p:txBody>
      </p:sp>
      <p:sp>
        <p:nvSpPr>
          <p:cNvPr id="289" name="Text 287"/>
          <p:cNvSpPr/>
          <p:nvPr/>
        </p:nvSpPr>
        <p:spPr>
          <a:xfrm>
            <a:off x="310007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S25_36 · Verdana bold 36 · W 177 · k−0</a:t>
            </a:r>
            <a:endParaRPr lang="en-US" sz="1220" dirty="0"/>
          </a:p>
        </p:txBody>
      </p:sp>
      <p:sp>
        <p:nvSpPr>
          <p:cNvPr id="290" name="S25_36_Verdana_36_W177"/>
          <p:cNvSpPr/>
          <p:nvPr/>
        </p:nvSpPr>
        <p:spPr>
          <a:xfrm>
            <a:off x="31000700" y="16903700"/>
            <a:ext cx="2247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91" name="Text 289"/>
          <p:cNvSpPr/>
          <p:nvPr/>
        </p:nvSpPr>
        <p:spPr>
          <a:xfrm>
            <a:off x="371856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S25_37 · Verdana bold 36 · W 358.38 · k−0</a:t>
            </a:r>
            <a:endParaRPr lang="en-US" sz="1220" dirty="0"/>
          </a:p>
        </p:txBody>
      </p:sp>
      <p:sp>
        <p:nvSpPr>
          <p:cNvPr id="292" name="S25_37_Verdana_36_W358.38"/>
          <p:cNvSpPr/>
          <p:nvPr/>
        </p:nvSpPr>
        <p:spPr>
          <a:xfrm>
            <a:off x="37185600" y="16903700"/>
            <a:ext cx="45514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293" name="Text 291"/>
          <p:cNvSpPr/>
          <p:nvPr/>
        </p:nvSpPr>
        <p:spPr>
          <a:xfrm>
            <a:off x="43370500" y="16738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S25_38 · Verdana bold 36 · W 264.13 · k−0</a:t>
            </a:r>
            <a:endParaRPr lang="en-US" sz="1220" dirty="0"/>
          </a:p>
        </p:txBody>
      </p:sp>
      <p:sp>
        <p:nvSpPr>
          <p:cNvPr id="294" name="S25_38_Verdana_36_W264.13"/>
          <p:cNvSpPr/>
          <p:nvPr/>
        </p:nvSpPr>
        <p:spPr>
          <a:xfrm>
            <a:off x="43370500" y="16903700"/>
            <a:ext cx="33544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295" name="Text 293"/>
          <p:cNvSpPr/>
          <p:nvPr/>
        </p:nvSpPr>
        <p:spPr>
          <a:xfrm>
            <a:off x="762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S25_41 · Tahoma bold 36 · W 98 · k−0</a:t>
            </a:r>
            <a:endParaRPr lang="en-US" sz="1220" dirty="0"/>
          </a:p>
        </p:txBody>
      </p:sp>
      <p:sp>
        <p:nvSpPr>
          <p:cNvPr id="296" name="S25_41_Tahoma_36_W98"/>
          <p:cNvSpPr/>
          <p:nvPr/>
        </p:nvSpPr>
        <p:spPr>
          <a:xfrm>
            <a:off x="76200" y="18300700"/>
            <a:ext cx="12446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3600" dirty="0"/>
          </a:p>
        </p:txBody>
      </p:sp>
      <p:sp>
        <p:nvSpPr>
          <p:cNvPr id="297" name="Text 295"/>
          <p:cNvSpPr/>
          <p:nvPr/>
        </p:nvSpPr>
        <p:spPr>
          <a:xfrm>
            <a:off x="62611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S25_42 · Tahoma bold 36 · W 156.63 · k−0</a:t>
            </a:r>
            <a:endParaRPr lang="en-US" sz="1220" dirty="0"/>
          </a:p>
        </p:txBody>
      </p:sp>
      <p:sp>
        <p:nvSpPr>
          <p:cNvPr id="298" name="S25_42_Tahoma_36_W156.63"/>
          <p:cNvSpPr/>
          <p:nvPr/>
        </p:nvSpPr>
        <p:spPr>
          <a:xfrm>
            <a:off x="6261100" y="18300700"/>
            <a:ext cx="198920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 Ty</a:t>
            </a:r>
            <a:endParaRPr lang="en-US" sz="3600" dirty="0"/>
          </a:p>
        </p:txBody>
      </p:sp>
      <p:sp>
        <p:nvSpPr>
          <p:cNvPr id="299" name="Text 297"/>
          <p:cNvSpPr/>
          <p:nvPr/>
        </p:nvSpPr>
        <p:spPr>
          <a:xfrm>
            <a:off x="124460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S25_43 · Tahoma bold 36 · W 320.38 · k−0</a:t>
            </a:r>
            <a:endParaRPr lang="en-US" sz="1220" dirty="0"/>
          </a:p>
        </p:txBody>
      </p:sp>
      <p:sp>
        <p:nvSpPr>
          <p:cNvPr id="300" name="S25_43_Tahoma_36_W320.38"/>
          <p:cNvSpPr/>
          <p:nvPr/>
        </p:nvSpPr>
        <p:spPr>
          <a:xfrm>
            <a:off x="12446000" y="18300700"/>
            <a:ext cx="40688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301" name="Text 299"/>
          <p:cNvSpPr/>
          <p:nvPr/>
        </p:nvSpPr>
        <p:spPr>
          <a:xfrm>
            <a:off x="186309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S25_44 · Tahoma bold 36 · W 235.75 · k−0</a:t>
            </a:r>
            <a:endParaRPr lang="en-US" sz="1220" dirty="0"/>
          </a:p>
        </p:txBody>
      </p:sp>
      <p:sp>
        <p:nvSpPr>
          <p:cNvPr id="302" name="S25_44_Tahoma_36_W235.75"/>
          <p:cNvSpPr/>
          <p:nvPr/>
        </p:nvSpPr>
        <p:spPr>
          <a:xfrm>
            <a:off x="18630900" y="18300700"/>
            <a:ext cx="2994025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303" name="Text 301"/>
          <p:cNvSpPr/>
          <p:nvPr/>
        </p:nvSpPr>
        <p:spPr>
          <a:xfrm>
            <a:off x="248158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S25_45 · Trebuchet MS bold 36 · W 88.63 · k−4</a:t>
            </a:r>
            <a:endParaRPr lang="en-US" sz="1220" dirty="0"/>
          </a:p>
        </p:txBody>
      </p:sp>
      <p:sp>
        <p:nvSpPr>
          <p:cNvPr id="304" name="S25_45_TrebuchetMS_36_W88.63"/>
          <p:cNvSpPr/>
          <p:nvPr/>
        </p:nvSpPr>
        <p:spPr>
          <a:xfrm>
            <a:off x="24815800" y="18300700"/>
            <a:ext cx="1125601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3600" dirty="0"/>
          </a:p>
        </p:txBody>
      </p:sp>
      <p:sp>
        <p:nvSpPr>
          <p:cNvPr id="305" name="Text 303"/>
          <p:cNvSpPr/>
          <p:nvPr/>
        </p:nvSpPr>
        <p:spPr>
          <a:xfrm>
            <a:off x="310007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S25_46 · Trebuchet MS bold 36 · W 143.37 · k−5.38</a:t>
            </a:r>
            <a:endParaRPr lang="en-US" sz="1220" dirty="0"/>
          </a:p>
        </p:txBody>
      </p:sp>
      <p:sp>
        <p:nvSpPr>
          <p:cNvPr id="306" name="S25_46_TrebuchetMS_36_W143.37"/>
          <p:cNvSpPr/>
          <p:nvPr/>
        </p:nvSpPr>
        <p:spPr>
          <a:xfrm>
            <a:off x="31000700" y="18300700"/>
            <a:ext cx="1820799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3600" dirty="0"/>
          </a:p>
        </p:txBody>
      </p:sp>
      <p:sp>
        <p:nvSpPr>
          <p:cNvPr id="307" name="Text 305"/>
          <p:cNvSpPr/>
          <p:nvPr/>
        </p:nvSpPr>
        <p:spPr>
          <a:xfrm>
            <a:off x="371856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S25_47 · Trebuchet MS bold 36 · W 290.14 · k−7.86</a:t>
            </a:r>
            <a:endParaRPr lang="en-US" sz="1220" dirty="0"/>
          </a:p>
        </p:txBody>
      </p:sp>
      <p:sp>
        <p:nvSpPr>
          <p:cNvPr id="308" name="S25_47_TrebuchetMS_36_W290.14"/>
          <p:cNvSpPr/>
          <p:nvPr/>
        </p:nvSpPr>
        <p:spPr>
          <a:xfrm>
            <a:off x="37185600" y="18300700"/>
            <a:ext cx="3684778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309" name="Text 307"/>
          <p:cNvSpPr/>
          <p:nvPr/>
        </p:nvSpPr>
        <p:spPr>
          <a:xfrm>
            <a:off x="43370500" y="18135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S25_48 · Trebuchet MS bold 36 · W 209.13 · k−9.37</a:t>
            </a:r>
            <a:endParaRPr lang="en-US" sz="1220" dirty="0"/>
          </a:p>
        </p:txBody>
      </p:sp>
      <p:sp>
        <p:nvSpPr>
          <p:cNvPr id="310" name="S25_48_TrebuchetMS_36_W209.13"/>
          <p:cNvSpPr/>
          <p:nvPr/>
        </p:nvSpPr>
        <p:spPr>
          <a:xfrm>
            <a:off x="43370500" y="18300700"/>
            <a:ext cx="2655951" cy="548640"/>
          </a:xfrm>
          <a:prstGeom prst="rect">
            <a:avLst/>
          </a:prstGeom>
          <a:noFill/>
          <a:ln w="2857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311" name="Text 309"/>
          <p:cNvSpPr/>
          <p:nvPr/>
        </p:nvSpPr>
        <p:spPr>
          <a:xfrm>
            <a:off x="762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S25_51 · Comic Sans MS bold 36 · W 100.38 · k−0</a:t>
            </a:r>
            <a:endParaRPr lang="en-US" sz="1220" dirty="0"/>
          </a:p>
        </p:txBody>
      </p:sp>
      <p:sp>
        <p:nvSpPr>
          <p:cNvPr id="312" name="S25_51_ComicSansMS_36_W100.38"/>
          <p:cNvSpPr/>
          <p:nvPr/>
        </p:nvSpPr>
        <p:spPr>
          <a:xfrm>
            <a:off x="76200" y="19697700"/>
            <a:ext cx="1274826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3600" dirty="0"/>
          </a:p>
        </p:txBody>
      </p:sp>
      <p:sp>
        <p:nvSpPr>
          <p:cNvPr id="313" name="Text 311"/>
          <p:cNvSpPr/>
          <p:nvPr/>
        </p:nvSpPr>
        <p:spPr>
          <a:xfrm>
            <a:off x="62611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S25_52 · Comic Sans MS bold 36 · W 166.5 · k−0</a:t>
            </a:r>
            <a:endParaRPr lang="en-US" sz="1220" dirty="0"/>
          </a:p>
        </p:txBody>
      </p:sp>
      <p:sp>
        <p:nvSpPr>
          <p:cNvPr id="314" name="S25_52_ComicSansMS_36_W166.5"/>
          <p:cNvSpPr/>
          <p:nvPr/>
        </p:nvSpPr>
        <p:spPr>
          <a:xfrm>
            <a:off x="6261100" y="19697700"/>
            <a:ext cx="21145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 Ty</a:t>
            </a:r>
            <a:endParaRPr lang="en-US" sz="3600" dirty="0"/>
          </a:p>
        </p:txBody>
      </p:sp>
      <p:sp>
        <p:nvSpPr>
          <p:cNvPr id="315" name="Text 313"/>
          <p:cNvSpPr/>
          <p:nvPr/>
        </p:nvSpPr>
        <p:spPr>
          <a:xfrm>
            <a:off x="124460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S25_53 · Comic Sans MS bold 36 · W 301 · k−0</a:t>
            </a:r>
            <a:endParaRPr lang="en-US" sz="1220" dirty="0"/>
          </a:p>
        </p:txBody>
      </p:sp>
      <p:sp>
        <p:nvSpPr>
          <p:cNvPr id="316" name="S25_53_ComicSansMS_36_W301"/>
          <p:cNvSpPr/>
          <p:nvPr/>
        </p:nvSpPr>
        <p:spPr>
          <a:xfrm>
            <a:off x="12446000" y="19697700"/>
            <a:ext cx="38227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317" name="Text 315"/>
          <p:cNvSpPr/>
          <p:nvPr/>
        </p:nvSpPr>
        <p:spPr>
          <a:xfrm>
            <a:off x="186309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S25_54 · Comic Sans MS bold 36 · W 249.5 · k−0</a:t>
            </a:r>
            <a:endParaRPr lang="en-US" sz="1220" dirty="0"/>
          </a:p>
        </p:txBody>
      </p:sp>
      <p:sp>
        <p:nvSpPr>
          <p:cNvPr id="318" name="S25_54_ComicSansMS_36_W249.5"/>
          <p:cNvSpPr/>
          <p:nvPr/>
        </p:nvSpPr>
        <p:spPr>
          <a:xfrm>
            <a:off x="18630900" y="19697700"/>
            <a:ext cx="31686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&gt; Ty &amp; Ta</a:t>
            </a:r>
            <a:endParaRPr lang="en-US" sz="3600" dirty="0"/>
          </a:p>
        </p:txBody>
      </p:sp>
      <p:sp>
        <p:nvSpPr>
          <p:cNvPr id="319" name="Text 317"/>
          <p:cNvSpPr/>
          <p:nvPr/>
        </p:nvSpPr>
        <p:spPr>
          <a:xfrm>
            <a:off x="248158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S25_55 · Courier New bold 36 · W 109.13 · k−0</a:t>
            </a:r>
            <a:endParaRPr lang="en-US" sz="1220" dirty="0"/>
          </a:p>
        </p:txBody>
      </p:sp>
      <p:sp>
        <p:nvSpPr>
          <p:cNvPr id="320" name="S25_55_CourierNew_36_W109.13"/>
          <p:cNvSpPr/>
          <p:nvPr/>
        </p:nvSpPr>
        <p:spPr>
          <a:xfrm>
            <a:off x="24815800" y="19697700"/>
            <a:ext cx="1385951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3600" dirty="0"/>
          </a:p>
        </p:txBody>
      </p:sp>
      <p:sp>
        <p:nvSpPr>
          <p:cNvPr id="321" name="Text 319"/>
          <p:cNvSpPr/>
          <p:nvPr/>
        </p:nvSpPr>
        <p:spPr>
          <a:xfrm>
            <a:off x="310007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S25_56 · Courier New bold 36 · W 174 · k−0</a:t>
            </a:r>
            <a:endParaRPr lang="en-US" sz="1220" dirty="0"/>
          </a:p>
        </p:txBody>
      </p:sp>
      <p:sp>
        <p:nvSpPr>
          <p:cNvPr id="322" name="S25_56_CourierNew_36_W174"/>
          <p:cNvSpPr/>
          <p:nvPr/>
        </p:nvSpPr>
        <p:spPr>
          <a:xfrm>
            <a:off x="31000700" y="19697700"/>
            <a:ext cx="22098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3600" dirty="0"/>
          </a:p>
        </p:txBody>
      </p:sp>
      <p:sp>
        <p:nvSpPr>
          <p:cNvPr id="323" name="Text 321"/>
          <p:cNvSpPr/>
          <p:nvPr/>
        </p:nvSpPr>
        <p:spPr>
          <a:xfrm>
            <a:off x="371856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S25_57 · Courier New bold 36 · W 347 · k−0</a:t>
            </a:r>
            <a:endParaRPr lang="en-US" sz="1220" dirty="0"/>
          </a:p>
        </p:txBody>
      </p:sp>
      <p:sp>
        <p:nvSpPr>
          <p:cNvPr id="324" name="S25_57_CourierNew_36_W347"/>
          <p:cNvSpPr/>
          <p:nvPr/>
        </p:nvSpPr>
        <p:spPr>
          <a:xfrm>
            <a:off x="37185600" y="19697700"/>
            <a:ext cx="4406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3600" dirty="0"/>
          </a:p>
        </p:txBody>
      </p:sp>
      <p:sp>
        <p:nvSpPr>
          <p:cNvPr id="325" name="Text 323"/>
          <p:cNvSpPr/>
          <p:nvPr/>
        </p:nvSpPr>
        <p:spPr>
          <a:xfrm>
            <a:off x="43370500" y="1953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S25_58 · Courier New bold 36 · W 260.5 · k−0</a:t>
            </a:r>
            <a:endParaRPr lang="en-US" sz="1220" dirty="0"/>
          </a:p>
        </p:txBody>
      </p:sp>
      <p:sp>
        <p:nvSpPr>
          <p:cNvPr id="326" name="S25_58_CourierNew_36_W260.5"/>
          <p:cNvSpPr/>
          <p:nvPr/>
        </p:nvSpPr>
        <p:spPr>
          <a:xfrm>
            <a:off x="43370500" y="19697700"/>
            <a:ext cx="330835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11/15 — 72pt bold · 11pt italic · 18pt italic.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72pt bold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S26_11 · Arial bold 72 · W 183.66 · k−5.34</a:t>
            </a:r>
            <a:endParaRPr lang="en-US" sz="1400" dirty="0"/>
          </a:p>
        </p:txBody>
      </p:sp>
      <p:sp>
        <p:nvSpPr>
          <p:cNvPr id="5" name="S26_11_Arial_72_W183.66"/>
          <p:cNvSpPr/>
          <p:nvPr/>
        </p:nvSpPr>
        <p:spPr>
          <a:xfrm>
            <a:off x="76200" y="850900"/>
            <a:ext cx="2332482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S26_12 · Arial bold 72 · W 199.66 · k−5.34</a:t>
            </a:r>
            <a:endParaRPr lang="en-US" sz="1400" dirty="0"/>
          </a:p>
        </p:txBody>
      </p:sp>
      <p:sp>
        <p:nvSpPr>
          <p:cNvPr id="7" name="S26_12_Arial_72_W199.66"/>
          <p:cNvSpPr/>
          <p:nvPr/>
        </p:nvSpPr>
        <p:spPr>
          <a:xfrm>
            <a:off x="6261100" y="850900"/>
            <a:ext cx="2535682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S26_13 · Arial bold 72 · W 182.31 · k−10.69</a:t>
            </a:r>
            <a:endParaRPr lang="en-US" sz="1400" dirty="0"/>
          </a:p>
        </p:txBody>
      </p:sp>
      <p:sp>
        <p:nvSpPr>
          <p:cNvPr id="9" name="S26_13_Arial_72_W182.31"/>
          <p:cNvSpPr/>
          <p:nvPr/>
        </p:nvSpPr>
        <p:spPr>
          <a:xfrm>
            <a:off x="12446000" y="850900"/>
            <a:ext cx="231533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S26_14 · Arial bold 72 · W 219.66 · k−5.34</a:t>
            </a:r>
            <a:endParaRPr lang="en-US" sz="1400" dirty="0"/>
          </a:p>
        </p:txBody>
      </p:sp>
      <p:sp>
        <p:nvSpPr>
          <p:cNvPr id="11" name="S26_14_Arial_72_W219.66"/>
          <p:cNvSpPr/>
          <p:nvPr/>
        </p:nvSpPr>
        <p:spPr>
          <a:xfrm>
            <a:off x="18630900" y="850900"/>
            <a:ext cx="2789682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S26_15 · Arial Narrow bold 72 · W 151.05 · k−4.33</a:t>
            </a:r>
            <a:endParaRPr lang="en-US" sz="1400" dirty="0"/>
          </a:p>
        </p:txBody>
      </p:sp>
      <p:sp>
        <p:nvSpPr>
          <p:cNvPr id="13" name="S26_15_ArialNarrow_72_W151.05"/>
          <p:cNvSpPr/>
          <p:nvPr/>
        </p:nvSpPr>
        <p:spPr>
          <a:xfrm>
            <a:off x="24815800" y="850900"/>
            <a:ext cx="1918335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S26_16 · Arial Narrow bold 72 · W 164.05 · k−4.33</a:t>
            </a:r>
            <a:endParaRPr lang="en-US" sz="1400" dirty="0"/>
          </a:p>
        </p:txBody>
      </p:sp>
      <p:sp>
        <p:nvSpPr>
          <p:cNvPr id="15" name="S26_16_ArialNarrow_72_W164.05"/>
          <p:cNvSpPr/>
          <p:nvPr/>
        </p:nvSpPr>
        <p:spPr>
          <a:xfrm>
            <a:off x="31000700" y="850900"/>
            <a:ext cx="2083435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S26_17 · Arial Narrow bold 72 · W 149.98 · k−8.65</a:t>
            </a:r>
            <a:endParaRPr lang="en-US" sz="1400" dirty="0"/>
          </a:p>
        </p:txBody>
      </p:sp>
      <p:sp>
        <p:nvSpPr>
          <p:cNvPr id="17" name="S26_17_ArialNarrow_72_W149.98"/>
          <p:cNvSpPr/>
          <p:nvPr/>
        </p:nvSpPr>
        <p:spPr>
          <a:xfrm>
            <a:off x="37185600" y="850900"/>
            <a:ext cx="190474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Ta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S26_18 · Arial Narrow bold 72 · W 180.43 · k−4.32</a:t>
            </a:r>
            <a:endParaRPr lang="en-US" sz="1400" dirty="0"/>
          </a:p>
        </p:txBody>
      </p:sp>
      <p:sp>
        <p:nvSpPr>
          <p:cNvPr id="19" name="S26_18_ArialNarrow_72_W180.43"/>
          <p:cNvSpPr/>
          <p:nvPr/>
        </p:nvSpPr>
        <p:spPr>
          <a:xfrm>
            <a:off x="43370500" y="850900"/>
            <a:ext cx="2291461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762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S26_21 · Times New Roman bold 72 · W 168.39 · k−6.61</a:t>
            </a:r>
            <a:endParaRPr lang="en-US" sz="1400" dirty="0"/>
          </a:p>
        </p:txBody>
      </p:sp>
      <p:sp>
        <p:nvSpPr>
          <p:cNvPr id="21" name="S26_21_TimesNewRoman_72_W168.39"/>
          <p:cNvSpPr/>
          <p:nvPr/>
        </p:nvSpPr>
        <p:spPr>
          <a:xfrm>
            <a:off x="76200" y="3340100"/>
            <a:ext cx="2138553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62611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S26_22 · Times New Roman bold 72 · W 185.72 · k−9.28</a:t>
            </a:r>
            <a:endParaRPr lang="en-US" sz="1400" dirty="0"/>
          </a:p>
        </p:txBody>
      </p:sp>
      <p:sp>
        <p:nvSpPr>
          <p:cNvPr id="23" name="S26_22_TimesNewRoman_72_W185.72"/>
          <p:cNvSpPr/>
          <p:nvPr/>
        </p:nvSpPr>
        <p:spPr>
          <a:xfrm>
            <a:off x="6261100" y="3340100"/>
            <a:ext cx="235864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24460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S26_23 · Times New Roman bold 72 · W 173.78 · k−13.22</a:t>
            </a:r>
            <a:endParaRPr lang="en-US" sz="1400" dirty="0"/>
          </a:p>
        </p:txBody>
      </p:sp>
      <p:sp>
        <p:nvSpPr>
          <p:cNvPr id="25" name="S26_23_TimesNewRoman_72_W173.78"/>
          <p:cNvSpPr/>
          <p:nvPr/>
        </p:nvSpPr>
        <p:spPr>
          <a:xfrm>
            <a:off x="12446000" y="3340100"/>
            <a:ext cx="220700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Ta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86309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S26_24 · Times New Roman bold 72 · W 213.72 · k−9.28</a:t>
            </a:r>
            <a:endParaRPr lang="en-US" sz="1400" dirty="0"/>
          </a:p>
        </p:txBody>
      </p:sp>
      <p:sp>
        <p:nvSpPr>
          <p:cNvPr id="27" name="S26_24_TimesNewRoman_72_W213.72"/>
          <p:cNvSpPr/>
          <p:nvPr/>
        </p:nvSpPr>
        <p:spPr>
          <a:xfrm>
            <a:off x="18630900" y="3340100"/>
            <a:ext cx="2714244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248158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S26_25 · Georgia bold 72 · W 197.63 · k−0</a:t>
            </a:r>
            <a:endParaRPr lang="en-US" sz="1400" dirty="0"/>
          </a:p>
        </p:txBody>
      </p:sp>
      <p:sp>
        <p:nvSpPr>
          <p:cNvPr id="29" name="S26_25_Georgia_72_W197.63"/>
          <p:cNvSpPr/>
          <p:nvPr/>
        </p:nvSpPr>
        <p:spPr>
          <a:xfrm>
            <a:off x="24815800" y="3340100"/>
            <a:ext cx="250990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310007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S26_26 · Georgia bold 72 · W 215 · k−0</a:t>
            </a:r>
            <a:endParaRPr lang="en-US" sz="1400" dirty="0"/>
          </a:p>
        </p:txBody>
      </p:sp>
      <p:sp>
        <p:nvSpPr>
          <p:cNvPr id="31" name="S26_26_Georgia_72_W215"/>
          <p:cNvSpPr/>
          <p:nvPr/>
        </p:nvSpPr>
        <p:spPr>
          <a:xfrm>
            <a:off x="31000700" y="3340100"/>
            <a:ext cx="27305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</a:t>
            </a:r>
            <a:endParaRPr lang="en-US" sz="7200" dirty="0"/>
          </a:p>
        </p:txBody>
      </p:sp>
      <p:sp>
        <p:nvSpPr>
          <p:cNvPr id="32" name="Text 30"/>
          <p:cNvSpPr/>
          <p:nvPr/>
        </p:nvSpPr>
        <p:spPr>
          <a:xfrm>
            <a:off x="371856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S26_27 · Georgia bold 72 · W 206.38 · k−0</a:t>
            </a:r>
            <a:endParaRPr lang="en-US" sz="1400" dirty="0"/>
          </a:p>
        </p:txBody>
      </p:sp>
      <p:sp>
        <p:nvSpPr>
          <p:cNvPr id="33" name="S26_27_Georgia_72_W206.38"/>
          <p:cNvSpPr/>
          <p:nvPr/>
        </p:nvSpPr>
        <p:spPr>
          <a:xfrm>
            <a:off x="37185600" y="3340100"/>
            <a:ext cx="262102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43370500" y="31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S26_28 · Georgia bold 72 · W 248.25 · k−0</a:t>
            </a:r>
            <a:endParaRPr lang="en-US" sz="1400" dirty="0"/>
          </a:p>
        </p:txBody>
      </p:sp>
      <p:sp>
        <p:nvSpPr>
          <p:cNvPr id="35" name="S26_28_Georgia_72_W248.25"/>
          <p:cNvSpPr/>
          <p:nvPr/>
        </p:nvSpPr>
        <p:spPr>
          <a:xfrm>
            <a:off x="43370500" y="3340100"/>
            <a:ext cx="31527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36" name="Text 34"/>
          <p:cNvSpPr/>
          <p:nvPr/>
        </p:nvSpPr>
        <p:spPr>
          <a:xfrm>
            <a:off x="762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S26_31 · Calibri bold 72 · W 155.03 · k−6.22</a:t>
            </a:r>
            <a:endParaRPr lang="en-US" sz="1400" dirty="0"/>
          </a:p>
        </p:txBody>
      </p:sp>
      <p:sp>
        <p:nvSpPr>
          <p:cNvPr id="37" name="S26_31_Calibri_72_W155.03"/>
          <p:cNvSpPr/>
          <p:nvPr/>
        </p:nvSpPr>
        <p:spPr>
          <a:xfrm>
            <a:off x="76200" y="5829300"/>
            <a:ext cx="1968881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62611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S26_32 · Calibri bold 72 · W 171.91 · k−4.47</a:t>
            </a:r>
            <a:endParaRPr lang="en-US" sz="1400" dirty="0"/>
          </a:p>
        </p:txBody>
      </p:sp>
      <p:sp>
        <p:nvSpPr>
          <p:cNvPr id="39" name="S26_32_Calibri_72_W171.91"/>
          <p:cNvSpPr/>
          <p:nvPr/>
        </p:nvSpPr>
        <p:spPr>
          <a:xfrm>
            <a:off x="6261100" y="5829300"/>
            <a:ext cx="218325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7200" dirty="0"/>
          </a:p>
        </p:txBody>
      </p:sp>
      <p:sp>
        <p:nvSpPr>
          <p:cNvPr id="40" name="Text 38"/>
          <p:cNvSpPr/>
          <p:nvPr/>
        </p:nvSpPr>
        <p:spPr>
          <a:xfrm>
            <a:off x="124460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S26_33 · Calibri bold 72 · W 151.08 · k−11.67</a:t>
            </a:r>
            <a:endParaRPr lang="en-US" sz="1400" dirty="0"/>
          </a:p>
        </p:txBody>
      </p:sp>
      <p:sp>
        <p:nvSpPr>
          <p:cNvPr id="41" name="S26_33_Calibri_72_W151.08"/>
          <p:cNvSpPr/>
          <p:nvPr/>
        </p:nvSpPr>
        <p:spPr>
          <a:xfrm>
            <a:off x="12446000" y="5829300"/>
            <a:ext cx="1918716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</a:t>
            </a:r>
            <a:endParaRPr lang="en-US" sz="7200" dirty="0"/>
          </a:p>
        </p:txBody>
      </p:sp>
      <p:sp>
        <p:nvSpPr>
          <p:cNvPr id="42" name="Text 40"/>
          <p:cNvSpPr/>
          <p:nvPr/>
        </p:nvSpPr>
        <p:spPr>
          <a:xfrm>
            <a:off x="186309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S26_34 · Calibri bold 72 · W 187.81 · k−3.69</a:t>
            </a:r>
            <a:endParaRPr lang="en-US" sz="1400" dirty="0"/>
          </a:p>
        </p:txBody>
      </p:sp>
      <p:sp>
        <p:nvSpPr>
          <p:cNvPr id="43" name="S26_34_Calibri_72_W187.81"/>
          <p:cNvSpPr/>
          <p:nvPr/>
        </p:nvSpPr>
        <p:spPr>
          <a:xfrm>
            <a:off x="18630900" y="5829300"/>
            <a:ext cx="238518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248158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S26_35 · Verdana bold 72 · W 219.13 · k−0</a:t>
            </a:r>
            <a:endParaRPr lang="en-US" sz="1400" dirty="0"/>
          </a:p>
        </p:txBody>
      </p:sp>
      <p:sp>
        <p:nvSpPr>
          <p:cNvPr id="45" name="S26_35_Verdana_72_W219.13"/>
          <p:cNvSpPr/>
          <p:nvPr/>
        </p:nvSpPr>
        <p:spPr>
          <a:xfrm>
            <a:off x="24815800" y="5829300"/>
            <a:ext cx="278295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310007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S26_36 · Verdana bold 72 · W 232.75 · k−0</a:t>
            </a:r>
            <a:endParaRPr lang="en-US" sz="1400" dirty="0"/>
          </a:p>
        </p:txBody>
      </p:sp>
      <p:sp>
        <p:nvSpPr>
          <p:cNvPr id="47" name="S26_36_Verdana_72_W232.75"/>
          <p:cNvSpPr/>
          <p:nvPr/>
        </p:nvSpPr>
        <p:spPr>
          <a:xfrm>
            <a:off x="31000700" y="5829300"/>
            <a:ext cx="295592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</a:t>
            </a:r>
            <a:endParaRPr lang="en-US" sz="7200" dirty="0"/>
          </a:p>
        </p:txBody>
      </p:sp>
      <p:sp>
        <p:nvSpPr>
          <p:cNvPr id="48" name="Text 46"/>
          <p:cNvSpPr/>
          <p:nvPr/>
        </p:nvSpPr>
        <p:spPr>
          <a:xfrm>
            <a:off x="371856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S26_37 · Verdana bold 72 · W 221.38 · k−0</a:t>
            </a:r>
            <a:endParaRPr lang="en-US" sz="1400" dirty="0"/>
          </a:p>
        </p:txBody>
      </p:sp>
      <p:sp>
        <p:nvSpPr>
          <p:cNvPr id="49" name="S26_37_Verdana_72_W221.38"/>
          <p:cNvSpPr/>
          <p:nvPr/>
        </p:nvSpPr>
        <p:spPr>
          <a:xfrm>
            <a:off x="37185600" y="5829300"/>
            <a:ext cx="281152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 Ta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43370500" y="5664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S26_38 · Verdana bold 72 · W 286.13 · k−0</a:t>
            </a:r>
            <a:endParaRPr lang="en-US" sz="1400" dirty="0"/>
          </a:p>
        </p:txBody>
      </p:sp>
      <p:sp>
        <p:nvSpPr>
          <p:cNvPr id="51" name="S26_38_Verdana_72_W286.13"/>
          <p:cNvSpPr/>
          <p:nvPr/>
        </p:nvSpPr>
        <p:spPr>
          <a:xfrm>
            <a:off x="43370500" y="5829300"/>
            <a:ext cx="363385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52" name="Text 50"/>
          <p:cNvSpPr/>
          <p:nvPr/>
        </p:nvSpPr>
        <p:spPr>
          <a:xfrm>
            <a:off x="762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S26_41 · Tahoma bold 72 · W 195.38 · k−0</a:t>
            </a:r>
            <a:endParaRPr lang="en-US" sz="1400" dirty="0"/>
          </a:p>
        </p:txBody>
      </p:sp>
      <p:sp>
        <p:nvSpPr>
          <p:cNvPr id="53" name="S26_41_Tahoma_72_W195.38"/>
          <p:cNvSpPr/>
          <p:nvPr/>
        </p:nvSpPr>
        <p:spPr>
          <a:xfrm>
            <a:off x="76200" y="8318500"/>
            <a:ext cx="248132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 yo</a:t>
            </a:r>
            <a:endParaRPr lang="en-US" sz="7200" dirty="0"/>
          </a:p>
        </p:txBody>
      </p:sp>
      <p:sp>
        <p:nvSpPr>
          <p:cNvPr id="54" name="Text 52"/>
          <p:cNvSpPr/>
          <p:nvPr/>
        </p:nvSpPr>
        <p:spPr>
          <a:xfrm>
            <a:off x="62611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S26_42 · Tahoma bold 72 · W 206 · k−0</a:t>
            </a:r>
            <a:endParaRPr lang="en-US" sz="1400" dirty="0"/>
          </a:p>
        </p:txBody>
      </p:sp>
      <p:sp>
        <p:nvSpPr>
          <p:cNvPr id="55" name="S26_42_Tahoma_72_W206"/>
          <p:cNvSpPr/>
          <p:nvPr/>
        </p:nvSpPr>
        <p:spPr>
          <a:xfrm>
            <a:off x="6261100" y="8318500"/>
            <a:ext cx="26162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 yo</a:t>
            </a:r>
            <a:endParaRPr lang="en-US" sz="7200" dirty="0"/>
          </a:p>
        </p:txBody>
      </p:sp>
      <p:sp>
        <p:nvSpPr>
          <p:cNvPr id="56" name="Text 54"/>
          <p:cNvSpPr/>
          <p:nvPr/>
        </p:nvSpPr>
        <p:spPr>
          <a:xfrm>
            <a:off x="124460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S26_43 · Tahoma bold 72 · W 198 · k−0</a:t>
            </a:r>
            <a:endParaRPr lang="en-US" sz="1400" dirty="0"/>
          </a:p>
        </p:txBody>
      </p:sp>
      <p:sp>
        <p:nvSpPr>
          <p:cNvPr id="57" name="S26_43_Tahoma_72_W198"/>
          <p:cNvSpPr/>
          <p:nvPr/>
        </p:nvSpPr>
        <p:spPr>
          <a:xfrm>
            <a:off x="12446000" y="8318500"/>
            <a:ext cx="25146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Ta</a:t>
            </a:r>
            <a:endParaRPr lang="en-US" sz="7200" dirty="0"/>
          </a:p>
        </p:txBody>
      </p:sp>
      <p:sp>
        <p:nvSpPr>
          <p:cNvPr id="58" name="Text 56"/>
          <p:cNvSpPr/>
          <p:nvPr/>
        </p:nvSpPr>
        <p:spPr>
          <a:xfrm>
            <a:off x="186309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S26_44 · Tahoma bold 72 · W 258.88 · k−0</a:t>
            </a:r>
            <a:endParaRPr lang="en-US" sz="1400" dirty="0"/>
          </a:p>
        </p:txBody>
      </p:sp>
      <p:sp>
        <p:nvSpPr>
          <p:cNvPr id="59" name="S26_44_Tahoma_72_W258.88"/>
          <p:cNvSpPr/>
          <p:nvPr/>
        </p:nvSpPr>
        <p:spPr>
          <a:xfrm>
            <a:off x="18630900" y="8318500"/>
            <a:ext cx="328777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60" name="Text 58"/>
          <p:cNvSpPr/>
          <p:nvPr/>
        </p:nvSpPr>
        <p:spPr>
          <a:xfrm>
            <a:off x="248158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S26_45 · Trebuchet MS bold 72 · W 176.27 · k−7.98</a:t>
            </a:r>
            <a:endParaRPr lang="en-US" sz="1400" dirty="0"/>
          </a:p>
        </p:txBody>
      </p:sp>
      <p:sp>
        <p:nvSpPr>
          <p:cNvPr id="61" name="S26_45_TrebuchetMS_72_W176.27"/>
          <p:cNvSpPr/>
          <p:nvPr/>
        </p:nvSpPr>
        <p:spPr>
          <a:xfrm>
            <a:off x="24815800" y="8318500"/>
            <a:ext cx="2238629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7200" dirty="0"/>
          </a:p>
        </p:txBody>
      </p:sp>
      <p:sp>
        <p:nvSpPr>
          <p:cNvPr id="62" name="Text 60"/>
          <p:cNvSpPr/>
          <p:nvPr/>
        </p:nvSpPr>
        <p:spPr>
          <a:xfrm>
            <a:off x="310007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S26_46 · Trebuchet MS bold 72 · W 186.91 · k−5.34</a:t>
            </a:r>
            <a:endParaRPr lang="en-US" sz="1400" dirty="0"/>
          </a:p>
        </p:txBody>
      </p:sp>
      <p:sp>
        <p:nvSpPr>
          <p:cNvPr id="63" name="S26_46_TrebuchetMS_72_W186.91"/>
          <p:cNvSpPr/>
          <p:nvPr/>
        </p:nvSpPr>
        <p:spPr>
          <a:xfrm>
            <a:off x="31000700" y="8318500"/>
            <a:ext cx="237375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</a:t>
            </a:r>
            <a:endParaRPr lang="en-US" sz="7200" dirty="0"/>
          </a:p>
        </p:txBody>
      </p:sp>
      <p:sp>
        <p:nvSpPr>
          <p:cNvPr id="64" name="Text 62"/>
          <p:cNvSpPr/>
          <p:nvPr/>
        </p:nvSpPr>
        <p:spPr>
          <a:xfrm>
            <a:off x="371856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S26_47 · Trebuchet MS bold 72 · W 172.61 · k−17.27</a:t>
            </a:r>
            <a:endParaRPr lang="en-US" sz="1400" dirty="0"/>
          </a:p>
        </p:txBody>
      </p:sp>
      <p:sp>
        <p:nvSpPr>
          <p:cNvPr id="65" name="S26_47_TrebuchetMS_72_W172.61"/>
          <p:cNvSpPr/>
          <p:nvPr/>
        </p:nvSpPr>
        <p:spPr>
          <a:xfrm>
            <a:off x="37185600" y="8318500"/>
            <a:ext cx="2192147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</a:t>
            </a:r>
            <a:endParaRPr lang="en-US" sz="7200" dirty="0"/>
          </a:p>
        </p:txBody>
      </p:sp>
      <p:sp>
        <p:nvSpPr>
          <p:cNvPr id="66" name="Text 64"/>
          <p:cNvSpPr/>
          <p:nvPr/>
        </p:nvSpPr>
        <p:spPr>
          <a:xfrm>
            <a:off x="43370500" y="8153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S26_48 · Trebuchet MS bold 72 · W 214.03 · k−5.35</a:t>
            </a:r>
            <a:endParaRPr lang="en-US" sz="1400" dirty="0"/>
          </a:p>
        </p:txBody>
      </p:sp>
      <p:sp>
        <p:nvSpPr>
          <p:cNvPr id="67" name="S26_48_TrebuchetMS_72_W214.03"/>
          <p:cNvSpPr/>
          <p:nvPr/>
        </p:nvSpPr>
        <p:spPr>
          <a:xfrm>
            <a:off x="43370500" y="8318500"/>
            <a:ext cx="2718181" cy="1097280"/>
          </a:xfrm>
          <a:prstGeom prst="rect">
            <a:avLst/>
          </a:prstGeom>
          <a:noFill/>
          <a:ln w="476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68" name="Text 66"/>
          <p:cNvSpPr/>
          <p:nvPr/>
        </p:nvSpPr>
        <p:spPr>
          <a:xfrm>
            <a:off x="762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S26_51 · Comic Sans MS bold 72 · W 200 · k−0</a:t>
            </a:r>
            <a:endParaRPr lang="en-US" sz="1400" dirty="0"/>
          </a:p>
        </p:txBody>
      </p:sp>
      <p:sp>
        <p:nvSpPr>
          <p:cNvPr id="69" name="S26_51_ComicSansMS_72_W200"/>
          <p:cNvSpPr/>
          <p:nvPr/>
        </p:nvSpPr>
        <p:spPr>
          <a:xfrm>
            <a:off x="76200" y="10807700"/>
            <a:ext cx="254000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 yo</a:t>
            </a:r>
            <a:endParaRPr lang="en-US" sz="7200" dirty="0"/>
          </a:p>
        </p:txBody>
      </p:sp>
      <p:sp>
        <p:nvSpPr>
          <p:cNvPr id="70" name="Text 68"/>
          <p:cNvSpPr/>
          <p:nvPr/>
        </p:nvSpPr>
        <p:spPr>
          <a:xfrm>
            <a:off x="62611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S26_52 · Comic Sans MS bold 72 · W 211.13 · k−0</a:t>
            </a:r>
            <a:endParaRPr lang="en-US" sz="1400" dirty="0"/>
          </a:p>
        </p:txBody>
      </p:sp>
      <p:sp>
        <p:nvSpPr>
          <p:cNvPr id="71" name="S26_52_ComicSansMS_72_W211.13"/>
          <p:cNvSpPr/>
          <p:nvPr/>
        </p:nvSpPr>
        <p:spPr>
          <a:xfrm>
            <a:off x="6261100" y="10807700"/>
            <a:ext cx="2681351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AV yo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124460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S26_53 · Comic Sans MS bold 72 · W 210.38 · k−0</a:t>
            </a:r>
            <a:endParaRPr lang="en-US" sz="1400" dirty="0"/>
          </a:p>
        </p:txBody>
      </p:sp>
      <p:sp>
        <p:nvSpPr>
          <p:cNvPr id="73" name="S26_53_ComicSansMS_72_W210.38"/>
          <p:cNvSpPr/>
          <p:nvPr/>
        </p:nvSpPr>
        <p:spPr>
          <a:xfrm>
            <a:off x="12446000" y="10807700"/>
            <a:ext cx="2671826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 Ta</a:t>
            </a:r>
            <a:endParaRPr lang="en-US" sz="7200" dirty="0"/>
          </a:p>
        </p:txBody>
      </p:sp>
      <p:sp>
        <p:nvSpPr>
          <p:cNvPr id="74" name="Text 72"/>
          <p:cNvSpPr/>
          <p:nvPr/>
        </p:nvSpPr>
        <p:spPr>
          <a:xfrm>
            <a:off x="186309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S26_54 · Comic Sans MS bold 72 · W 252.75 · k−0</a:t>
            </a:r>
            <a:endParaRPr lang="en-US" sz="1400" dirty="0"/>
          </a:p>
        </p:txBody>
      </p:sp>
      <p:sp>
        <p:nvSpPr>
          <p:cNvPr id="75" name="S26_54_ComicSansMS_72_W252.75"/>
          <p:cNvSpPr/>
          <p:nvPr/>
        </p:nvSpPr>
        <p:spPr>
          <a:xfrm>
            <a:off x="18630900" y="10807700"/>
            <a:ext cx="320992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76" name="Text 74"/>
          <p:cNvSpPr/>
          <p:nvPr/>
        </p:nvSpPr>
        <p:spPr>
          <a:xfrm>
            <a:off x="248158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S26_55 · Courier New bold 72 · W 217.25 · k−0</a:t>
            </a:r>
            <a:endParaRPr lang="en-US" sz="1400" dirty="0"/>
          </a:p>
        </p:txBody>
      </p:sp>
      <p:sp>
        <p:nvSpPr>
          <p:cNvPr id="77" name="S26_55_CourierNew_72_W217.25"/>
          <p:cNvSpPr/>
          <p:nvPr/>
        </p:nvSpPr>
        <p:spPr>
          <a:xfrm>
            <a:off x="24815800" y="108077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7200" dirty="0"/>
          </a:p>
        </p:txBody>
      </p:sp>
      <p:sp>
        <p:nvSpPr>
          <p:cNvPr id="78" name="Text 76"/>
          <p:cNvSpPr/>
          <p:nvPr/>
        </p:nvSpPr>
        <p:spPr>
          <a:xfrm>
            <a:off x="310007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S26_56 · Courier New bold 72 · W 217.25 · k−0</a:t>
            </a:r>
            <a:endParaRPr lang="en-US" sz="1400" dirty="0"/>
          </a:p>
        </p:txBody>
      </p:sp>
      <p:sp>
        <p:nvSpPr>
          <p:cNvPr id="79" name="S26_56_CourierNew_72_W217.25"/>
          <p:cNvSpPr/>
          <p:nvPr/>
        </p:nvSpPr>
        <p:spPr>
          <a:xfrm>
            <a:off x="31000700" y="108077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</a:t>
            </a:r>
            <a:endParaRPr lang="en-US" sz="7200" dirty="0"/>
          </a:p>
        </p:txBody>
      </p:sp>
      <p:sp>
        <p:nvSpPr>
          <p:cNvPr id="80" name="Text 78"/>
          <p:cNvSpPr/>
          <p:nvPr/>
        </p:nvSpPr>
        <p:spPr>
          <a:xfrm>
            <a:off x="371856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S26_57 · Courier New bold 72 · W 217.25 · k−0</a:t>
            </a:r>
            <a:endParaRPr lang="en-US" sz="1400" dirty="0"/>
          </a:p>
        </p:txBody>
      </p:sp>
      <p:sp>
        <p:nvSpPr>
          <p:cNvPr id="81" name="S26_57_CourierNew_72_W217.25"/>
          <p:cNvSpPr/>
          <p:nvPr/>
        </p:nvSpPr>
        <p:spPr>
          <a:xfrm>
            <a:off x="37185600" y="10807700"/>
            <a:ext cx="2759075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Ta</a:t>
            </a:r>
            <a:endParaRPr lang="en-US" sz="7200" dirty="0"/>
          </a:p>
        </p:txBody>
      </p:sp>
      <p:sp>
        <p:nvSpPr>
          <p:cNvPr id="82" name="Text 80"/>
          <p:cNvSpPr/>
          <p:nvPr/>
        </p:nvSpPr>
        <p:spPr>
          <a:xfrm>
            <a:off x="43370500" y="10642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S26_58 · Courier New bold 72 · W 260.5 · k−0</a:t>
            </a:r>
            <a:endParaRPr lang="en-US" sz="1400" dirty="0"/>
          </a:p>
        </p:txBody>
      </p:sp>
      <p:sp>
        <p:nvSpPr>
          <p:cNvPr id="83" name="S26_58_CourierNew_72_W260.5"/>
          <p:cNvSpPr/>
          <p:nvPr/>
        </p:nvSpPr>
        <p:spPr>
          <a:xfrm>
            <a:off x="43370500" y="10807700"/>
            <a:ext cx="3308350" cy="1097280"/>
          </a:xfrm>
          <a:prstGeom prst="rect">
            <a:avLst/>
          </a:prstGeom>
          <a:noFill/>
          <a:ln w="476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AV &gt;</a:t>
            </a:r>
            <a:endParaRPr lang="en-US" sz="7200" dirty="0"/>
          </a:p>
        </p:txBody>
      </p:sp>
      <p:sp>
        <p:nvSpPr>
          <p:cNvPr id="84" name="Text 82"/>
          <p:cNvSpPr/>
          <p:nvPr/>
        </p:nvSpPr>
        <p:spPr>
          <a:xfrm>
            <a:off x="76200" y="156210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11pt italic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62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S27_11 · Arial italic 11 · W 153.63 · k−0</a:t>
            </a:r>
            <a:endParaRPr lang="en-US" sz="720" dirty="0"/>
          </a:p>
        </p:txBody>
      </p:sp>
      <p:sp>
        <p:nvSpPr>
          <p:cNvPr id="86" name="S27_11_Arial_11_W153.63"/>
          <p:cNvSpPr/>
          <p:nvPr/>
        </p:nvSpPr>
        <p:spPr>
          <a:xfrm>
            <a:off x="76200" y="16040100"/>
            <a:ext cx="19511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2611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S27_12 · Arial italic 11 · W 140 · k−0</a:t>
            </a:r>
            <a:endParaRPr lang="en-US" sz="720" dirty="0"/>
          </a:p>
        </p:txBody>
      </p:sp>
      <p:sp>
        <p:nvSpPr>
          <p:cNvPr id="88" name="S27_12_Arial_11_W140"/>
          <p:cNvSpPr/>
          <p:nvPr/>
        </p:nvSpPr>
        <p:spPr>
          <a:xfrm>
            <a:off x="6261100" y="16040100"/>
            <a:ext cx="17780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24460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S27_13 · Arial italic 11 · W 168.38 · k−0</a:t>
            </a:r>
            <a:endParaRPr lang="en-US" sz="720" dirty="0"/>
          </a:p>
        </p:txBody>
      </p:sp>
      <p:sp>
        <p:nvSpPr>
          <p:cNvPr id="90" name="S27_13_Arial_11_W168.38"/>
          <p:cNvSpPr/>
          <p:nvPr/>
        </p:nvSpPr>
        <p:spPr>
          <a:xfrm>
            <a:off x="12446000" y="16040100"/>
            <a:ext cx="2138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86309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S27_14 · Arial italic 11 · W 167.63 · k−0</a:t>
            </a:r>
            <a:endParaRPr lang="en-US" sz="720" dirty="0"/>
          </a:p>
        </p:txBody>
      </p:sp>
      <p:sp>
        <p:nvSpPr>
          <p:cNvPr id="92" name="S27_14_Arial_11_W167.63"/>
          <p:cNvSpPr/>
          <p:nvPr/>
        </p:nvSpPr>
        <p:spPr>
          <a:xfrm>
            <a:off x="18630900" y="16040100"/>
            <a:ext cx="21289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48158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S27_15 · Arial Narrow italic 11 · W 126 · k−0</a:t>
            </a:r>
            <a:endParaRPr lang="en-US" sz="720" dirty="0"/>
          </a:p>
        </p:txBody>
      </p:sp>
      <p:sp>
        <p:nvSpPr>
          <p:cNvPr id="94" name="S27_15_ArialNarrow_11_W126"/>
          <p:cNvSpPr/>
          <p:nvPr/>
        </p:nvSpPr>
        <p:spPr>
          <a:xfrm>
            <a:off x="24815800" y="16040100"/>
            <a:ext cx="1600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310007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S27_16 · Arial Narrow italic 11 · W 114.5 · k−0</a:t>
            </a:r>
            <a:endParaRPr lang="en-US" sz="720" dirty="0"/>
          </a:p>
        </p:txBody>
      </p:sp>
      <p:sp>
        <p:nvSpPr>
          <p:cNvPr id="96" name="S27_16_ArialNarrow_11_W114.5"/>
          <p:cNvSpPr/>
          <p:nvPr/>
        </p:nvSpPr>
        <p:spPr>
          <a:xfrm>
            <a:off x="31000700" y="16040100"/>
            <a:ext cx="14541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71856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S27_17 · Arial Narrow italic 11 · W 138 · k−0</a:t>
            </a:r>
            <a:endParaRPr lang="en-US" sz="720" dirty="0"/>
          </a:p>
        </p:txBody>
      </p:sp>
      <p:sp>
        <p:nvSpPr>
          <p:cNvPr id="98" name="S27_17_ArialNarrow_11_W138"/>
          <p:cNvSpPr/>
          <p:nvPr/>
        </p:nvSpPr>
        <p:spPr>
          <a:xfrm>
            <a:off x="37185600" y="16040100"/>
            <a:ext cx="17526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3370500" y="1587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S27_18 · Arial Narrow italic 11 · W 137.5 · k−0</a:t>
            </a:r>
            <a:endParaRPr lang="en-US" sz="720" dirty="0"/>
          </a:p>
        </p:txBody>
      </p:sp>
      <p:sp>
        <p:nvSpPr>
          <p:cNvPr id="100" name="S27_18_ArialNarrow_11_W137.5"/>
          <p:cNvSpPr/>
          <p:nvPr/>
        </p:nvSpPr>
        <p:spPr>
          <a:xfrm>
            <a:off x="43370500" y="16040100"/>
            <a:ext cx="17462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762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S27_21 · Times New Roman italic 11 · W 138.5 · k−0</a:t>
            </a:r>
            <a:endParaRPr lang="en-US" sz="720" dirty="0"/>
          </a:p>
        </p:txBody>
      </p:sp>
      <p:sp>
        <p:nvSpPr>
          <p:cNvPr id="102" name="S27_21_TimesNewRoman_11_W138.5"/>
          <p:cNvSpPr/>
          <p:nvPr/>
        </p:nvSpPr>
        <p:spPr>
          <a:xfrm>
            <a:off x="76200" y="16675100"/>
            <a:ext cx="17589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2611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S27_22 · Times New Roman italic 11 · W 128.38 · k−0</a:t>
            </a:r>
            <a:endParaRPr lang="en-US" sz="720" dirty="0"/>
          </a:p>
        </p:txBody>
      </p:sp>
      <p:sp>
        <p:nvSpPr>
          <p:cNvPr id="104" name="S27_22_TimesNewRoman_11_W128.38"/>
          <p:cNvSpPr/>
          <p:nvPr/>
        </p:nvSpPr>
        <p:spPr>
          <a:xfrm>
            <a:off x="6261100" y="16675100"/>
            <a:ext cx="1630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124460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S27_23 · Times New Roman italic 11 · W 154.25 · k−0</a:t>
            </a:r>
            <a:endParaRPr lang="en-US" sz="720" dirty="0"/>
          </a:p>
        </p:txBody>
      </p:sp>
      <p:sp>
        <p:nvSpPr>
          <p:cNvPr id="106" name="S27_23_TimesNewRoman_11_W154.25"/>
          <p:cNvSpPr/>
          <p:nvPr/>
        </p:nvSpPr>
        <p:spPr>
          <a:xfrm>
            <a:off x="12446000" y="16675100"/>
            <a:ext cx="19589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186309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S27_24 · Times New Roman italic 11 · W 155.25 · k−0</a:t>
            </a:r>
            <a:endParaRPr lang="en-US" sz="720" dirty="0"/>
          </a:p>
        </p:txBody>
      </p:sp>
      <p:sp>
        <p:nvSpPr>
          <p:cNvPr id="108" name="S27_24_TimesNewRoman_11_W155.25"/>
          <p:cNvSpPr/>
          <p:nvPr/>
        </p:nvSpPr>
        <p:spPr>
          <a:xfrm>
            <a:off x="18630900" y="16675100"/>
            <a:ext cx="19716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248158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S27_25 · Georgia italic 11 · W 155.13 · k−0</a:t>
            </a:r>
            <a:endParaRPr lang="en-US" sz="720" dirty="0"/>
          </a:p>
        </p:txBody>
      </p:sp>
      <p:sp>
        <p:nvSpPr>
          <p:cNvPr id="110" name="S27_25_Georgia_11_W155.13"/>
          <p:cNvSpPr/>
          <p:nvPr/>
        </p:nvSpPr>
        <p:spPr>
          <a:xfrm>
            <a:off x="24815800" y="16675100"/>
            <a:ext cx="19701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310007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S27_26 · Georgia italic 11 · W 142 · k−0</a:t>
            </a:r>
            <a:endParaRPr lang="en-US" sz="720" dirty="0"/>
          </a:p>
        </p:txBody>
      </p:sp>
      <p:sp>
        <p:nvSpPr>
          <p:cNvPr id="112" name="S27_26_Georgia_11_W142"/>
          <p:cNvSpPr/>
          <p:nvPr/>
        </p:nvSpPr>
        <p:spPr>
          <a:xfrm>
            <a:off x="31000700" y="16675100"/>
            <a:ext cx="18034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371856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S27_27 · Georgia italic 11 · W 165.5 · k−0</a:t>
            </a:r>
            <a:endParaRPr lang="en-US" sz="720" dirty="0"/>
          </a:p>
        </p:txBody>
      </p:sp>
      <p:sp>
        <p:nvSpPr>
          <p:cNvPr id="114" name="S27_27_Georgia_11_W165.5"/>
          <p:cNvSpPr/>
          <p:nvPr/>
        </p:nvSpPr>
        <p:spPr>
          <a:xfrm>
            <a:off x="37185600" y="16675100"/>
            <a:ext cx="21018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43370500" y="1651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S27_28 · Georgia italic 11 · W 166 · k−0</a:t>
            </a:r>
            <a:endParaRPr lang="en-US" sz="720" dirty="0"/>
          </a:p>
        </p:txBody>
      </p:sp>
      <p:sp>
        <p:nvSpPr>
          <p:cNvPr id="116" name="S27_28_Georgia_11_W166"/>
          <p:cNvSpPr/>
          <p:nvPr/>
        </p:nvSpPr>
        <p:spPr>
          <a:xfrm>
            <a:off x="43370500" y="16675100"/>
            <a:ext cx="2108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762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S27_31 · Calibri italic 11 · W 138.38 · k−0</a:t>
            </a:r>
            <a:endParaRPr lang="en-US" sz="720" dirty="0"/>
          </a:p>
        </p:txBody>
      </p:sp>
      <p:sp>
        <p:nvSpPr>
          <p:cNvPr id="118" name="S27_31_Calibri_11_W138.38"/>
          <p:cNvSpPr/>
          <p:nvPr/>
        </p:nvSpPr>
        <p:spPr>
          <a:xfrm>
            <a:off x="76200" y="17310100"/>
            <a:ext cx="17574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62611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S27_32 · Calibri italic 11 · W 123.38 · k−0</a:t>
            </a:r>
            <a:endParaRPr lang="en-US" sz="720" dirty="0"/>
          </a:p>
        </p:txBody>
      </p:sp>
      <p:sp>
        <p:nvSpPr>
          <p:cNvPr id="120" name="S27_32_Calibri_11_W123.38"/>
          <p:cNvSpPr/>
          <p:nvPr/>
        </p:nvSpPr>
        <p:spPr>
          <a:xfrm>
            <a:off x="6261100" y="17310100"/>
            <a:ext cx="15669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124460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S27_33 · Calibri italic 11 · W 147 · k−0</a:t>
            </a:r>
            <a:endParaRPr lang="en-US" sz="720" dirty="0"/>
          </a:p>
        </p:txBody>
      </p:sp>
      <p:sp>
        <p:nvSpPr>
          <p:cNvPr id="122" name="S27_33_Calibri_11_W147"/>
          <p:cNvSpPr/>
          <p:nvPr/>
        </p:nvSpPr>
        <p:spPr>
          <a:xfrm>
            <a:off x="12446000" y="17310100"/>
            <a:ext cx="18669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186309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S27_34 · Calibri italic 11 · W 145.5 · k−0</a:t>
            </a:r>
            <a:endParaRPr lang="en-US" sz="720" dirty="0"/>
          </a:p>
        </p:txBody>
      </p:sp>
      <p:sp>
        <p:nvSpPr>
          <p:cNvPr id="124" name="S27_34_Calibri_11_W145.5"/>
          <p:cNvSpPr/>
          <p:nvPr/>
        </p:nvSpPr>
        <p:spPr>
          <a:xfrm>
            <a:off x="18630900" y="17310100"/>
            <a:ext cx="18478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248158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S27_35 · Verdana italic 11 · W 174 · k−0</a:t>
            </a:r>
            <a:endParaRPr lang="en-US" sz="720" dirty="0"/>
          </a:p>
        </p:txBody>
      </p:sp>
      <p:sp>
        <p:nvSpPr>
          <p:cNvPr id="126" name="S27_35_Verdana_11_W174"/>
          <p:cNvSpPr/>
          <p:nvPr/>
        </p:nvSpPr>
        <p:spPr>
          <a:xfrm>
            <a:off x="24815800" y="17310100"/>
            <a:ext cx="22098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310007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S27_36 · Verdana italic 11 · W 153.5 · k−0</a:t>
            </a:r>
            <a:endParaRPr lang="en-US" sz="720" dirty="0"/>
          </a:p>
        </p:txBody>
      </p:sp>
      <p:sp>
        <p:nvSpPr>
          <p:cNvPr id="128" name="S27_36_Verdana_11_W153.5"/>
          <p:cNvSpPr/>
          <p:nvPr/>
        </p:nvSpPr>
        <p:spPr>
          <a:xfrm>
            <a:off x="31000700" y="17310100"/>
            <a:ext cx="19494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371856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S27_37 · Verdana italic 11 · W 190.38 · k−0</a:t>
            </a:r>
            <a:endParaRPr lang="en-US" sz="720" dirty="0"/>
          </a:p>
        </p:txBody>
      </p:sp>
      <p:sp>
        <p:nvSpPr>
          <p:cNvPr id="130" name="S27_37_Verdana_11_W190.38"/>
          <p:cNvSpPr/>
          <p:nvPr/>
        </p:nvSpPr>
        <p:spPr>
          <a:xfrm>
            <a:off x="37185600" y="17310100"/>
            <a:ext cx="24178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43370500" y="17145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S27_38 · Verdana italic 11 · W 191.13 · k−0</a:t>
            </a:r>
            <a:endParaRPr lang="en-US" sz="720" dirty="0"/>
          </a:p>
        </p:txBody>
      </p:sp>
      <p:sp>
        <p:nvSpPr>
          <p:cNvPr id="132" name="S27_38_Verdana_11_W191.13"/>
          <p:cNvSpPr/>
          <p:nvPr/>
        </p:nvSpPr>
        <p:spPr>
          <a:xfrm>
            <a:off x="43370500" y="17310100"/>
            <a:ext cx="24273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762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S27_41 · Trebuchet MS italic 11 · W 155 · k−0</a:t>
            </a:r>
            <a:endParaRPr lang="en-US" sz="720" dirty="0"/>
          </a:p>
        </p:txBody>
      </p:sp>
      <p:sp>
        <p:nvSpPr>
          <p:cNvPr id="134" name="S27_41_TrebuchetMS_11_W155"/>
          <p:cNvSpPr/>
          <p:nvPr/>
        </p:nvSpPr>
        <p:spPr>
          <a:xfrm>
            <a:off x="76200" y="17945100"/>
            <a:ext cx="19685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62611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S27_42 · Trebuchet MS italic 11 · W 139.38 · k−0</a:t>
            </a:r>
            <a:endParaRPr lang="en-US" sz="720" dirty="0"/>
          </a:p>
        </p:txBody>
      </p:sp>
      <p:sp>
        <p:nvSpPr>
          <p:cNvPr id="136" name="S27_42_TrebuchetMS_11_W139.38"/>
          <p:cNvSpPr/>
          <p:nvPr/>
        </p:nvSpPr>
        <p:spPr>
          <a:xfrm>
            <a:off x="6261100" y="17945100"/>
            <a:ext cx="17701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124460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S27_43 · Trebuchet MS italic 11 · W 163.88 · k−0</a:t>
            </a:r>
            <a:endParaRPr lang="en-US" sz="720" dirty="0"/>
          </a:p>
        </p:txBody>
      </p:sp>
      <p:sp>
        <p:nvSpPr>
          <p:cNvPr id="138" name="S27_43_TrebuchetMS_11_W163.88"/>
          <p:cNvSpPr/>
          <p:nvPr/>
        </p:nvSpPr>
        <p:spPr>
          <a:xfrm>
            <a:off x="12446000" y="17945100"/>
            <a:ext cx="20812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186309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S27_44 · Trebuchet MS italic 11 · W 165 · k−0</a:t>
            </a:r>
            <a:endParaRPr lang="en-US" sz="720" dirty="0"/>
          </a:p>
        </p:txBody>
      </p:sp>
      <p:sp>
        <p:nvSpPr>
          <p:cNvPr id="140" name="S27_44_TrebuchetMS_11_W165"/>
          <p:cNvSpPr/>
          <p:nvPr/>
        </p:nvSpPr>
        <p:spPr>
          <a:xfrm>
            <a:off x="18630900" y="17945100"/>
            <a:ext cx="20955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248158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S27_45 · Courier New italic 11 · W 199.75 · k−0</a:t>
            </a:r>
            <a:endParaRPr lang="en-US" sz="720" dirty="0"/>
          </a:p>
        </p:txBody>
      </p:sp>
      <p:sp>
        <p:nvSpPr>
          <p:cNvPr id="142" name="S27_45_CourierNew_11_W199.75"/>
          <p:cNvSpPr/>
          <p:nvPr/>
        </p:nvSpPr>
        <p:spPr>
          <a:xfrm>
            <a:off x="24815800" y="17945100"/>
            <a:ext cx="25368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310007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S27_46 · Courier New italic 11 · W 173.25 · k−0</a:t>
            </a:r>
            <a:endParaRPr lang="en-US" sz="720" dirty="0"/>
          </a:p>
        </p:txBody>
      </p:sp>
      <p:sp>
        <p:nvSpPr>
          <p:cNvPr id="144" name="S27_46_CourierNew_11_W173.25"/>
          <p:cNvSpPr/>
          <p:nvPr/>
        </p:nvSpPr>
        <p:spPr>
          <a:xfrm>
            <a:off x="31000700" y="17945100"/>
            <a:ext cx="22002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371856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S27_47 · Courier New italic 11 · W 206.38 · k−0</a:t>
            </a:r>
            <a:endParaRPr lang="en-US" sz="720" dirty="0"/>
          </a:p>
        </p:txBody>
      </p:sp>
      <p:sp>
        <p:nvSpPr>
          <p:cNvPr id="146" name="S27_47_CourierNew_11_W206.38"/>
          <p:cNvSpPr/>
          <p:nvPr/>
        </p:nvSpPr>
        <p:spPr>
          <a:xfrm>
            <a:off x="37185600" y="17945100"/>
            <a:ext cx="26210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43370500" y="17780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S27_48 · Courier New italic 11 · W 219.63 · k−0</a:t>
            </a:r>
            <a:endParaRPr lang="en-US" sz="720" dirty="0"/>
          </a:p>
        </p:txBody>
      </p:sp>
      <p:sp>
        <p:nvSpPr>
          <p:cNvPr id="148" name="S27_48_CourierNew_11_W219.63"/>
          <p:cNvSpPr/>
          <p:nvPr/>
        </p:nvSpPr>
        <p:spPr>
          <a:xfrm>
            <a:off x="43370500" y="17945100"/>
            <a:ext cx="27893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76200" y="196850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18pt italic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762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S28_11 · Arial italic 18 · W 249.35 · k−1.65</a:t>
            </a:r>
            <a:endParaRPr lang="en-US" sz="860" dirty="0"/>
          </a:p>
        </p:txBody>
      </p:sp>
      <p:sp>
        <p:nvSpPr>
          <p:cNvPr id="151" name="S28_11_Arial_18_W249.35"/>
          <p:cNvSpPr/>
          <p:nvPr/>
        </p:nvSpPr>
        <p:spPr>
          <a:xfrm>
            <a:off x="76200" y="20104100"/>
            <a:ext cx="316674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52" name="Text 150"/>
          <p:cNvSpPr/>
          <p:nvPr/>
        </p:nvSpPr>
        <p:spPr>
          <a:xfrm>
            <a:off x="62611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S28_12 · Arial italic 18 · W 224.01 · k−3.99</a:t>
            </a:r>
            <a:endParaRPr lang="en-US" sz="860" dirty="0"/>
          </a:p>
        </p:txBody>
      </p:sp>
      <p:sp>
        <p:nvSpPr>
          <p:cNvPr id="153" name="S28_12_Arial_18_W224.01"/>
          <p:cNvSpPr/>
          <p:nvPr/>
        </p:nvSpPr>
        <p:spPr>
          <a:xfrm>
            <a:off x="6261100" y="20104100"/>
            <a:ext cx="2844927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54" name="Text 152"/>
          <p:cNvSpPr/>
          <p:nvPr/>
        </p:nvSpPr>
        <p:spPr>
          <a:xfrm>
            <a:off x="124460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S28_13 · Arial italic 18 · W 275 · k−0</a:t>
            </a:r>
            <a:endParaRPr lang="en-US" sz="860" dirty="0"/>
          </a:p>
        </p:txBody>
      </p:sp>
      <p:sp>
        <p:nvSpPr>
          <p:cNvPr id="155" name="S28_13_Arial_18_W275"/>
          <p:cNvSpPr/>
          <p:nvPr/>
        </p:nvSpPr>
        <p:spPr>
          <a:xfrm>
            <a:off x="12446000" y="20104100"/>
            <a:ext cx="34925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56" name="Text 154"/>
          <p:cNvSpPr/>
          <p:nvPr/>
        </p:nvSpPr>
        <p:spPr>
          <a:xfrm>
            <a:off x="186309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S28_14 · Arial italic 18 · W 273.01 · k−0.99</a:t>
            </a:r>
            <a:endParaRPr lang="en-US" sz="860" dirty="0"/>
          </a:p>
        </p:txBody>
      </p:sp>
      <p:sp>
        <p:nvSpPr>
          <p:cNvPr id="157" name="S28_14_Arial_18_W273.01"/>
          <p:cNvSpPr/>
          <p:nvPr/>
        </p:nvSpPr>
        <p:spPr>
          <a:xfrm>
            <a:off x="18630900" y="20104100"/>
            <a:ext cx="3467227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58" name="Text 156"/>
          <p:cNvSpPr/>
          <p:nvPr/>
        </p:nvSpPr>
        <p:spPr>
          <a:xfrm>
            <a:off x="248158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S28_15 · Arial Narrow italic 18 · W 204.75 · k−2</a:t>
            </a:r>
            <a:endParaRPr lang="en-US" sz="860" dirty="0"/>
          </a:p>
        </p:txBody>
      </p:sp>
      <p:sp>
        <p:nvSpPr>
          <p:cNvPr id="159" name="S28_15_ArialNarrow_18_W204.75"/>
          <p:cNvSpPr/>
          <p:nvPr/>
        </p:nvSpPr>
        <p:spPr>
          <a:xfrm>
            <a:off x="24815800" y="20104100"/>
            <a:ext cx="260032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60" name="Text 158"/>
          <p:cNvSpPr/>
          <p:nvPr/>
        </p:nvSpPr>
        <p:spPr>
          <a:xfrm>
            <a:off x="310007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S28_16 · Arial Narrow italic 18 · W 183.07 · k−4.31</a:t>
            </a:r>
            <a:endParaRPr lang="en-US" sz="860" dirty="0"/>
          </a:p>
        </p:txBody>
      </p:sp>
      <p:sp>
        <p:nvSpPr>
          <p:cNvPr id="161" name="S28_16_ArialNarrow_18_W183.07"/>
          <p:cNvSpPr/>
          <p:nvPr/>
        </p:nvSpPr>
        <p:spPr>
          <a:xfrm>
            <a:off x="31000700" y="20104100"/>
            <a:ext cx="2324989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62" name="Text 160"/>
          <p:cNvSpPr/>
          <p:nvPr/>
        </p:nvSpPr>
        <p:spPr>
          <a:xfrm>
            <a:off x="371856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S28_17 · Arial Narrow italic 18 · W 226.5 · k−0</a:t>
            </a:r>
            <a:endParaRPr lang="en-US" sz="860" dirty="0"/>
          </a:p>
        </p:txBody>
      </p:sp>
      <p:sp>
        <p:nvSpPr>
          <p:cNvPr id="163" name="S28_17_ArialNarrow_18_W226.5"/>
          <p:cNvSpPr/>
          <p:nvPr/>
        </p:nvSpPr>
        <p:spPr>
          <a:xfrm>
            <a:off x="37185600" y="20104100"/>
            <a:ext cx="28765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64" name="Text 162"/>
          <p:cNvSpPr/>
          <p:nvPr/>
        </p:nvSpPr>
        <p:spPr>
          <a:xfrm>
            <a:off x="43370500" y="1993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S28_18 · Arial Narrow italic 18 · W 223.91 · k−1.34</a:t>
            </a:r>
            <a:endParaRPr lang="en-US" sz="860" dirty="0"/>
          </a:p>
        </p:txBody>
      </p:sp>
      <p:sp>
        <p:nvSpPr>
          <p:cNvPr id="165" name="S28_18_ArialNarrow_18_W223.91"/>
          <p:cNvSpPr/>
          <p:nvPr/>
        </p:nvSpPr>
        <p:spPr>
          <a:xfrm>
            <a:off x="43370500" y="20104100"/>
            <a:ext cx="2843657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66" name="Text 164"/>
          <p:cNvSpPr/>
          <p:nvPr/>
        </p:nvSpPr>
        <p:spPr>
          <a:xfrm>
            <a:off x="762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S28_21 · Times New Roman italic 18 · W 222.84 · k−3.66</a:t>
            </a:r>
            <a:endParaRPr lang="en-US" sz="860" dirty="0"/>
          </a:p>
        </p:txBody>
      </p:sp>
      <p:sp>
        <p:nvSpPr>
          <p:cNvPr id="167" name="S28_21_TimesNewRoman_18_W222.84"/>
          <p:cNvSpPr/>
          <p:nvPr/>
        </p:nvSpPr>
        <p:spPr>
          <a:xfrm>
            <a:off x="76200" y="20955000"/>
            <a:ext cx="2830068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68" name="Text 166"/>
          <p:cNvSpPr/>
          <p:nvPr/>
        </p:nvSpPr>
        <p:spPr>
          <a:xfrm>
            <a:off x="62611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S28_22 · Times New Roman italic 18 · W 204.53 · k−4.97</a:t>
            </a:r>
            <a:endParaRPr lang="en-US" sz="860" dirty="0"/>
          </a:p>
        </p:txBody>
      </p:sp>
      <p:sp>
        <p:nvSpPr>
          <p:cNvPr id="169" name="S28_22_TimesNewRoman_18_W204.53"/>
          <p:cNvSpPr/>
          <p:nvPr/>
        </p:nvSpPr>
        <p:spPr>
          <a:xfrm>
            <a:off x="6261100" y="20955000"/>
            <a:ext cx="2597531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124460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S28_23 · Times New Roman italic 18 · W 252.25 · k−0</a:t>
            </a:r>
            <a:endParaRPr lang="en-US" sz="860" dirty="0"/>
          </a:p>
        </p:txBody>
      </p:sp>
      <p:sp>
        <p:nvSpPr>
          <p:cNvPr id="171" name="S28_23_TimesNewRoman_18_W252.25"/>
          <p:cNvSpPr/>
          <p:nvPr/>
        </p:nvSpPr>
        <p:spPr>
          <a:xfrm>
            <a:off x="12446000" y="20955000"/>
            <a:ext cx="32035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72" name="Text 170"/>
          <p:cNvSpPr/>
          <p:nvPr/>
        </p:nvSpPr>
        <p:spPr>
          <a:xfrm>
            <a:off x="186309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S28_24 · Times New Roman italic 18 · W 253.1 · k−0.9</a:t>
            </a:r>
            <a:endParaRPr lang="en-US" sz="860" dirty="0"/>
          </a:p>
        </p:txBody>
      </p:sp>
      <p:sp>
        <p:nvSpPr>
          <p:cNvPr id="173" name="S28_24_TimesNewRoman_18_W253.1"/>
          <p:cNvSpPr/>
          <p:nvPr/>
        </p:nvSpPr>
        <p:spPr>
          <a:xfrm>
            <a:off x="18630900" y="20955000"/>
            <a:ext cx="321437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74" name="Text 172"/>
          <p:cNvSpPr/>
          <p:nvPr/>
        </p:nvSpPr>
        <p:spPr>
          <a:xfrm>
            <a:off x="248158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S28_25 · Georgia italic 18 · W 252.63 · k−0</a:t>
            </a:r>
            <a:endParaRPr lang="en-US" sz="860" dirty="0"/>
          </a:p>
        </p:txBody>
      </p:sp>
      <p:sp>
        <p:nvSpPr>
          <p:cNvPr id="175" name="S28_25_Georgia_18_W252.63"/>
          <p:cNvSpPr/>
          <p:nvPr/>
        </p:nvSpPr>
        <p:spPr>
          <a:xfrm>
            <a:off x="24815800" y="20955000"/>
            <a:ext cx="32084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76" name="Text 174"/>
          <p:cNvSpPr/>
          <p:nvPr/>
        </p:nvSpPr>
        <p:spPr>
          <a:xfrm>
            <a:off x="310007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S28_26 · Georgia italic 18 · W 232.13 · k−0</a:t>
            </a:r>
            <a:endParaRPr lang="en-US" sz="860" dirty="0"/>
          </a:p>
        </p:txBody>
      </p:sp>
      <p:sp>
        <p:nvSpPr>
          <p:cNvPr id="177" name="S28_26_Georgia_18_W232.13"/>
          <p:cNvSpPr/>
          <p:nvPr/>
        </p:nvSpPr>
        <p:spPr>
          <a:xfrm>
            <a:off x="31000700" y="20955000"/>
            <a:ext cx="29480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78" name="Text 176"/>
          <p:cNvSpPr/>
          <p:nvPr/>
        </p:nvSpPr>
        <p:spPr>
          <a:xfrm>
            <a:off x="371856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S28_27 · Georgia italic 18 · W 269.38 · k−0</a:t>
            </a:r>
            <a:endParaRPr lang="en-US" sz="860" dirty="0"/>
          </a:p>
        </p:txBody>
      </p:sp>
      <p:sp>
        <p:nvSpPr>
          <p:cNvPr id="179" name="S28_27_Georgia_18_W269.38"/>
          <p:cNvSpPr/>
          <p:nvPr/>
        </p:nvSpPr>
        <p:spPr>
          <a:xfrm>
            <a:off x="37185600" y="20955000"/>
            <a:ext cx="34211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80" name="Text 178"/>
          <p:cNvSpPr/>
          <p:nvPr/>
        </p:nvSpPr>
        <p:spPr>
          <a:xfrm>
            <a:off x="43370500" y="207899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S28_28 · Georgia italic 18 · W 271.13 · k−0</a:t>
            </a:r>
            <a:endParaRPr lang="en-US" sz="860" dirty="0"/>
          </a:p>
        </p:txBody>
      </p:sp>
      <p:sp>
        <p:nvSpPr>
          <p:cNvPr id="181" name="S28_28_Georgia_18_W271.13"/>
          <p:cNvSpPr/>
          <p:nvPr/>
        </p:nvSpPr>
        <p:spPr>
          <a:xfrm>
            <a:off x="43370500" y="20955000"/>
            <a:ext cx="34433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82" name="Text 180"/>
          <p:cNvSpPr/>
          <p:nvPr/>
        </p:nvSpPr>
        <p:spPr>
          <a:xfrm>
            <a:off x="762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S28_31 · Calibri italic 18 · W 224.88 · k−1.75</a:t>
            </a:r>
            <a:endParaRPr lang="en-US" sz="860" dirty="0"/>
          </a:p>
        </p:txBody>
      </p:sp>
      <p:sp>
        <p:nvSpPr>
          <p:cNvPr id="183" name="S28_31_Calibri_18_W224.88"/>
          <p:cNvSpPr/>
          <p:nvPr/>
        </p:nvSpPr>
        <p:spPr>
          <a:xfrm>
            <a:off x="76200" y="21805900"/>
            <a:ext cx="2855976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84" name="Text 182"/>
          <p:cNvSpPr/>
          <p:nvPr/>
        </p:nvSpPr>
        <p:spPr>
          <a:xfrm>
            <a:off x="62611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S28_32 · Calibri italic 18 · W 198.37 · k−3.38</a:t>
            </a:r>
            <a:endParaRPr lang="en-US" sz="860" dirty="0"/>
          </a:p>
        </p:txBody>
      </p:sp>
      <p:sp>
        <p:nvSpPr>
          <p:cNvPr id="185" name="S28_32_Calibri_18_W198.37"/>
          <p:cNvSpPr/>
          <p:nvPr/>
        </p:nvSpPr>
        <p:spPr>
          <a:xfrm>
            <a:off x="6261100" y="21805900"/>
            <a:ext cx="2519299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86" name="Text 184"/>
          <p:cNvSpPr/>
          <p:nvPr/>
        </p:nvSpPr>
        <p:spPr>
          <a:xfrm>
            <a:off x="124460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S28_33 · Calibri italic 18 · W 240.02 · k−0.73</a:t>
            </a:r>
            <a:endParaRPr lang="en-US" sz="860" dirty="0"/>
          </a:p>
        </p:txBody>
      </p:sp>
      <p:sp>
        <p:nvSpPr>
          <p:cNvPr id="187" name="S28_33_Calibri_18_W240.02"/>
          <p:cNvSpPr/>
          <p:nvPr/>
        </p:nvSpPr>
        <p:spPr>
          <a:xfrm>
            <a:off x="12446000" y="21805900"/>
            <a:ext cx="304825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88" name="Text 186"/>
          <p:cNvSpPr/>
          <p:nvPr/>
        </p:nvSpPr>
        <p:spPr>
          <a:xfrm>
            <a:off x="186309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S28_34 · Calibri italic 18 · W 235.62 · k−2.01</a:t>
            </a:r>
            <a:endParaRPr lang="en-US" sz="860" dirty="0"/>
          </a:p>
        </p:txBody>
      </p:sp>
      <p:sp>
        <p:nvSpPr>
          <p:cNvPr id="189" name="S28_34_Calibri_18_W235.62"/>
          <p:cNvSpPr/>
          <p:nvPr/>
        </p:nvSpPr>
        <p:spPr>
          <a:xfrm>
            <a:off x="18630900" y="21805900"/>
            <a:ext cx="299237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90" name="Text 188"/>
          <p:cNvSpPr/>
          <p:nvPr/>
        </p:nvSpPr>
        <p:spPr>
          <a:xfrm>
            <a:off x="248158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S28_35 · Verdana italic 18 · W 283.75 · k−0</a:t>
            </a:r>
            <a:endParaRPr lang="en-US" sz="860" dirty="0"/>
          </a:p>
        </p:txBody>
      </p:sp>
      <p:sp>
        <p:nvSpPr>
          <p:cNvPr id="191" name="S28_35_Verdana_18_W283.75"/>
          <p:cNvSpPr/>
          <p:nvPr/>
        </p:nvSpPr>
        <p:spPr>
          <a:xfrm>
            <a:off x="24815800" y="21805900"/>
            <a:ext cx="36036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192" name="Text 190"/>
          <p:cNvSpPr/>
          <p:nvPr/>
        </p:nvSpPr>
        <p:spPr>
          <a:xfrm>
            <a:off x="310007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S28_36 · Verdana italic 18 · W 251 · k−0</a:t>
            </a:r>
            <a:endParaRPr lang="en-US" sz="860" dirty="0"/>
          </a:p>
        </p:txBody>
      </p:sp>
      <p:sp>
        <p:nvSpPr>
          <p:cNvPr id="193" name="S28_36_Verdana_18_W251"/>
          <p:cNvSpPr/>
          <p:nvPr/>
        </p:nvSpPr>
        <p:spPr>
          <a:xfrm>
            <a:off x="31000700" y="21805900"/>
            <a:ext cx="31877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194" name="Text 192"/>
          <p:cNvSpPr/>
          <p:nvPr/>
        </p:nvSpPr>
        <p:spPr>
          <a:xfrm>
            <a:off x="371856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S28_37 · Verdana italic 18 · W 311.5 · k−0</a:t>
            </a:r>
            <a:endParaRPr lang="en-US" sz="860" dirty="0"/>
          </a:p>
        </p:txBody>
      </p:sp>
      <p:sp>
        <p:nvSpPr>
          <p:cNvPr id="195" name="S28_37_Verdana_18_W311.5"/>
          <p:cNvSpPr/>
          <p:nvPr/>
        </p:nvSpPr>
        <p:spPr>
          <a:xfrm>
            <a:off x="37185600" y="21805900"/>
            <a:ext cx="39560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196" name="Text 194"/>
          <p:cNvSpPr/>
          <p:nvPr/>
        </p:nvSpPr>
        <p:spPr>
          <a:xfrm>
            <a:off x="43370500" y="2164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S28_38 · Verdana italic 18 · W 312.5 · k−0</a:t>
            </a:r>
            <a:endParaRPr lang="en-US" sz="860" dirty="0"/>
          </a:p>
        </p:txBody>
      </p:sp>
      <p:sp>
        <p:nvSpPr>
          <p:cNvPr id="197" name="S28_38_Verdana_18_W312.5"/>
          <p:cNvSpPr/>
          <p:nvPr/>
        </p:nvSpPr>
        <p:spPr>
          <a:xfrm>
            <a:off x="43370500" y="21805900"/>
            <a:ext cx="39687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198" name="Text 196"/>
          <p:cNvSpPr/>
          <p:nvPr/>
        </p:nvSpPr>
        <p:spPr>
          <a:xfrm>
            <a:off x="762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S28_41 · Trebuchet MS italic 18 · W 250.69 · k−2.19</a:t>
            </a:r>
            <a:endParaRPr lang="en-US" sz="860" dirty="0"/>
          </a:p>
        </p:txBody>
      </p:sp>
      <p:sp>
        <p:nvSpPr>
          <p:cNvPr id="199" name="S28_41_TrebuchetMS_18_W250.69"/>
          <p:cNvSpPr/>
          <p:nvPr/>
        </p:nvSpPr>
        <p:spPr>
          <a:xfrm>
            <a:off x="76200" y="22656800"/>
            <a:ext cx="3183763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00" name="Text 198"/>
          <p:cNvSpPr/>
          <p:nvPr/>
        </p:nvSpPr>
        <p:spPr>
          <a:xfrm>
            <a:off x="62611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S28_42 · Trebuchet MS italic 18 · W 220.23 · k−7.27</a:t>
            </a:r>
            <a:endParaRPr lang="en-US" sz="860" dirty="0"/>
          </a:p>
        </p:txBody>
      </p:sp>
      <p:sp>
        <p:nvSpPr>
          <p:cNvPr id="201" name="S28_42_TrebuchetMS_18_W220.23"/>
          <p:cNvSpPr/>
          <p:nvPr/>
        </p:nvSpPr>
        <p:spPr>
          <a:xfrm>
            <a:off x="6261100" y="22656800"/>
            <a:ext cx="2796921" cy="274320"/>
          </a:xfrm>
          <a:prstGeom prst="rect">
            <a:avLst/>
          </a:prstGeom>
          <a:noFill/>
          <a:ln w="19050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02" name="Text 200"/>
          <p:cNvSpPr/>
          <p:nvPr/>
        </p:nvSpPr>
        <p:spPr>
          <a:xfrm>
            <a:off x="124460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S28_43 · Trebuchet MS italic 18 · W 266.63 · k−0</a:t>
            </a:r>
            <a:endParaRPr lang="en-US" sz="860" dirty="0"/>
          </a:p>
        </p:txBody>
      </p:sp>
      <p:sp>
        <p:nvSpPr>
          <p:cNvPr id="203" name="S28_43_TrebuchetMS_18_W266.63"/>
          <p:cNvSpPr/>
          <p:nvPr/>
        </p:nvSpPr>
        <p:spPr>
          <a:xfrm>
            <a:off x="12446000" y="22656800"/>
            <a:ext cx="33862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04" name="Text 202"/>
          <p:cNvSpPr/>
          <p:nvPr/>
        </p:nvSpPr>
        <p:spPr>
          <a:xfrm>
            <a:off x="186309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S28_44 · Trebuchet MS italic 18 · W 266.91 · k−2.22</a:t>
            </a:r>
            <a:endParaRPr lang="en-US" sz="860" dirty="0"/>
          </a:p>
        </p:txBody>
      </p:sp>
      <p:sp>
        <p:nvSpPr>
          <p:cNvPr id="205" name="S28_44_TrebuchetMS_18_W266.91"/>
          <p:cNvSpPr/>
          <p:nvPr/>
        </p:nvSpPr>
        <p:spPr>
          <a:xfrm>
            <a:off x="18630900" y="22656800"/>
            <a:ext cx="3389757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800" dirty="0"/>
          </a:p>
        </p:txBody>
      </p:sp>
      <p:sp>
        <p:nvSpPr>
          <p:cNvPr id="206" name="Text 204"/>
          <p:cNvSpPr/>
          <p:nvPr/>
        </p:nvSpPr>
        <p:spPr>
          <a:xfrm>
            <a:off x="248158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S28_45 · Courier New italic 18 · W 323.5 · k−0</a:t>
            </a:r>
            <a:endParaRPr lang="en-US" sz="860" dirty="0"/>
          </a:p>
        </p:txBody>
      </p:sp>
      <p:sp>
        <p:nvSpPr>
          <p:cNvPr id="207" name="S28_45_CourierNew_18_W323.5"/>
          <p:cNvSpPr/>
          <p:nvPr/>
        </p:nvSpPr>
        <p:spPr>
          <a:xfrm>
            <a:off x="24815800" y="22656800"/>
            <a:ext cx="41084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800" dirty="0"/>
          </a:p>
        </p:txBody>
      </p:sp>
      <p:sp>
        <p:nvSpPr>
          <p:cNvPr id="208" name="Text 206"/>
          <p:cNvSpPr/>
          <p:nvPr/>
        </p:nvSpPr>
        <p:spPr>
          <a:xfrm>
            <a:off x="310007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S28_46 · Courier New italic 18 · W 280.5 · k−0</a:t>
            </a:r>
            <a:endParaRPr lang="en-US" sz="860" dirty="0"/>
          </a:p>
        </p:txBody>
      </p:sp>
      <p:sp>
        <p:nvSpPr>
          <p:cNvPr id="209" name="S28_46_CourierNew_18_W280.5"/>
          <p:cNvSpPr/>
          <p:nvPr/>
        </p:nvSpPr>
        <p:spPr>
          <a:xfrm>
            <a:off x="31000700" y="22656800"/>
            <a:ext cx="35623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800" dirty="0"/>
          </a:p>
        </p:txBody>
      </p:sp>
      <p:sp>
        <p:nvSpPr>
          <p:cNvPr id="210" name="Text 208"/>
          <p:cNvSpPr/>
          <p:nvPr/>
        </p:nvSpPr>
        <p:spPr>
          <a:xfrm>
            <a:off x="371856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S28_47 · Courier New italic 18 · W 334.25 · k−0</a:t>
            </a:r>
            <a:endParaRPr lang="en-US" sz="860" dirty="0"/>
          </a:p>
        </p:txBody>
      </p:sp>
      <p:sp>
        <p:nvSpPr>
          <p:cNvPr id="211" name="S28_47_CourierNew_18_W334.25"/>
          <p:cNvSpPr/>
          <p:nvPr/>
        </p:nvSpPr>
        <p:spPr>
          <a:xfrm>
            <a:off x="37185600" y="22656800"/>
            <a:ext cx="42449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800" dirty="0"/>
          </a:p>
        </p:txBody>
      </p:sp>
      <p:sp>
        <p:nvSpPr>
          <p:cNvPr id="212" name="Text 210"/>
          <p:cNvSpPr/>
          <p:nvPr/>
        </p:nvSpPr>
        <p:spPr>
          <a:xfrm>
            <a:off x="43370500" y="2249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S28_48 · Courier New italic 18 · W 355.75 · k−0</a:t>
            </a:r>
            <a:endParaRPr lang="en-US" sz="860" dirty="0"/>
          </a:p>
        </p:txBody>
      </p:sp>
      <p:sp>
        <p:nvSpPr>
          <p:cNvPr id="213" name="S28_48_CourierNew_18_W355.75"/>
          <p:cNvSpPr/>
          <p:nvPr/>
        </p:nvSpPr>
        <p:spPr>
          <a:xfrm>
            <a:off x="43370500" y="22656800"/>
            <a:ext cx="4518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12/15 — 48pt italic · 14pt boldItalic · 12pt regular · 20pt regular · 36pt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48pt italic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S29_11 · Arial italic 48 · W 116.84 · k−4.41</a:t>
            </a:r>
            <a:endParaRPr lang="en-US" sz="1400" dirty="0"/>
          </a:p>
        </p:txBody>
      </p:sp>
      <p:sp>
        <p:nvSpPr>
          <p:cNvPr id="5" name="S29_11_Arial_48_W116.84"/>
          <p:cNvSpPr/>
          <p:nvPr/>
        </p:nvSpPr>
        <p:spPr>
          <a:xfrm>
            <a:off x="76200" y="850900"/>
            <a:ext cx="1483868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S29_12 · Arial italic 48 · W 189.66 · k−6.22</a:t>
            </a:r>
            <a:endParaRPr lang="en-US" sz="1400" dirty="0"/>
          </a:p>
        </p:txBody>
      </p:sp>
      <p:sp>
        <p:nvSpPr>
          <p:cNvPr id="7" name="S29_12_Arial_48_W189.66"/>
          <p:cNvSpPr/>
          <p:nvPr/>
        </p:nvSpPr>
        <p:spPr>
          <a:xfrm>
            <a:off x="6261100" y="850900"/>
            <a:ext cx="240868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 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S29_13 · Arial italic 48 · W 379.16 · k−6.22</a:t>
            </a:r>
            <a:endParaRPr lang="en-US" sz="1400" dirty="0"/>
          </a:p>
        </p:txBody>
      </p:sp>
      <p:sp>
        <p:nvSpPr>
          <p:cNvPr id="9" name="S29_13_Arial_48_W379.16"/>
          <p:cNvSpPr/>
          <p:nvPr/>
        </p:nvSpPr>
        <p:spPr>
          <a:xfrm>
            <a:off x="12446000" y="850900"/>
            <a:ext cx="481533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S29_14 · Arial italic 48 · W 277.38 · k−10.62</a:t>
            </a:r>
            <a:endParaRPr lang="en-US" sz="1400" dirty="0"/>
          </a:p>
        </p:txBody>
      </p:sp>
      <p:sp>
        <p:nvSpPr>
          <p:cNvPr id="11" name="S29_14_Arial_48_W277.38"/>
          <p:cNvSpPr/>
          <p:nvPr/>
        </p:nvSpPr>
        <p:spPr>
          <a:xfrm>
            <a:off x="18630900" y="850900"/>
            <a:ext cx="3522726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S29_15 · Arial Narrow italic 48 · W 94.18 · k−5.32</a:t>
            </a:r>
            <a:endParaRPr lang="en-US" sz="1400" dirty="0"/>
          </a:p>
        </p:txBody>
      </p:sp>
      <p:sp>
        <p:nvSpPr>
          <p:cNvPr id="13" name="S29_15_ArialNarrow_48_W94.18"/>
          <p:cNvSpPr/>
          <p:nvPr/>
        </p:nvSpPr>
        <p:spPr>
          <a:xfrm>
            <a:off x="24815800" y="850900"/>
            <a:ext cx="1196086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 yo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S29_16 · Arial Narrow italic 48 · W 154.66 · k−6.22</a:t>
            </a:r>
            <a:endParaRPr lang="en-US" sz="1400" dirty="0"/>
          </a:p>
        </p:txBody>
      </p:sp>
      <p:sp>
        <p:nvSpPr>
          <p:cNvPr id="15" name="S29_16_ArialNarrow_48_W154.66"/>
          <p:cNvSpPr/>
          <p:nvPr/>
        </p:nvSpPr>
        <p:spPr>
          <a:xfrm>
            <a:off x="31000700" y="850900"/>
            <a:ext cx="196418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yo Ty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S29_17 · Arial Narrow italic 48 · W 308.95 · k−7.05</a:t>
            </a:r>
            <a:endParaRPr lang="en-US" sz="1400" dirty="0"/>
          </a:p>
        </p:txBody>
      </p:sp>
      <p:sp>
        <p:nvSpPr>
          <p:cNvPr id="17" name="S29_17_ArialNarrow_48_W308.95"/>
          <p:cNvSpPr/>
          <p:nvPr/>
        </p:nvSpPr>
        <p:spPr>
          <a:xfrm>
            <a:off x="37185600" y="850900"/>
            <a:ext cx="3923665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S29_18 · Arial Narrow italic 48 · W 224.84 · k−11.54</a:t>
            </a:r>
            <a:endParaRPr lang="en-US" sz="1400" dirty="0"/>
          </a:p>
        </p:txBody>
      </p:sp>
      <p:sp>
        <p:nvSpPr>
          <p:cNvPr id="19" name="S29_18_ArialNarrow_48_W224.84"/>
          <p:cNvSpPr/>
          <p:nvPr/>
        </p:nvSpPr>
        <p:spPr>
          <a:xfrm>
            <a:off x="43370500" y="850900"/>
            <a:ext cx="2855468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62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S29_21 · Times New Roman italic 48 · W 104.59 · k−4.41</a:t>
            </a:r>
            <a:endParaRPr lang="en-US" sz="1400" dirty="0"/>
          </a:p>
        </p:txBody>
      </p:sp>
      <p:sp>
        <p:nvSpPr>
          <p:cNvPr id="21" name="S29_21_TimesNewRoman_48_W104.59"/>
          <p:cNvSpPr/>
          <p:nvPr/>
        </p:nvSpPr>
        <p:spPr>
          <a:xfrm>
            <a:off x="76200" y="2616200"/>
            <a:ext cx="132829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2611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S29_22 · Times New Roman italic 48 · W 171.05 · k−5.95</a:t>
            </a:r>
            <a:endParaRPr lang="en-US" sz="1400" dirty="0"/>
          </a:p>
        </p:txBody>
      </p:sp>
      <p:sp>
        <p:nvSpPr>
          <p:cNvPr id="23" name="S29_22_TimesNewRoman_48_W171.05"/>
          <p:cNvSpPr/>
          <p:nvPr/>
        </p:nvSpPr>
        <p:spPr>
          <a:xfrm>
            <a:off x="6261100" y="2616200"/>
            <a:ext cx="2172335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 Ty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24460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S29_23 · Times New Roman italic 48 · W 342.41 · k−7.97</a:t>
            </a:r>
            <a:endParaRPr lang="en-US" sz="1400" dirty="0"/>
          </a:p>
        </p:txBody>
      </p:sp>
      <p:sp>
        <p:nvSpPr>
          <p:cNvPr id="25" name="S29_23_TimesNewRoman_48_W342.41"/>
          <p:cNvSpPr/>
          <p:nvPr/>
        </p:nvSpPr>
        <p:spPr>
          <a:xfrm>
            <a:off x="12446000" y="2616200"/>
            <a:ext cx="4348607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186309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S29_24 · Times New Roman italic 48 · W 265.89 · k−10.36</a:t>
            </a:r>
            <a:endParaRPr lang="en-US" sz="1400" dirty="0"/>
          </a:p>
        </p:txBody>
      </p:sp>
      <p:sp>
        <p:nvSpPr>
          <p:cNvPr id="27" name="S29_24_TimesNewRoman_48_W265.89"/>
          <p:cNvSpPr/>
          <p:nvPr/>
        </p:nvSpPr>
        <p:spPr>
          <a:xfrm>
            <a:off x="18630900" y="2616200"/>
            <a:ext cx="337680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248158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S29_25 · Georgia italic 48 · W 122.5 · k−0</a:t>
            </a:r>
            <a:endParaRPr lang="en-US" sz="1400" dirty="0"/>
          </a:p>
        </p:txBody>
      </p:sp>
      <p:sp>
        <p:nvSpPr>
          <p:cNvPr id="29" name="S29_25_Georgia_48_W122.5"/>
          <p:cNvSpPr/>
          <p:nvPr/>
        </p:nvSpPr>
        <p:spPr>
          <a:xfrm>
            <a:off x="24815800" y="2616200"/>
            <a:ext cx="155575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yo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310007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S29_26 · Georgia italic 48 · W 197.75 · k−0</a:t>
            </a:r>
            <a:endParaRPr lang="en-US" sz="1400" dirty="0"/>
          </a:p>
        </p:txBody>
      </p:sp>
      <p:sp>
        <p:nvSpPr>
          <p:cNvPr id="31" name="S29_26_Georgia_48_W197.75"/>
          <p:cNvSpPr/>
          <p:nvPr/>
        </p:nvSpPr>
        <p:spPr>
          <a:xfrm>
            <a:off x="31000700" y="2616200"/>
            <a:ext cx="251142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yo Ty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371856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S29_27 · Georgia italic 48 · W 386.38 · k−0</a:t>
            </a:r>
            <a:endParaRPr lang="en-US" sz="1400" dirty="0"/>
          </a:p>
        </p:txBody>
      </p:sp>
      <p:sp>
        <p:nvSpPr>
          <p:cNvPr id="33" name="S29_27_Georgia_48_W386.38"/>
          <p:cNvSpPr/>
          <p:nvPr/>
        </p:nvSpPr>
        <p:spPr>
          <a:xfrm>
            <a:off x="37185600" y="2616200"/>
            <a:ext cx="490702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43370500" y="2451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S29_28 · Georgia italic 48 · W 290.63 · k−0</a:t>
            </a:r>
            <a:endParaRPr lang="en-US" sz="1400" dirty="0"/>
          </a:p>
        </p:txBody>
      </p:sp>
      <p:sp>
        <p:nvSpPr>
          <p:cNvPr id="35" name="S29_28_Georgia_48_W290.63"/>
          <p:cNvSpPr/>
          <p:nvPr/>
        </p:nvSpPr>
        <p:spPr>
          <a:xfrm>
            <a:off x="43370500" y="2616200"/>
            <a:ext cx="3691001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762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S29_31 · Calibri italic 48 · W 101.92 · k−4.08</a:t>
            </a:r>
            <a:endParaRPr lang="en-US" sz="1400" dirty="0"/>
          </a:p>
        </p:txBody>
      </p:sp>
      <p:sp>
        <p:nvSpPr>
          <p:cNvPr id="37" name="S29_31_Calibri_48_W101.92"/>
          <p:cNvSpPr/>
          <p:nvPr/>
        </p:nvSpPr>
        <p:spPr>
          <a:xfrm>
            <a:off x="76200" y="4381500"/>
            <a:ext cx="129438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62611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S29_32 · Calibri italic 48 · W 163.22 · k−5.53</a:t>
            </a:r>
            <a:endParaRPr lang="en-US" sz="1400" dirty="0"/>
          </a:p>
        </p:txBody>
      </p:sp>
      <p:sp>
        <p:nvSpPr>
          <p:cNvPr id="39" name="S29_32_Calibri_48_W163.22"/>
          <p:cNvSpPr/>
          <p:nvPr/>
        </p:nvSpPr>
        <p:spPr>
          <a:xfrm>
            <a:off x="6261100" y="4381500"/>
            <a:ext cx="207289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 Ty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124460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S29_33 · Calibri italic 48 · W 333.05 · k−6.7</a:t>
            </a:r>
            <a:endParaRPr lang="en-US" sz="1400" dirty="0"/>
          </a:p>
        </p:txBody>
      </p:sp>
      <p:sp>
        <p:nvSpPr>
          <p:cNvPr id="41" name="S29_33_Calibri_48_W333.05"/>
          <p:cNvSpPr/>
          <p:nvPr/>
        </p:nvSpPr>
        <p:spPr>
          <a:xfrm>
            <a:off x="12446000" y="4381500"/>
            <a:ext cx="4229735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186309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S29_34 · Calibri italic 48 · W 239.39 · k−9.61</a:t>
            </a:r>
            <a:endParaRPr lang="en-US" sz="1400" dirty="0"/>
          </a:p>
        </p:txBody>
      </p:sp>
      <p:sp>
        <p:nvSpPr>
          <p:cNvPr id="43" name="S29_34_Calibri_48_W239.39"/>
          <p:cNvSpPr/>
          <p:nvPr/>
        </p:nvSpPr>
        <p:spPr>
          <a:xfrm>
            <a:off x="18630900" y="4381500"/>
            <a:ext cx="3040253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248158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S29_35 · Verdana italic 48 · W 133.88 · k−0</a:t>
            </a:r>
            <a:endParaRPr lang="en-US" sz="1400" dirty="0"/>
          </a:p>
        </p:txBody>
      </p:sp>
      <p:sp>
        <p:nvSpPr>
          <p:cNvPr id="45" name="S29_35_Verdana_48_W133.88"/>
          <p:cNvSpPr/>
          <p:nvPr/>
        </p:nvSpPr>
        <p:spPr>
          <a:xfrm>
            <a:off x="24815800" y="4381500"/>
            <a:ext cx="1700276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 yo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310007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S29_36 · Verdana italic 48 · W 215.75 · k−0</a:t>
            </a:r>
            <a:endParaRPr lang="en-US" sz="1400" dirty="0"/>
          </a:p>
        </p:txBody>
      </p:sp>
      <p:sp>
        <p:nvSpPr>
          <p:cNvPr id="47" name="S29_36_Verdana_48_W215.75"/>
          <p:cNvSpPr/>
          <p:nvPr/>
        </p:nvSpPr>
        <p:spPr>
          <a:xfrm>
            <a:off x="31000700" y="4381500"/>
            <a:ext cx="274002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yo Ty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371856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S29_37 · Verdana italic 48 · W 417.5 · k−0</a:t>
            </a:r>
            <a:endParaRPr lang="en-US" sz="1400" dirty="0"/>
          </a:p>
        </p:txBody>
      </p:sp>
      <p:sp>
        <p:nvSpPr>
          <p:cNvPr id="49" name="S29_37_Verdana_48_W417.5"/>
          <p:cNvSpPr/>
          <p:nvPr/>
        </p:nvSpPr>
        <p:spPr>
          <a:xfrm>
            <a:off x="37185600" y="4381500"/>
            <a:ext cx="530225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50" name="Text 48"/>
          <p:cNvSpPr/>
          <p:nvPr/>
        </p:nvSpPr>
        <p:spPr>
          <a:xfrm>
            <a:off x="43370500" y="4216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S29_38 · Verdana italic 48 · W 324.63 · k−0</a:t>
            </a:r>
            <a:endParaRPr lang="en-US" sz="1400" dirty="0"/>
          </a:p>
        </p:txBody>
      </p:sp>
      <p:sp>
        <p:nvSpPr>
          <p:cNvPr id="51" name="S29_38_Verdana_48_W324.63"/>
          <p:cNvSpPr/>
          <p:nvPr/>
        </p:nvSpPr>
        <p:spPr>
          <a:xfrm>
            <a:off x="43370500" y="4381500"/>
            <a:ext cx="4122801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762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S29_41 · Trebuchet MS italic 48 · W 112.16 · k−5.84</a:t>
            </a:r>
            <a:endParaRPr lang="en-US" sz="1400" dirty="0"/>
          </a:p>
        </p:txBody>
      </p:sp>
      <p:sp>
        <p:nvSpPr>
          <p:cNvPr id="53" name="S29_41_TrebuchetMS_48_W112.16"/>
          <p:cNvSpPr/>
          <p:nvPr/>
        </p:nvSpPr>
        <p:spPr>
          <a:xfrm>
            <a:off x="76200" y="6146800"/>
            <a:ext cx="1424432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yo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62611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S29_42 · Trebuchet MS italic 48 · W 178.02 · k−10.48</a:t>
            </a:r>
            <a:endParaRPr lang="en-US" sz="1400" dirty="0"/>
          </a:p>
        </p:txBody>
      </p:sp>
      <p:sp>
        <p:nvSpPr>
          <p:cNvPr id="55" name="S29_42_TrebuchetMS_48_W178.02"/>
          <p:cNvSpPr/>
          <p:nvPr/>
        </p:nvSpPr>
        <p:spPr>
          <a:xfrm>
            <a:off x="6261100" y="6146800"/>
            <a:ext cx="2260854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yo Ty</a:t>
            </a:r>
            <a:endParaRPr lang="en-US" sz="4800" dirty="0"/>
          </a:p>
        </p:txBody>
      </p:sp>
      <p:sp>
        <p:nvSpPr>
          <p:cNvPr id="56" name="Text 54"/>
          <p:cNvSpPr/>
          <p:nvPr/>
        </p:nvSpPr>
        <p:spPr>
          <a:xfrm>
            <a:off x="124460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S29_43 · Trebuchet MS italic 48 · W 370.98 · k−10.27</a:t>
            </a:r>
            <a:endParaRPr lang="en-US" sz="1400" dirty="0"/>
          </a:p>
        </p:txBody>
      </p:sp>
      <p:sp>
        <p:nvSpPr>
          <p:cNvPr id="57" name="S29_43_TrebuchetMS_48_W370.98"/>
          <p:cNvSpPr/>
          <p:nvPr/>
        </p:nvSpPr>
        <p:spPr>
          <a:xfrm>
            <a:off x="12446000" y="6146800"/>
            <a:ext cx="4711446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186309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S29_44 · Trebuchet MS italic 48 · W 263.94 · k−16.31</a:t>
            </a:r>
            <a:endParaRPr lang="en-US" sz="1400" dirty="0"/>
          </a:p>
        </p:txBody>
      </p:sp>
      <p:sp>
        <p:nvSpPr>
          <p:cNvPr id="59" name="S29_44_TrebuchetMS_48_W263.94"/>
          <p:cNvSpPr/>
          <p:nvPr/>
        </p:nvSpPr>
        <p:spPr>
          <a:xfrm>
            <a:off x="18630900" y="6146800"/>
            <a:ext cx="3352038" cy="731520"/>
          </a:xfrm>
          <a:prstGeom prst="rect">
            <a:avLst/>
          </a:prstGeom>
          <a:noFill/>
          <a:ln w="34925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60" name="Text 58"/>
          <p:cNvSpPr/>
          <p:nvPr/>
        </p:nvSpPr>
        <p:spPr>
          <a:xfrm>
            <a:off x="248158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S29_45 · Courier New italic 48 · W 144.75 · k−0</a:t>
            </a:r>
            <a:endParaRPr lang="en-US" sz="1400" dirty="0"/>
          </a:p>
        </p:txBody>
      </p:sp>
      <p:sp>
        <p:nvSpPr>
          <p:cNvPr id="61" name="S29_45_CourierNew_48_W144.75"/>
          <p:cNvSpPr/>
          <p:nvPr/>
        </p:nvSpPr>
        <p:spPr>
          <a:xfrm>
            <a:off x="24815800" y="6146800"/>
            <a:ext cx="1838325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yo</a:t>
            </a:r>
            <a:endParaRPr lang="en-US" sz="4800" dirty="0"/>
          </a:p>
        </p:txBody>
      </p:sp>
      <p:sp>
        <p:nvSpPr>
          <p:cNvPr id="62" name="Text 60"/>
          <p:cNvSpPr/>
          <p:nvPr/>
        </p:nvSpPr>
        <p:spPr>
          <a:xfrm>
            <a:off x="310007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S29_46 · Courier New italic 48 · W 231 · k−0</a:t>
            </a:r>
            <a:endParaRPr lang="en-US" sz="1400" dirty="0"/>
          </a:p>
        </p:txBody>
      </p:sp>
      <p:sp>
        <p:nvSpPr>
          <p:cNvPr id="63" name="S29_46_CourierNew_48_W231"/>
          <p:cNvSpPr/>
          <p:nvPr/>
        </p:nvSpPr>
        <p:spPr>
          <a:xfrm>
            <a:off x="31000700" y="6146800"/>
            <a:ext cx="29337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yo Ty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371856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S29_47 · Courier New italic 48 · W 461 · k−0</a:t>
            </a:r>
            <a:endParaRPr lang="en-US" sz="1400" dirty="0"/>
          </a:p>
        </p:txBody>
      </p:sp>
      <p:sp>
        <p:nvSpPr>
          <p:cNvPr id="65" name="S29_47_CourierNew_48_W461"/>
          <p:cNvSpPr/>
          <p:nvPr/>
        </p:nvSpPr>
        <p:spPr>
          <a:xfrm>
            <a:off x="37185600" y="6146800"/>
            <a:ext cx="58547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43370500" y="5981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S29_48 · Courier New italic 48 · W 346 · k−0</a:t>
            </a:r>
            <a:endParaRPr lang="en-US" sz="1400" dirty="0"/>
          </a:p>
        </p:txBody>
      </p:sp>
      <p:sp>
        <p:nvSpPr>
          <p:cNvPr id="67" name="S29_48_CourierNew_48_W346"/>
          <p:cNvSpPr/>
          <p:nvPr/>
        </p:nvSpPr>
        <p:spPr>
          <a:xfrm>
            <a:off x="43370500" y="6146800"/>
            <a:ext cx="4394200" cy="731520"/>
          </a:xfrm>
          <a:prstGeom prst="rect">
            <a:avLst/>
          </a:prstGeom>
          <a:noFill/>
          <a:ln w="3492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 &gt; Ty &amp; Ta</a:t>
            </a:r>
            <a:endParaRPr lang="en-US" sz="4800" dirty="0"/>
          </a:p>
        </p:txBody>
      </p:sp>
      <p:sp>
        <p:nvSpPr>
          <p:cNvPr id="68" name="Text 66"/>
          <p:cNvSpPr/>
          <p:nvPr/>
        </p:nvSpPr>
        <p:spPr>
          <a:xfrm>
            <a:off x="76200" y="112776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14pt boldItalic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62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S30_11 · Arial boldItalic 14 · W 205.11 · k−0.52</a:t>
            </a:r>
            <a:endParaRPr lang="en-US" sz="780" dirty="0"/>
          </a:p>
        </p:txBody>
      </p:sp>
      <p:sp>
        <p:nvSpPr>
          <p:cNvPr id="70" name="S30_11_Arial_14_W205.11"/>
          <p:cNvSpPr/>
          <p:nvPr/>
        </p:nvSpPr>
        <p:spPr>
          <a:xfrm>
            <a:off x="76200" y="11696700"/>
            <a:ext cx="2604897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2611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S30_12 · Arial boldItalic 14 · W 185.69 · k−1.56</a:t>
            </a:r>
            <a:endParaRPr lang="en-US" sz="780" dirty="0"/>
          </a:p>
        </p:txBody>
      </p:sp>
      <p:sp>
        <p:nvSpPr>
          <p:cNvPr id="72" name="S30_12_Arial_14_W185.69"/>
          <p:cNvSpPr/>
          <p:nvPr/>
        </p:nvSpPr>
        <p:spPr>
          <a:xfrm>
            <a:off x="6261100" y="11696700"/>
            <a:ext cx="235826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24460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S30_13 · Arial boldItalic 14 · W 225 · k−0</a:t>
            </a:r>
            <a:endParaRPr lang="en-US" sz="780" dirty="0"/>
          </a:p>
        </p:txBody>
      </p:sp>
      <p:sp>
        <p:nvSpPr>
          <p:cNvPr id="74" name="S30_13_Arial_14_W225"/>
          <p:cNvSpPr/>
          <p:nvPr/>
        </p:nvSpPr>
        <p:spPr>
          <a:xfrm>
            <a:off x="12446000" y="11696700"/>
            <a:ext cx="285750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186309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S30_14 · Arial boldItalic 14 · W 221.09 · k−1.04</a:t>
            </a:r>
            <a:endParaRPr lang="en-US" sz="780" dirty="0"/>
          </a:p>
        </p:txBody>
      </p:sp>
      <p:sp>
        <p:nvSpPr>
          <p:cNvPr id="76" name="S30_14_Arial_14_W221.09"/>
          <p:cNvSpPr/>
          <p:nvPr/>
        </p:nvSpPr>
        <p:spPr>
          <a:xfrm>
            <a:off x="18630900" y="11696700"/>
            <a:ext cx="280784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248158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S30_15 · Arial Narrow boldItalic 14 · W 168.71 · k−1.04</a:t>
            </a:r>
            <a:endParaRPr lang="en-US" sz="780" dirty="0"/>
          </a:p>
        </p:txBody>
      </p:sp>
      <p:sp>
        <p:nvSpPr>
          <p:cNvPr id="78" name="S30_15_ArialNarrow_14_W168.71"/>
          <p:cNvSpPr/>
          <p:nvPr/>
        </p:nvSpPr>
        <p:spPr>
          <a:xfrm>
            <a:off x="24815800" y="11696700"/>
            <a:ext cx="2142617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310007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S30_16 · Arial Narrow boldItalic 14 · W 151.15 · k−3.1</a:t>
            </a:r>
            <a:endParaRPr lang="en-US" sz="780" dirty="0"/>
          </a:p>
        </p:txBody>
      </p:sp>
      <p:sp>
        <p:nvSpPr>
          <p:cNvPr id="80" name="S30_16_ArialNarrow_14_W151.15"/>
          <p:cNvSpPr/>
          <p:nvPr/>
        </p:nvSpPr>
        <p:spPr>
          <a:xfrm>
            <a:off x="31000700" y="11696700"/>
            <a:ext cx="1919605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371856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S30_17 · Arial Narrow boldItalic 14 · W 185.63 · k−0</a:t>
            </a:r>
            <a:endParaRPr lang="en-US" sz="780" dirty="0"/>
          </a:p>
        </p:txBody>
      </p:sp>
      <p:sp>
        <p:nvSpPr>
          <p:cNvPr id="82" name="S30_17_ArialNarrow_14_W185.63"/>
          <p:cNvSpPr/>
          <p:nvPr/>
        </p:nvSpPr>
        <p:spPr>
          <a:xfrm>
            <a:off x="37185600" y="11696700"/>
            <a:ext cx="23575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43370500" y="11531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S30_18 · Arial Narrow boldItalic 14 · W 182.34 · k−1.04</a:t>
            </a:r>
            <a:endParaRPr lang="en-US" sz="780" dirty="0"/>
          </a:p>
        </p:txBody>
      </p:sp>
      <p:sp>
        <p:nvSpPr>
          <p:cNvPr id="84" name="S30_18_ArialNarrow_14_W182.34"/>
          <p:cNvSpPr/>
          <p:nvPr/>
        </p:nvSpPr>
        <p:spPr>
          <a:xfrm>
            <a:off x="43370500" y="11696700"/>
            <a:ext cx="2315718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762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S30_21 · Times New Roman boldItalic 14 · W 177.71 · k−1.29</a:t>
            </a:r>
            <a:endParaRPr lang="en-US" sz="780" dirty="0"/>
          </a:p>
        </p:txBody>
      </p:sp>
      <p:sp>
        <p:nvSpPr>
          <p:cNvPr id="86" name="S30_21_TimesNewRoman_14_W177.71"/>
          <p:cNvSpPr/>
          <p:nvPr/>
        </p:nvSpPr>
        <p:spPr>
          <a:xfrm>
            <a:off x="76200" y="12420600"/>
            <a:ext cx="2256917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62611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S30_22 · Times New Roman boldItalic 14 · W 162.87 · k−3.63</a:t>
            </a:r>
            <a:endParaRPr lang="en-US" sz="780" dirty="0"/>
          </a:p>
        </p:txBody>
      </p:sp>
      <p:sp>
        <p:nvSpPr>
          <p:cNvPr id="88" name="S30_22_TimesNewRoman_14_W162.87"/>
          <p:cNvSpPr/>
          <p:nvPr/>
        </p:nvSpPr>
        <p:spPr>
          <a:xfrm>
            <a:off x="6261100" y="12420600"/>
            <a:ext cx="2068449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124460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S30_23 · Times New Roman boldItalic 14 · W 198.38 · k−0</a:t>
            </a:r>
            <a:endParaRPr lang="en-US" sz="780" dirty="0"/>
          </a:p>
        </p:txBody>
      </p:sp>
      <p:sp>
        <p:nvSpPr>
          <p:cNvPr id="90" name="S30_23_TimesNewRoman_14_W198.38"/>
          <p:cNvSpPr/>
          <p:nvPr/>
        </p:nvSpPr>
        <p:spPr>
          <a:xfrm>
            <a:off x="12446000" y="12420600"/>
            <a:ext cx="25194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186309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S30_24 · Times New Roman boldItalic 14 · W 202.96 · k−1.04</a:t>
            </a:r>
            <a:endParaRPr lang="en-US" sz="780" dirty="0"/>
          </a:p>
        </p:txBody>
      </p:sp>
      <p:sp>
        <p:nvSpPr>
          <p:cNvPr id="92" name="S30_24_TimesNewRoman_14_W202.96"/>
          <p:cNvSpPr/>
          <p:nvPr/>
        </p:nvSpPr>
        <p:spPr>
          <a:xfrm>
            <a:off x="18630900" y="12420600"/>
            <a:ext cx="2577592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248158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S30_25 · Georgia boldItalic 14 · W 227.13 · k−0</a:t>
            </a:r>
            <a:endParaRPr lang="en-US" sz="780" dirty="0"/>
          </a:p>
        </p:txBody>
      </p:sp>
      <p:sp>
        <p:nvSpPr>
          <p:cNvPr id="94" name="S30_25_Georgia_14_W227.13"/>
          <p:cNvSpPr/>
          <p:nvPr/>
        </p:nvSpPr>
        <p:spPr>
          <a:xfrm>
            <a:off x="24815800" y="12420600"/>
            <a:ext cx="28845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310007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S30_26 · Georgia boldItalic 14 · W 209 · k−0</a:t>
            </a:r>
            <a:endParaRPr lang="en-US" sz="780" dirty="0"/>
          </a:p>
        </p:txBody>
      </p:sp>
      <p:sp>
        <p:nvSpPr>
          <p:cNvPr id="96" name="S30_26_Georgia_14_W209"/>
          <p:cNvSpPr/>
          <p:nvPr/>
        </p:nvSpPr>
        <p:spPr>
          <a:xfrm>
            <a:off x="31000700" y="12420600"/>
            <a:ext cx="265430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371856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S30_27 · Georgia boldItalic 14 · W 240.5 · k−0</a:t>
            </a:r>
            <a:endParaRPr lang="en-US" sz="780" dirty="0"/>
          </a:p>
        </p:txBody>
      </p:sp>
      <p:sp>
        <p:nvSpPr>
          <p:cNvPr id="98" name="S30_27_Georgia_14_W240.5"/>
          <p:cNvSpPr/>
          <p:nvPr/>
        </p:nvSpPr>
        <p:spPr>
          <a:xfrm>
            <a:off x="37185600" y="12420600"/>
            <a:ext cx="305435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43370500" y="12255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S30_28 · Georgia boldItalic 14 · W 240.38 · k−0</a:t>
            </a:r>
            <a:endParaRPr lang="en-US" sz="780" dirty="0"/>
          </a:p>
        </p:txBody>
      </p:sp>
      <p:sp>
        <p:nvSpPr>
          <p:cNvPr id="100" name="S30_28_Georgia_14_W240.38"/>
          <p:cNvSpPr/>
          <p:nvPr/>
        </p:nvSpPr>
        <p:spPr>
          <a:xfrm>
            <a:off x="43370500" y="12420600"/>
            <a:ext cx="30528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762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S30_31 · Calibri boldItalic 14 · W 179.26 · k−1.24</a:t>
            </a:r>
            <a:endParaRPr lang="en-US" sz="780" dirty="0"/>
          </a:p>
        </p:txBody>
      </p:sp>
      <p:sp>
        <p:nvSpPr>
          <p:cNvPr id="102" name="S30_31_Calibri_14_W179.26"/>
          <p:cNvSpPr/>
          <p:nvPr/>
        </p:nvSpPr>
        <p:spPr>
          <a:xfrm>
            <a:off x="76200" y="13144500"/>
            <a:ext cx="2276602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62611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S30_32 · Calibri boldItalic 14 · W 159.82 · k−2.43</a:t>
            </a:r>
            <a:endParaRPr lang="en-US" sz="780" dirty="0"/>
          </a:p>
        </p:txBody>
      </p:sp>
      <p:sp>
        <p:nvSpPr>
          <p:cNvPr id="104" name="S30_32_Calibri_14_W159.82"/>
          <p:cNvSpPr/>
          <p:nvPr/>
        </p:nvSpPr>
        <p:spPr>
          <a:xfrm>
            <a:off x="6261100" y="13144500"/>
            <a:ext cx="2029714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124460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S30_33 · Calibri boldItalic 14 · W 190.92 · k−0.58</a:t>
            </a:r>
            <a:endParaRPr lang="en-US" sz="780" dirty="0"/>
          </a:p>
        </p:txBody>
      </p:sp>
      <p:sp>
        <p:nvSpPr>
          <p:cNvPr id="106" name="S30_33_Calibri_14_W190.92"/>
          <p:cNvSpPr/>
          <p:nvPr/>
        </p:nvSpPr>
        <p:spPr>
          <a:xfrm>
            <a:off x="12446000" y="13144500"/>
            <a:ext cx="2424684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186309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S30_34 · Calibri boldItalic 14 · W 187.99 · k−1.51</a:t>
            </a:r>
            <a:endParaRPr lang="en-US" sz="780" dirty="0"/>
          </a:p>
        </p:txBody>
      </p:sp>
      <p:sp>
        <p:nvSpPr>
          <p:cNvPr id="108" name="S30_34_Calibri_14_W187.99"/>
          <p:cNvSpPr/>
          <p:nvPr/>
        </p:nvSpPr>
        <p:spPr>
          <a:xfrm>
            <a:off x="18630900" y="13144500"/>
            <a:ext cx="2387473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248158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S30_35 · Verdana boldItalic 14 · W 244.38 · k−0</a:t>
            </a:r>
            <a:endParaRPr lang="en-US" sz="780" dirty="0"/>
          </a:p>
        </p:txBody>
      </p:sp>
      <p:sp>
        <p:nvSpPr>
          <p:cNvPr id="110" name="S30_35_Verdana_14_W244.38"/>
          <p:cNvSpPr/>
          <p:nvPr/>
        </p:nvSpPr>
        <p:spPr>
          <a:xfrm>
            <a:off x="24815800" y="13144500"/>
            <a:ext cx="31036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310007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S30_36 · Verdana boldItalic 14 · W 220.63 · k−0</a:t>
            </a:r>
            <a:endParaRPr lang="en-US" sz="780" dirty="0"/>
          </a:p>
        </p:txBody>
      </p:sp>
      <p:sp>
        <p:nvSpPr>
          <p:cNvPr id="112" name="S30_36_Verdana_14_W220.63"/>
          <p:cNvSpPr/>
          <p:nvPr/>
        </p:nvSpPr>
        <p:spPr>
          <a:xfrm>
            <a:off x="31000700" y="13144500"/>
            <a:ext cx="28020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371856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S30_37 · Verdana boldItalic 14 · W 266.5 · k−0</a:t>
            </a:r>
            <a:endParaRPr lang="en-US" sz="780" dirty="0"/>
          </a:p>
        </p:txBody>
      </p:sp>
      <p:sp>
        <p:nvSpPr>
          <p:cNvPr id="114" name="S30_37_Verdana_14_W266.5"/>
          <p:cNvSpPr/>
          <p:nvPr/>
        </p:nvSpPr>
        <p:spPr>
          <a:xfrm>
            <a:off x="37185600" y="13144500"/>
            <a:ext cx="3384550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43370500" y="1297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S30_38 · Verdana boldItalic 14 · W 268.63 · k−0</a:t>
            </a:r>
            <a:endParaRPr lang="en-US" sz="780" dirty="0"/>
          </a:p>
        </p:txBody>
      </p:sp>
      <p:sp>
        <p:nvSpPr>
          <p:cNvPr id="116" name="S30_38_Verdana_14_W268.63"/>
          <p:cNvSpPr/>
          <p:nvPr/>
        </p:nvSpPr>
        <p:spPr>
          <a:xfrm>
            <a:off x="43370500" y="13144500"/>
            <a:ext cx="34116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762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S30_41 · Trebuchet MS boldItalic 14 · W 208.75 · k−1.75</a:t>
            </a:r>
            <a:endParaRPr lang="en-US" sz="780" dirty="0"/>
          </a:p>
        </p:txBody>
      </p:sp>
      <p:sp>
        <p:nvSpPr>
          <p:cNvPr id="118" name="S30_41_TrebuchetMS_14_W208.75"/>
          <p:cNvSpPr/>
          <p:nvPr/>
        </p:nvSpPr>
        <p:spPr>
          <a:xfrm>
            <a:off x="76200" y="13868400"/>
            <a:ext cx="2651125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62611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S30_42 · Trebuchet MS boldItalic 14 · W 185.47 · k−4.41</a:t>
            </a:r>
            <a:endParaRPr lang="en-US" sz="780" dirty="0"/>
          </a:p>
        </p:txBody>
      </p:sp>
      <p:sp>
        <p:nvSpPr>
          <p:cNvPr id="120" name="S30_42_TrebuchetMS_14_W185.47"/>
          <p:cNvSpPr/>
          <p:nvPr/>
        </p:nvSpPr>
        <p:spPr>
          <a:xfrm>
            <a:off x="6261100" y="13868400"/>
            <a:ext cx="2355469" cy="213360"/>
          </a:xfrm>
          <a:prstGeom prst="rect">
            <a:avLst/>
          </a:prstGeom>
          <a:noFill/>
          <a:ln w="16933">
            <a:solidFill>
              <a:srgbClr val="FF88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124460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S30_43 · Trebuchet MS boldItalic 14 · W 218.13 · k−0</a:t>
            </a:r>
            <a:endParaRPr lang="en-US" sz="780" dirty="0"/>
          </a:p>
        </p:txBody>
      </p:sp>
      <p:sp>
        <p:nvSpPr>
          <p:cNvPr id="122" name="S30_43_TrebuchetMS_14_W218.13"/>
          <p:cNvSpPr/>
          <p:nvPr/>
        </p:nvSpPr>
        <p:spPr>
          <a:xfrm>
            <a:off x="12446000" y="13868400"/>
            <a:ext cx="277025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186309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S30_44 · Trebuchet MS boldItalic 14 · W 223.6 · k−1.4</a:t>
            </a:r>
            <a:endParaRPr lang="en-US" sz="780" dirty="0"/>
          </a:p>
        </p:txBody>
      </p:sp>
      <p:sp>
        <p:nvSpPr>
          <p:cNvPr id="124" name="S30_44_TrebuchetMS_14_W223.6"/>
          <p:cNvSpPr/>
          <p:nvPr/>
        </p:nvSpPr>
        <p:spPr>
          <a:xfrm>
            <a:off x="18630900" y="13868400"/>
            <a:ext cx="2839720" cy="213360"/>
          </a:xfrm>
          <a:prstGeom prst="rect">
            <a:avLst/>
          </a:prstGeom>
          <a:noFill/>
          <a:ln w="16933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248158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S30_45 · Courier New boldItalic 14 · W 252.25 · k−0</a:t>
            </a:r>
            <a:endParaRPr lang="en-US" sz="780" dirty="0"/>
          </a:p>
        </p:txBody>
      </p:sp>
      <p:sp>
        <p:nvSpPr>
          <p:cNvPr id="126" name="S30_45_CourierNew_14_W252.25"/>
          <p:cNvSpPr/>
          <p:nvPr/>
        </p:nvSpPr>
        <p:spPr>
          <a:xfrm>
            <a:off x="24815800" y="13868400"/>
            <a:ext cx="320357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are agreed in advance.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310007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S30_46 · Courier New boldItalic 14 · W 218.75 · k−0</a:t>
            </a:r>
            <a:endParaRPr lang="en-US" sz="780" dirty="0"/>
          </a:p>
        </p:txBody>
      </p:sp>
      <p:sp>
        <p:nvSpPr>
          <p:cNvPr id="128" name="S30_46_CourierNew_14_W218.75"/>
          <p:cNvSpPr/>
          <p:nvPr/>
        </p:nvSpPr>
        <p:spPr>
          <a:xfrm>
            <a:off x="31000700" y="13868400"/>
            <a:ext cx="2778125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Yellow Pears Fly Away.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371856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S30_47 · Courier New boldItalic 14 · W 260.63 · k−0</a:t>
            </a:r>
            <a:endParaRPr lang="en-US" sz="780" dirty="0"/>
          </a:p>
        </p:txBody>
      </p:sp>
      <p:sp>
        <p:nvSpPr>
          <p:cNvPr id="130" name="S30_47_CourierNew_14_W260.63"/>
          <p:cNvSpPr/>
          <p:nvPr/>
        </p:nvSpPr>
        <p:spPr>
          <a:xfrm>
            <a:off x="37185600" y="13868400"/>
            <a:ext cx="3310001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&lt; Budget &amp; Costs &gt; Plan</a:t>
            </a:r>
            <a:endParaRPr lang="en-US" sz="1400" dirty="0"/>
          </a:p>
        </p:txBody>
      </p:sp>
      <p:sp>
        <p:nvSpPr>
          <p:cNvPr id="131" name="Text 129"/>
          <p:cNvSpPr/>
          <p:nvPr/>
        </p:nvSpPr>
        <p:spPr>
          <a:xfrm>
            <a:off x="43370500" y="13703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S30_48 · Courier New boldItalic 14 · W 277.38 · k−0</a:t>
            </a:r>
            <a:endParaRPr lang="en-US" sz="780" dirty="0"/>
          </a:p>
        </p:txBody>
      </p:sp>
      <p:sp>
        <p:nvSpPr>
          <p:cNvPr id="132" name="S30_48_CourierNew_14_W277.38"/>
          <p:cNvSpPr/>
          <p:nvPr/>
        </p:nvSpPr>
        <p:spPr>
          <a:xfrm>
            <a:off x="43370500" y="13868400"/>
            <a:ext cx="3522726" cy="213360"/>
          </a:xfrm>
          <a:prstGeom prst="rect">
            <a:avLst/>
          </a:prstGeom>
          <a:noFill/>
          <a:ln w="16933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Sixty-Five (65%) of TVs, AV &amp; Co.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76200" y="158750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12pt regular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76200" y="1612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S31_11 · SimHei 12 · W 85 · k−0</a:t>
            </a:r>
            <a:endParaRPr lang="en-US" sz="740" dirty="0"/>
          </a:p>
        </p:txBody>
      </p:sp>
      <p:sp>
        <p:nvSpPr>
          <p:cNvPr id="135" name="S31_11_SimHei_12_W85"/>
          <p:cNvSpPr/>
          <p:nvPr/>
        </p:nvSpPr>
        <p:spPr>
          <a:xfrm>
            <a:off x="76200" y="162941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本季度营业收入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1790700" y="1612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S31_12 · SimHei 12 · W 73 · k−0</a:t>
            </a:r>
            <a:endParaRPr lang="en-US" sz="740" dirty="0"/>
          </a:p>
        </p:txBody>
      </p:sp>
      <p:sp>
        <p:nvSpPr>
          <p:cNvPr id="137" name="S31_12_SimHei_12_W73"/>
          <p:cNvSpPr/>
          <p:nvPr/>
        </p:nvSpPr>
        <p:spPr>
          <a:xfrm>
            <a:off x="1790700" y="16294100"/>
            <a:ext cx="927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年度绩效目标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3505200" y="1612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S31_13 · SimHei 12 · W 85 · k−0</a:t>
            </a:r>
            <a:endParaRPr lang="en-US" sz="740" dirty="0"/>
          </a:p>
        </p:txBody>
      </p:sp>
      <p:sp>
        <p:nvSpPr>
          <p:cNvPr id="139" name="S31_13_SimHei_12_W85"/>
          <p:cNvSpPr/>
          <p:nvPr/>
        </p:nvSpPr>
        <p:spPr>
          <a:xfrm>
            <a:off x="3505200" y="162941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数字化转型战略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5219700" y="161290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S31_14 · SimHei 12 · W 109 · k−0</a:t>
            </a:r>
            <a:endParaRPr lang="en-US" sz="740" dirty="0"/>
          </a:p>
        </p:txBody>
      </p:sp>
      <p:sp>
        <p:nvSpPr>
          <p:cNvPr id="141" name="S31_14_SimHei_12_W109"/>
          <p:cNvSpPr/>
          <p:nvPr/>
        </p:nvSpPr>
        <p:spPr>
          <a:xfrm>
            <a:off x="5219700" y="16294100"/>
            <a:ext cx="13843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收入 &gt; 目标 &amp; 利润</a:t>
            </a:r>
            <a:endParaRPr lang="en-US" sz="1200" dirty="0"/>
          </a:p>
        </p:txBody>
      </p:sp>
      <p:sp>
        <p:nvSpPr>
          <p:cNvPr id="142" name="Text 140"/>
          <p:cNvSpPr/>
          <p:nvPr/>
        </p:nvSpPr>
        <p:spPr>
          <a:xfrm>
            <a:off x="76200" y="167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S31_21 · Kaiti 12 · W 85 · k−0</a:t>
            </a:r>
            <a:endParaRPr lang="en-US" sz="740" dirty="0"/>
          </a:p>
        </p:txBody>
      </p:sp>
      <p:sp>
        <p:nvSpPr>
          <p:cNvPr id="143" name="S31_21_Kaiti_12_W85"/>
          <p:cNvSpPr/>
          <p:nvPr/>
        </p:nvSpPr>
        <p:spPr>
          <a:xfrm>
            <a:off x="76200" y="169545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本季度营业收入</a:t>
            </a:r>
            <a:endParaRPr lang="en-US" sz="1200" dirty="0"/>
          </a:p>
        </p:txBody>
      </p:sp>
      <p:sp>
        <p:nvSpPr>
          <p:cNvPr id="144" name="Text 142"/>
          <p:cNvSpPr/>
          <p:nvPr/>
        </p:nvSpPr>
        <p:spPr>
          <a:xfrm>
            <a:off x="1790700" y="167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S31_22 · Kaiti 12 · W 73 · k−0</a:t>
            </a:r>
            <a:endParaRPr lang="en-US" sz="740" dirty="0"/>
          </a:p>
        </p:txBody>
      </p:sp>
      <p:sp>
        <p:nvSpPr>
          <p:cNvPr id="145" name="S31_22_Kaiti_12_W73"/>
          <p:cNvSpPr/>
          <p:nvPr/>
        </p:nvSpPr>
        <p:spPr>
          <a:xfrm>
            <a:off x="1790700" y="16954500"/>
            <a:ext cx="927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年度绩效目标</a:t>
            </a:r>
            <a:endParaRPr lang="en-US" sz="1200" dirty="0"/>
          </a:p>
        </p:txBody>
      </p:sp>
      <p:sp>
        <p:nvSpPr>
          <p:cNvPr id="146" name="Text 144"/>
          <p:cNvSpPr/>
          <p:nvPr/>
        </p:nvSpPr>
        <p:spPr>
          <a:xfrm>
            <a:off x="3505200" y="167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S31_23 · Kaiti 12 · W 85 · k−0</a:t>
            </a:r>
            <a:endParaRPr lang="en-US" sz="740" dirty="0"/>
          </a:p>
        </p:txBody>
      </p:sp>
      <p:sp>
        <p:nvSpPr>
          <p:cNvPr id="147" name="S31_23_Kaiti_12_W85"/>
          <p:cNvSpPr/>
          <p:nvPr/>
        </p:nvSpPr>
        <p:spPr>
          <a:xfrm>
            <a:off x="3505200" y="169545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数字化转型战略</a:t>
            </a:r>
            <a:endParaRPr lang="en-US" sz="1200" dirty="0"/>
          </a:p>
        </p:txBody>
      </p:sp>
      <p:sp>
        <p:nvSpPr>
          <p:cNvPr id="148" name="Text 146"/>
          <p:cNvSpPr/>
          <p:nvPr/>
        </p:nvSpPr>
        <p:spPr>
          <a:xfrm>
            <a:off x="5219700" y="167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S31_24 · Kaiti 12 · W 109 · k−0</a:t>
            </a:r>
            <a:endParaRPr lang="en-US" sz="740" dirty="0"/>
          </a:p>
        </p:txBody>
      </p:sp>
      <p:sp>
        <p:nvSpPr>
          <p:cNvPr id="149" name="S31_24_Kaiti_12_W109"/>
          <p:cNvSpPr/>
          <p:nvPr/>
        </p:nvSpPr>
        <p:spPr>
          <a:xfrm>
            <a:off x="5219700" y="16954500"/>
            <a:ext cx="13843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收入 &gt; 目标 &amp; 利润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76200" y="1744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S31_31 · Fangsong 12 · W 85 · k−0</a:t>
            </a:r>
            <a:endParaRPr lang="en-US" sz="740" dirty="0"/>
          </a:p>
        </p:txBody>
      </p:sp>
      <p:sp>
        <p:nvSpPr>
          <p:cNvPr id="151" name="S31_31_Fangsong_12_W85"/>
          <p:cNvSpPr/>
          <p:nvPr/>
        </p:nvSpPr>
        <p:spPr>
          <a:xfrm>
            <a:off x="76200" y="176149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本季度营业收入</a:t>
            </a:r>
            <a:endParaRPr lang="en-US" sz="1200" dirty="0"/>
          </a:p>
        </p:txBody>
      </p:sp>
      <p:sp>
        <p:nvSpPr>
          <p:cNvPr id="152" name="Text 150"/>
          <p:cNvSpPr/>
          <p:nvPr/>
        </p:nvSpPr>
        <p:spPr>
          <a:xfrm>
            <a:off x="1790700" y="1744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S31_32 · Fangsong 12 · W 73 · k−0</a:t>
            </a:r>
            <a:endParaRPr lang="en-US" sz="740" dirty="0"/>
          </a:p>
        </p:txBody>
      </p:sp>
      <p:sp>
        <p:nvSpPr>
          <p:cNvPr id="153" name="S31_32_Fangsong_12_W73"/>
          <p:cNvSpPr/>
          <p:nvPr/>
        </p:nvSpPr>
        <p:spPr>
          <a:xfrm>
            <a:off x="1790700" y="17614900"/>
            <a:ext cx="927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年度绩效目标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3505200" y="1744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S31_33 · Fangsong 12 · W 85 · k−0</a:t>
            </a:r>
            <a:endParaRPr lang="en-US" sz="740" dirty="0"/>
          </a:p>
        </p:txBody>
      </p:sp>
      <p:sp>
        <p:nvSpPr>
          <p:cNvPr id="155" name="S31_33_Fangsong_12_W85"/>
          <p:cNvSpPr/>
          <p:nvPr/>
        </p:nvSpPr>
        <p:spPr>
          <a:xfrm>
            <a:off x="3505200" y="17614900"/>
            <a:ext cx="10795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数字化转型战略</a:t>
            </a:r>
            <a:endParaRPr lang="en-US" sz="1200" dirty="0"/>
          </a:p>
        </p:txBody>
      </p:sp>
      <p:sp>
        <p:nvSpPr>
          <p:cNvPr id="156" name="Text 154"/>
          <p:cNvSpPr/>
          <p:nvPr/>
        </p:nvSpPr>
        <p:spPr>
          <a:xfrm>
            <a:off x="5219700" y="17449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S31_34 · Fangsong 12 · W 109 · k−0</a:t>
            </a:r>
            <a:endParaRPr lang="en-US" sz="740" dirty="0"/>
          </a:p>
        </p:txBody>
      </p:sp>
      <p:sp>
        <p:nvSpPr>
          <p:cNvPr id="157" name="S31_34_Fangsong_12_W109"/>
          <p:cNvSpPr/>
          <p:nvPr/>
        </p:nvSpPr>
        <p:spPr>
          <a:xfrm>
            <a:off x="5219700" y="17614900"/>
            <a:ext cx="13843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收入 &gt; 目标 &amp; 利润</a:t>
            </a:r>
            <a:endParaRPr lang="en-US" sz="1200" dirty="0"/>
          </a:p>
        </p:txBody>
      </p:sp>
      <p:sp>
        <p:nvSpPr>
          <p:cNvPr id="158" name="Text 156"/>
          <p:cNvSpPr/>
          <p:nvPr/>
        </p:nvSpPr>
        <p:spPr>
          <a:xfrm>
            <a:off x="76200" y="1811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S31_41 · SimSun Bold 12 · W 43 · k−0</a:t>
            </a:r>
            <a:endParaRPr lang="en-US" sz="740" dirty="0"/>
          </a:p>
        </p:txBody>
      </p:sp>
      <p:sp>
        <p:nvSpPr>
          <p:cNvPr id="159" name="S31_41_SimSunBold_12_W43"/>
          <p:cNvSpPr/>
          <p:nvPr/>
        </p:nvSpPr>
        <p:spPr>
          <a:xfrm>
            <a:off x="76200" y="18275300"/>
            <a:ext cx="546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本季度营业收入</a:t>
            </a:r>
            <a:endParaRPr lang="en-US" sz="1200" dirty="0"/>
          </a:p>
        </p:txBody>
      </p:sp>
      <p:sp>
        <p:nvSpPr>
          <p:cNvPr id="160" name="Text 158"/>
          <p:cNvSpPr/>
          <p:nvPr/>
        </p:nvSpPr>
        <p:spPr>
          <a:xfrm>
            <a:off x="1790700" y="1811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S31_42 · SimSun Bold 12 · W 37 · k−0</a:t>
            </a:r>
            <a:endParaRPr lang="en-US" sz="740" dirty="0"/>
          </a:p>
        </p:txBody>
      </p:sp>
      <p:sp>
        <p:nvSpPr>
          <p:cNvPr id="161" name="S31_42_SimSunBold_12_W37"/>
          <p:cNvSpPr/>
          <p:nvPr/>
        </p:nvSpPr>
        <p:spPr>
          <a:xfrm>
            <a:off x="1790700" y="18275300"/>
            <a:ext cx="4699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年度绩效目标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3505200" y="1811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S31_43 · SimSun Bold 12 · W 43 · k−0</a:t>
            </a:r>
            <a:endParaRPr lang="en-US" sz="740" dirty="0"/>
          </a:p>
        </p:txBody>
      </p:sp>
      <p:sp>
        <p:nvSpPr>
          <p:cNvPr id="163" name="S31_43_SimSunBold_12_W43"/>
          <p:cNvSpPr/>
          <p:nvPr/>
        </p:nvSpPr>
        <p:spPr>
          <a:xfrm>
            <a:off x="3505200" y="18275300"/>
            <a:ext cx="546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数字化转型战略</a:t>
            </a:r>
            <a:endParaRPr lang="en-US" sz="1200" dirty="0"/>
          </a:p>
        </p:txBody>
      </p:sp>
      <p:sp>
        <p:nvSpPr>
          <p:cNvPr id="164" name="Text 162"/>
          <p:cNvSpPr/>
          <p:nvPr/>
        </p:nvSpPr>
        <p:spPr>
          <a:xfrm>
            <a:off x="5219700" y="181102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S31_44 · SimSun Bold 12 · W 73 · k−0</a:t>
            </a:r>
            <a:endParaRPr lang="en-US" sz="740" dirty="0"/>
          </a:p>
        </p:txBody>
      </p:sp>
      <p:sp>
        <p:nvSpPr>
          <p:cNvPr id="165" name="S31_44_SimSunBold_12_W73"/>
          <p:cNvSpPr/>
          <p:nvPr/>
        </p:nvSpPr>
        <p:spPr>
          <a:xfrm>
            <a:off x="5219700" y="18275300"/>
            <a:ext cx="927100" cy="182880"/>
          </a:xfrm>
          <a:prstGeom prst="rect">
            <a:avLst/>
          </a:prstGeom>
          <a:noFill/>
          <a:ln w="158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收入 &gt; 目标 &amp; 利润</a:t>
            </a:r>
            <a:endParaRPr lang="en-US" sz="1200" dirty="0"/>
          </a:p>
        </p:txBody>
      </p:sp>
      <p:sp>
        <p:nvSpPr>
          <p:cNvPr id="166" name="Text 164"/>
          <p:cNvSpPr/>
          <p:nvPr/>
        </p:nvSpPr>
        <p:spPr>
          <a:xfrm>
            <a:off x="76200" y="200914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20pt regular</a:t>
            </a:r>
            <a:endParaRPr lang="en-US" sz="1200" dirty="0"/>
          </a:p>
        </p:txBody>
      </p:sp>
      <p:sp>
        <p:nvSpPr>
          <p:cNvPr id="167" name="Text 165"/>
          <p:cNvSpPr/>
          <p:nvPr/>
        </p:nvSpPr>
        <p:spPr>
          <a:xfrm>
            <a:off x="76200" y="20345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S32_11 · SimHei 20 · W 81 · k−0</a:t>
            </a:r>
            <a:endParaRPr lang="en-US" sz="900" dirty="0"/>
          </a:p>
        </p:txBody>
      </p:sp>
      <p:sp>
        <p:nvSpPr>
          <p:cNvPr id="168" name="S32_11_SimHei_20_W81"/>
          <p:cNvSpPr/>
          <p:nvPr/>
        </p:nvSpPr>
        <p:spPr>
          <a:xfrm>
            <a:off x="76200" y="205105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季度目标</a:t>
            </a:r>
            <a:endParaRPr lang="en-US" sz="2000" dirty="0"/>
          </a:p>
        </p:txBody>
      </p:sp>
      <p:sp>
        <p:nvSpPr>
          <p:cNvPr id="169" name="Text 167"/>
          <p:cNvSpPr/>
          <p:nvPr/>
        </p:nvSpPr>
        <p:spPr>
          <a:xfrm>
            <a:off x="1816100" y="20345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S32_12 · SimHei 20 · W 81 · k−0</a:t>
            </a:r>
            <a:endParaRPr lang="en-US" sz="900" dirty="0"/>
          </a:p>
        </p:txBody>
      </p:sp>
      <p:sp>
        <p:nvSpPr>
          <p:cNvPr id="170" name="S32_12_SimHei_20_W81"/>
          <p:cNvSpPr/>
          <p:nvPr/>
        </p:nvSpPr>
        <p:spPr>
          <a:xfrm>
            <a:off x="1816100" y="205105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年度收入</a:t>
            </a:r>
            <a:endParaRPr lang="en-US" sz="2000" dirty="0"/>
          </a:p>
        </p:txBody>
      </p:sp>
      <p:sp>
        <p:nvSpPr>
          <p:cNvPr id="171" name="Text 169"/>
          <p:cNvSpPr/>
          <p:nvPr/>
        </p:nvSpPr>
        <p:spPr>
          <a:xfrm>
            <a:off x="3556000" y="20345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S32_13 · SimHei 20 · W 81 · k−0</a:t>
            </a:r>
            <a:endParaRPr lang="en-US" sz="900" dirty="0"/>
          </a:p>
        </p:txBody>
      </p:sp>
      <p:sp>
        <p:nvSpPr>
          <p:cNvPr id="172" name="S32_13_SimHei_20_W81"/>
          <p:cNvSpPr/>
          <p:nvPr/>
        </p:nvSpPr>
        <p:spPr>
          <a:xfrm>
            <a:off x="3556000" y="205105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营业利润</a:t>
            </a:r>
            <a:endParaRPr lang="en-US" sz="2000" dirty="0"/>
          </a:p>
        </p:txBody>
      </p:sp>
      <p:sp>
        <p:nvSpPr>
          <p:cNvPr id="173" name="Text 171"/>
          <p:cNvSpPr/>
          <p:nvPr/>
        </p:nvSpPr>
        <p:spPr>
          <a:xfrm>
            <a:off x="5295900" y="20345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S32_14 · SimHei 20 · W 111 · k−0</a:t>
            </a:r>
            <a:endParaRPr lang="en-US" sz="900" dirty="0"/>
          </a:p>
        </p:txBody>
      </p:sp>
      <p:sp>
        <p:nvSpPr>
          <p:cNvPr id="174" name="S32_14_SimHei_20_W111"/>
          <p:cNvSpPr/>
          <p:nvPr/>
        </p:nvSpPr>
        <p:spPr>
          <a:xfrm>
            <a:off x="5295900" y="20510500"/>
            <a:ext cx="1409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战略 &gt; 目标</a:t>
            </a:r>
            <a:endParaRPr lang="en-US" sz="2000" dirty="0"/>
          </a:p>
        </p:txBody>
      </p:sp>
      <p:sp>
        <p:nvSpPr>
          <p:cNvPr id="175" name="Text 173"/>
          <p:cNvSpPr/>
          <p:nvPr/>
        </p:nvSpPr>
        <p:spPr>
          <a:xfrm>
            <a:off x="76200" y="21247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S32_21 · Kaiti 20 · W 81 · k−0</a:t>
            </a:r>
            <a:endParaRPr lang="en-US" sz="900" dirty="0"/>
          </a:p>
        </p:txBody>
      </p:sp>
      <p:sp>
        <p:nvSpPr>
          <p:cNvPr id="176" name="S32_21_Kaiti_20_W81"/>
          <p:cNvSpPr/>
          <p:nvPr/>
        </p:nvSpPr>
        <p:spPr>
          <a:xfrm>
            <a:off x="76200" y="214122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季度目标</a:t>
            </a:r>
            <a:endParaRPr lang="en-US" sz="2000" dirty="0"/>
          </a:p>
        </p:txBody>
      </p:sp>
      <p:sp>
        <p:nvSpPr>
          <p:cNvPr id="177" name="Text 175"/>
          <p:cNvSpPr/>
          <p:nvPr/>
        </p:nvSpPr>
        <p:spPr>
          <a:xfrm>
            <a:off x="1816100" y="21247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S32_22 · Kaiti 20 · W 81 · k−0</a:t>
            </a:r>
            <a:endParaRPr lang="en-US" sz="900" dirty="0"/>
          </a:p>
        </p:txBody>
      </p:sp>
      <p:sp>
        <p:nvSpPr>
          <p:cNvPr id="178" name="S32_22_Kaiti_20_W81"/>
          <p:cNvSpPr/>
          <p:nvPr/>
        </p:nvSpPr>
        <p:spPr>
          <a:xfrm>
            <a:off x="1816100" y="214122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年度收入</a:t>
            </a:r>
            <a:endParaRPr lang="en-US" sz="2000" dirty="0"/>
          </a:p>
        </p:txBody>
      </p:sp>
      <p:sp>
        <p:nvSpPr>
          <p:cNvPr id="179" name="Text 177"/>
          <p:cNvSpPr/>
          <p:nvPr/>
        </p:nvSpPr>
        <p:spPr>
          <a:xfrm>
            <a:off x="3556000" y="21247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S32_23 · Kaiti 20 · W 81 · k−0</a:t>
            </a:r>
            <a:endParaRPr lang="en-US" sz="900" dirty="0"/>
          </a:p>
        </p:txBody>
      </p:sp>
      <p:sp>
        <p:nvSpPr>
          <p:cNvPr id="180" name="S32_23_Kaiti_20_W81"/>
          <p:cNvSpPr/>
          <p:nvPr/>
        </p:nvSpPr>
        <p:spPr>
          <a:xfrm>
            <a:off x="3556000" y="214122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营业利润</a:t>
            </a:r>
            <a:endParaRPr lang="en-US" sz="2000" dirty="0"/>
          </a:p>
        </p:txBody>
      </p:sp>
      <p:sp>
        <p:nvSpPr>
          <p:cNvPr id="181" name="Text 179"/>
          <p:cNvSpPr/>
          <p:nvPr/>
        </p:nvSpPr>
        <p:spPr>
          <a:xfrm>
            <a:off x="5295900" y="212471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S32_24 · Kaiti 20 · W 111 · k−0</a:t>
            </a:r>
            <a:endParaRPr lang="en-US" sz="900" dirty="0"/>
          </a:p>
        </p:txBody>
      </p:sp>
      <p:sp>
        <p:nvSpPr>
          <p:cNvPr id="182" name="S32_24_Kaiti_20_W111"/>
          <p:cNvSpPr/>
          <p:nvPr/>
        </p:nvSpPr>
        <p:spPr>
          <a:xfrm>
            <a:off x="5295900" y="21412200"/>
            <a:ext cx="1409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战略 &gt; 目标</a:t>
            </a:r>
            <a:endParaRPr lang="en-US" sz="2000" dirty="0"/>
          </a:p>
        </p:txBody>
      </p:sp>
      <p:sp>
        <p:nvSpPr>
          <p:cNvPr id="183" name="Text 181"/>
          <p:cNvSpPr/>
          <p:nvPr/>
        </p:nvSpPr>
        <p:spPr>
          <a:xfrm>
            <a:off x="76200" y="2214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S32_31 · Fangsong 20 · W 81 · k−0</a:t>
            </a:r>
            <a:endParaRPr lang="en-US" sz="900" dirty="0"/>
          </a:p>
        </p:txBody>
      </p:sp>
      <p:sp>
        <p:nvSpPr>
          <p:cNvPr id="184" name="S32_31_Fangsong_20_W81"/>
          <p:cNvSpPr/>
          <p:nvPr/>
        </p:nvSpPr>
        <p:spPr>
          <a:xfrm>
            <a:off x="76200" y="223139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季度目标</a:t>
            </a:r>
            <a:endParaRPr lang="en-US" sz="2000" dirty="0"/>
          </a:p>
        </p:txBody>
      </p:sp>
      <p:sp>
        <p:nvSpPr>
          <p:cNvPr id="185" name="Text 183"/>
          <p:cNvSpPr/>
          <p:nvPr/>
        </p:nvSpPr>
        <p:spPr>
          <a:xfrm>
            <a:off x="1816100" y="2214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S32_32 · Fangsong 20 · W 81 · k−0</a:t>
            </a:r>
            <a:endParaRPr lang="en-US" sz="900" dirty="0"/>
          </a:p>
        </p:txBody>
      </p:sp>
      <p:sp>
        <p:nvSpPr>
          <p:cNvPr id="186" name="S32_32_Fangsong_20_W81"/>
          <p:cNvSpPr/>
          <p:nvPr/>
        </p:nvSpPr>
        <p:spPr>
          <a:xfrm>
            <a:off x="1816100" y="223139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年度收入</a:t>
            </a:r>
            <a:endParaRPr lang="en-US" sz="2000" dirty="0"/>
          </a:p>
        </p:txBody>
      </p:sp>
      <p:sp>
        <p:nvSpPr>
          <p:cNvPr id="187" name="Text 185"/>
          <p:cNvSpPr/>
          <p:nvPr/>
        </p:nvSpPr>
        <p:spPr>
          <a:xfrm>
            <a:off x="3556000" y="2214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S32_33 · Fangsong 20 · W 81 · k−0</a:t>
            </a:r>
            <a:endParaRPr lang="en-US" sz="900" dirty="0"/>
          </a:p>
        </p:txBody>
      </p:sp>
      <p:sp>
        <p:nvSpPr>
          <p:cNvPr id="188" name="S32_33_Fangsong_20_W81"/>
          <p:cNvSpPr/>
          <p:nvPr/>
        </p:nvSpPr>
        <p:spPr>
          <a:xfrm>
            <a:off x="3556000" y="22313900"/>
            <a:ext cx="1028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营业利润</a:t>
            </a:r>
            <a:endParaRPr lang="en-US" sz="2000" dirty="0"/>
          </a:p>
        </p:txBody>
      </p:sp>
      <p:sp>
        <p:nvSpPr>
          <p:cNvPr id="189" name="Text 187"/>
          <p:cNvSpPr/>
          <p:nvPr/>
        </p:nvSpPr>
        <p:spPr>
          <a:xfrm>
            <a:off x="5295900" y="22148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S32_34 · Fangsong 20 · W 111 · k−0</a:t>
            </a:r>
            <a:endParaRPr lang="en-US" sz="900" dirty="0"/>
          </a:p>
        </p:txBody>
      </p:sp>
      <p:sp>
        <p:nvSpPr>
          <p:cNvPr id="190" name="S32_34_Fangsong_20_W111"/>
          <p:cNvSpPr/>
          <p:nvPr/>
        </p:nvSpPr>
        <p:spPr>
          <a:xfrm>
            <a:off x="5295900" y="22313900"/>
            <a:ext cx="1409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战略 &gt; 目标</a:t>
            </a:r>
            <a:endParaRPr lang="en-US" sz="2000" dirty="0"/>
          </a:p>
        </p:txBody>
      </p:sp>
      <p:sp>
        <p:nvSpPr>
          <p:cNvPr id="191" name="Text 189"/>
          <p:cNvSpPr/>
          <p:nvPr/>
        </p:nvSpPr>
        <p:spPr>
          <a:xfrm>
            <a:off x="76200" y="23050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S32_41 · SimSun Bold 20 · W 41 · k−0</a:t>
            </a:r>
            <a:endParaRPr lang="en-US" sz="900" dirty="0"/>
          </a:p>
        </p:txBody>
      </p:sp>
      <p:sp>
        <p:nvSpPr>
          <p:cNvPr id="192" name="S32_41_SimSunBold_20_W41"/>
          <p:cNvSpPr/>
          <p:nvPr/>
        </p:nvSpPr>
        <p:spPr>
          <a:xfrm>
            <a:off x="76200" y="23215600"/>
            <a:ext cx="520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季度目标</a:t>
            </a:r>
            <a:endParaRPr lang="en-US" sz="2000" dirty="0"/>
          </a:p>
        </p:txBody>
      </p:sp>
      <p:sp>
        <p:nvSpPr>
          <p:cNvPr id="193" name="Text 191"/>
          <p:cNvSpPr/>
          <p:nvPr/>
        </p:nvSpPr>
        <p:spPr>
          <a:xfrm>
            <a:off x="1816100" y="23050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S32_42 · SimSun Bold 20 · W 41 · k−0</a:t>
            </a:r>
            <a:endParaRPr lang="en-US" sz="900" dirty="0"/>
          </a:p>
        </p:txBody>
      </p:sp>
      <p:sp>
        <p:nvSpPr>
          <p:cNvPr id="194" name="S32_42_SimSunBold_20_W41"/>
          <p:cNvSpPr/>
          <p:nvPr/>
        </p:nvSpPr>
        <p:spPr>
          <a:xfrm>
            <a:off x="1816100" y="23215600"/>
            <a:ext cx="520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年度收入</a:t>
            </a:r>
            <a:endParaRPr lang="en-US" sz="2000" dirty="0"/>
          </a:p>
        </p:txBody>
      </p:sp>
      <p:sp>
        <p:nvSpPr>
          <p:cNvPr id="195" name="Text 193"/>
          <p:cNvSpPr/>
          <p:nvPr/>
        </p:nvSpPr>
        <p:spPr>
          <a:xfrm>
            <a:off x="3556000" y="23050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S32_43 · SimSun Bold 20 · W 41 · k−0</a:t>
            </a:r>
            <a:endParaRPr lang="en-US" sz="900" dirty="0"/>
          </a:p>
        </p:txBody>
      </p:sp>
      <p:sp>
        <p:nvSpPr>
          <p:cNvPr id="196" name="S32_43_SimSunBold_20_W41"/>
          <p:cNvSpPr/>
          <p:nvPr/>
        </p:nvSpPr>
        <p:spPr>
          <a:xfrm>
            <a:off x="3556000" y="23215600"/>
            <a:ext cx="520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营业利润</a:t>
            </a:r>
            <a:endParaRPr lang="en-US" sz="2000" dirty="0"/>
          </a:p>
        </p:txBody>
      </p:sp>
      <p:sp>
        <p:nvSpPr>
          <p:cNvPr id="197" name="Text 195"/>
          <p:cNvSpPr/>
          <p:nvPr/>
        </p:nvSpPr>
        <p:spPr>
          <a:xfrm>
            <a:off x="5295900" y="23050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S32_44 · SimSun Bold 20 · W 71 · k−0</a:t>
            </a:r>
            <a:endParaRPr lang="en-US" sz="900" dirty="0"/>
          </a:p>
        </p:txBody>
      </p:sp>
      <p:sp>
        <p:nvSpPr>
          <p:cNvPr id="198" name="S32_44_SimSunBold_20_W71"/>
          <p:cNvSpPr/>
          <p:nvPr/>
        </p:nvSpPr>
        <p:spPr>
          <a:xfrm>
            <a:off x="5295900" y="23215600"/>
            <a:ext cx="901700" cy="304800"/>
          </a:xfrm>
          <a:prstGeom prst="rect">
            <a:avLst/>
          </a:prstGeom>
          <a:noFill/>
          <a:ln w="2010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战略 &gt; 目标</a:t>
            </a:r>
            <a:endParaRPr lang="en-US" sz="2000" dirty="0"/>
          </a:p>
        </p:txBody>
      </p:sp>
      <p:sp>
        <p:nvSpPr>
          <p:cNvPr id="199" name="Text 197"/>
          <p:cNvSpPr/>
          <p:nvPr/>
        </p:nvSpPr>
        <p:spPr>
          <a:xfrm>
            <a:off x="76200" y="257556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36pt regular</a:t>
            </a:r>
            <a:endParaRPr lang="en-US" sz="1200" dirty="0"/>
          </a:p>
        </p:txBody>
      </p:sp>
      <p:sp>
        <p:nvSpPr>
          <p:cNvPr id="200" name="Text 198"/>
          <p:cNvSpPr/>
          <p:nvPr/>
        </p:nvSpPr>
        <p:spPr>
          <a:xfrm>
            <a:off x="76200" y="2600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S33_11 · SimHei 36 · W 73 · k−0</a:t>
            </a:r>
            <a:endParaRPr lang="en-US" sz="1220" dirty="0"/>
          </a:p>
        </p:txBody>
      </p:sp>
      <p:sp>
        <p:nvSpPr>
          <p:cNvPr id="201" name="S33_11_SimHei_36_W73"/>
          <p:cNvSpPr/>
          <p:nvPr/>
        </p:nvSpPr>
        <p:spPr>
          <a:xfrm>
            <a:off x="76200" y="26174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季报</a:t>
            </a:r>
            <a:endParaRPr lang="en-US" sz="3600" dirty="0"/>
          </a:p>
        </p:txBody>
      </p:sp>
      <p:sp>
        <p:nvSpPr>
          <p:cNvPr id="202" name="Text 200"/>
          <p:cNvSpPr/>
          <p:nvPr/>
        </p:nvSpPr>
        <p:spPr>
          <a:xfrm>
            <a:off x="1790700" y="2600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S33_12 · SimHei 36 · W 73 · k−0</a:t>
            </a:r>
            <a:endParaRPr lang="en-US" sz="1220" dirty="0"/>
          </a:p>
        </p:txBody>
      </p:sp>
      <p:sp>
        <p:nvSpPr>
          <p:cNvPr id="203" name="S33_12_SimHei_36_W73"/>
          <p:cNvSpPr/>
          <p:nvPr/>
        </p:nvSpPr>
        <p:spPr>
          <a:xfrm>
            <a:off x="1790700" y="26174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收入</a:t>
            </a:r>
            <a:endParaRPr lang="en-US" sz="3600" dirty="0"/>
          </a:p>
        </p:txBody>
      </p:sp>
      <p:sp>
        <p:nvSpPr>
          <p:cNvPr id="204" name="Text 202"/>
          <p:cNvSpPr/>
          <p:nvPr/>
        </p:nvSpPr>
        <p:spPr>
          <a:xfrm>
            <a:off x="3505200" y="2600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S33_13 · SimHei 36 · W 73 · k−0</a:t>
            </a:r>
            <a:endParaRPr lang="en-US" sz="1220" dirty="0"/>
          </a:p>
        </p:txBody>
      </p:sp>
      <p:sp>
        <p:nvSpPr>
          <p:cNvPr id="205" name="S33_13_SimHei_36_W73"/>
          <p:cNvSpPr/>
          <p:nvPr/>
        </p:nvSpPr>
        <p:spPr>
          <a:xfrm>
            <a:off x="3505200" y="26174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利润</a:t>
            </a:r>
            <a:endParaRPr lang="en-US" sz="3600" dirty="0"/>
          </a:p>
        </p:txBody>
      </p:sp>
      <p:sp>
        <p:nvSpPr>
          <p:cNvPr id="206" name="Text 204"/>
          <p:cNvSpPr/>
          <p:nvPr/>
        </p:nvSpPr>
        <p:spPr>
          <a:xfrm>
            <a:off x="5219700" y="26009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S33_14 · SimHei 36 · W 109 · k−0</a:t>
            </a:r>
            <a:endParaRPr lang="en-US" sz="1220" dirty="0"/>
          </a:p>
        </p:txBody>
      </p:sp>
      <p:sp>
        <p:nvSpPr>
          <p:cNvPr id="207" name="S33_14_SimHei_36_W109"/>
          <p:cNvSpPr/>
          <p:nvPr/>
        </p:nvSpPr>
        <p:spPr>
          <a:xfrm>
            <a:off x="5219700" y="26174700"/>
            <a:ext cx="13843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&gt; 目标</a:t>
            </a:r>
            <a:endParaRPr lang="en-US" sz="3600" dirty="0"/>
          </a:p>
        </p:txBody>
      </p:sp>
      <p:sp>
        <p:nvSpPr>
          <p:cNvPr id="208" name="Text 206"/>
          <p:cNvSpPr/>
          <p:nvPr/>
        </p:nvSpPr>
        <p:spPr>
          <a:xfrm>
            <a:off x="76200" y="274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S33_21 · Kaiti 36 · W 73 · k−0</a:t>
            </a:r>
            <a:endParaRPr lang="en-US" sz="1220" dirty="0"/>
          </a:p>
        </p:txBody>
      </p:sp>
      <p:sp>
        <p:nvSpPr>
          <p:cNvPr id="209" name="S33_21_Kaiti_36_W73"/>
          <p:cNvSpPr/>
          <p:nvPr/>
        </p:nvSpPr>
        <p:spPr>
          <a:xfrm>
            <a:off x="76200" y="27571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季报</a:t>
            </a:r>
            <a:endParaRPr lang="en-US" sz="3600" dirty="0"/>
          </a:p>
        </p:txBody>
      </p:sp>
      <p:sp>
        <p:nvSpPr>
          <p:cNvPr id="210" name="Text 208"/>
          <p:cNvSpPr/>
          <p:nvPr/>
        </p:nvSpPr>
        <p:spPr>
          <a:xfrm>
            <a:off x="1790700" y="274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S33_22 · Kaiti 36 · W 73 · k−0</a:t>
            </a:r>
            <a:endParaRPr lang="en-US" sz="1220" dirty="0"/>
          </a:p>
        </p:txBody>
      </p:sp>
      <p:sp>
        <p:nvSpPr>
          <p:cNvPr id="211" name="S33_22_Kaiti_36_W73"/>
          <p:cNvSpPr/>
          <p:nvPr/>
        </p:nvSpPr>
        <p:spPr>
          <a:xfrm>
            <a:off x="1790700" y="27571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收入</a:t>
            </a:r>
            <a:endParaRPr lang="en-US" sz="3600" dirty="0"/>
          </a:p>
        </p:txBody>
      </p:sp>
      <p:sp>
        <p:nvSpPr>
          <p:cNvPr id="212" name="Text 210"/>
          <p:cNvSpPr/>
          <p:nvPr/>
        </p:nvSpPr>
        <p:spPr>
          <a:xfrm>
            <a:off x="3505200" y="274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S33_23 · Kaiti 36 · W 73 · k−0</a:t>
            </a:r>
            <a:endParaRPr lang="en-US" sz="1220" dirty="0"/>
          </a:p>
        </p:txBody>
      </p:sp>
      <p:sp>
        <p:nvSpPr>
          <p:cNvPr id="213" name="S33_23_Kaiti_36_W73"/>
          <p:cNvSpPr/>
          <p:nvPr/>
        </p:nvSpPr>
        <p:spPr>
          <a:xfrm>
            <a:off x="3505200" y="27571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利润</a:t>
            </a:r>
            <a:endParaRPr lang="en-US" sz="3600" dirty="0"/>
          </a:p>
        </p:txBody>
      </p:sp>
      <p:sp>
        <p:nvSpPr>
          <p:cNvPr id="214" name="Text 212"/>
          <p:cNvSpPr/>
          <p:nvPr/>
        </p:nvSpPr>
        <p:spPr>
          <a:xfrm>
            <a:off x="5219700" y="27406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S33_24 · Kaiti 36 · W 109 · k−0</a:t>
            </a:r>
            <a:endParaRPr lang="en-US" sz="1220" dirty="0"/>
          </a:p>
        </p:txBody>
      </p:sp>
      <p:sp>
        <p:nvSpPr>
          <p:cNvPr id="215" name="S33_24_Kaiti_36_W109"/>
          <p:cNvSpPr/>
          <p:nvPr/>
        </p:nvSpPr>
        <p:spPr>
          <a:xfrm>
            <a:off x="5219700" y="27571700"/>
            <a:ext cx="13843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&gt; 目标</a:t>
            </a:r>
            <a:endParaRPr lang="en-US" sz="3600" dirty="0"/>
          </a:p>
        </p:txBody>
      </p:sp>
      <p:sp>
        <p:nvSpPr>
          <p:cNvPr id="216" name="Text 214"/>
          <p:cNvSpPr/>
          <p:nvPr/>
        </p:nvSpPr>
        <p:spPr>
          <a:xfrm>
            <a:off x="76200" y="2880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S33_31 · Fangsong 36 · W 73 · k−0</a:t>
            </a:r>
            <a:endParaRPr lang="en-US" sz="1220" dirty="0"/>
          </a:p>
        </p:txBody>
      </p:sp>
      <p:sp>
        <p:nvSpPr>
          <p:cNvPr id="217" name="S33_31_Fangsong_36_W73"/>
          <p:cNvSpPr/>
          <p:nvPr/>
        </p:nvSpPr>
        <p:spPr>
          <a:xfrm>
            <a:off x="76200" y="28968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季报</a:t>
            </a:r>
            <a:endParaRPr lang="en-US" sz="3600" dirty="0"/>
          </a:p>
        </p:txBody>
      </p:sp>
      <p:sp>
        <p:nvSpPr>
          <p:cNvPr id="218" name="Text 216"/>
          <p:cNvSpPr/>
          <p:nvPr/>
        </p:nvSpPr>
        <p:spPr>
          <a:xfrm>
            <a:off x="1790700" y="2880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S33_32 · Fangsong 36 · W 73 · k−0</a:t>
            </a:r>
            <a:endParaRPr lang="en-US" sz="1220" dirty="0"/>
          </a:p>
        </p:txBody>
      </p:sp>
      <p:sp>
        <p:nvSpPr>
          <p:cNvPr id="219" name="S33_32_Fangsong_36_W73"/>
          <p:cNvSpPr/>
          <p:nvPr/>
        </p:nvSpPr>
        <p:spPr>
          <a:xfrm>
            <a:off x="1790700" y="28968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收入</a:t>
            </a:r>
            <a:endParaRPr lang="en-US" sz="3600" dirty="0"/>
          </a:p>
        </p:txBody>
      </p:sp>
      <p:sp>
        <p:nvSpPr>
          <p:cNvPr id="220" name="Text 218"/>
          <p:cNvSpPr/>
          <p:nvPr/>
        </p:nvSpPr>
        <p:spPr>
          <a:xfrm>
            <a:off x="3505200" y="2880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S33_33 · Fangsong 36 · W 73 · k−0</a:t>
            </a:r>
            <a:endParaRPr lang="en-US" sz="1220" dirty="0"/>
          </a:p>
        </p:txBody>
      </p:sp>
      <p:sp>
        <p:nvSpPr>
          <p:cNvPr id="221" name="S33_33_Fangsong_36_W73"/>
          <p:cNvSpPr/>
          <p:nvPr/>
        </p:nvSpPr>
        <p:spPr>
          <a:xfrm>
            <a:off x="3505200" y="28968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利润</a:t>
            </a:r>
            <a:endParaRPr lang="en-US" sz="3600" dirty="0"/>
          </a:p>
        </p:txBody>
      </p:sp>
      <p:sp>
        <p:nvSpPr>
          <p:cNvPr id="222" name="Text 220"/>
          <p:cNvSpPr/>
          <p:nvPr/>
        </p:nvSpPr>
        <p:spPr>
          <a:xfrm>
            <a:off x="5219700" y="28803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S33_34 · Fangsong 36 · W 109 · k−0</a:t>
            </a:r>
            <a:endParaRPr lang="en-US" sz="1220" dirty="0"/>
          </a:p>
        </p:txBody>
      </p:sp>
      <p:sp>
        <p:nvSpPr>
          <p:cNvPr id="223" name="S33_34_Fangsong_36_W109"/>
          <p:cNvSpPr/>
          <p:nvPr/>
        </p:nvSpPr>
        <p:spPr>
          <a:xfrm>
            <a:off x="5219700" y="28968700"/>
            <a:ext cx="13843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&gt; 目标</a:t>
            </a:r>
            <a:endParaRPr lang="en-US" sz="3600" dirty="0"/>
          </a:p>
        </p:txBody>
      </p:sp>
      <p:sp>
        <p:nvSpPr>
          <p:cNvPr id="224" name="Text 222"/>
          <p:cNvSpPr/>
          <p:nvPr/>
        </p:nvSpPr>
        <p:spPr>
          <a:xfrm>
            <a:off x="76200" y="30200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S33_41 · SimSun Bold 36 · W 37 · k−0</a:t>
            </a:r>
            <a:endParaRPr lang="en-US" sz="1220" dirty="0"/>
          </a:p>
        </p:txBody>
      </p:sp>
      <p:sp>
        <p:nvSpPr>
          <p:cNvPr id="225" name="S33_41_SimSunBold_36_W37"/>
          <p:cNvSpPr/>
          <p:nvPr/>
        </p:nvSpPr>
        <p:spPr>
          <a:xfrm>
            <a:off x="76200" y="30365700"/>
            <a:ext cx="469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季报</a:t>
            </a:r>
            <a:endParaRPr lang="en-US" sz="3600" dirty="0"/>
          </a:p>
        </p:txBody>
      </p:sp>
      <p:sp>
        <p:nvSpPr>
          <p:cNvPr id="226" name="Text 224"/>
          <p:cNvSpPr/>
          <p:nvPr/>
        </p:nvSpPr>
        <p:spPr>
          <a:xfrm>
            <a:off x="1790700" y="30200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S33_42 · SimSun Bold 36 · W 37 · k−0</a:t>
            </a:r>
            <a:endParaRPr lang="en-US" sz="1220" dirty="0"/>
          </a:p>
        </p:txBody>
      </p:sp>
      <p:sp>
        <p:nvSpPr>
          <p:cNvPr id="227" name="S33_42_SimSunBold_36_W37"/>
          <p:cNvSpPr/>
          <p:nvPr/>
        </p:nvSpPr>
        <p:spPr>
          <a:xfrm>
            <a:off x="1790700" y="30365700"/>
            <a:ext cx="469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收入</a:t>
            </a:r>
            <a:endParaRPr lang="en-US" sz="3600" dirty="0"/>
          </a:p>
        </p:txBody>
      </p:sp>
      <p:sp>
        <p:nvSpPr>
          <p:cNvPr id="228" name="Text 226"/>
          <p:cNvSpPr/>
          <p:nvPr/>
        </p:nvSpPr>
        <p:spPr>
          <a:xfrm>
            <a:off x="3505200" y="30200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S33_43 · SimSun Bold 36 · W 37 · k−0</a:t>
            </a:r>
            <a:endParaRPr lang="en-US" sz="1220" dirty="0"/>
          </a:p>
        </p:txBody>
      </p:sp>
      <p:sp>
        <p:nvSpPr>
          <p:cNvPr id="229" name="S33_43_SimSunBold_36_W37"/>
          <p:cNvSpPr/>
          <p:nvPr/>
        </p:nvSpPr>
        <p:spPr>
          <a:xfrm>
            <a:off x="3505200" y="30365700"/>
            <a:ext cx="4699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利润</a:t>
            </a:r>
            <a:endParaRPr lang="en-US" sz="3600" dirty="0"/>
          </a:p>
        </p:txBody>
      </p:sp>
      <p:sp>
        <p:nvSpPr>
          <p:cNvPr id="230" name="Text 228"/>
          <p:cNvSpPr/>
          <p:nvPr/>
        </p:nvSpPr>
        <p:spPr>
          <a:xfrm>
            <a:off x="5219700" y="30200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S33_44 · SimSun Bold 36 · W 73 · k−0</a:t>
            </a:r>
            <a:endParaRPr lang="en-US" sz="1220" dirty="0"/>
          </a:p>
        </p:txBody>
      </p:sp>
      <p:sp>
        <p:nvSpPr>
          <p:cNvPr id="231" name="S33_44_SimSunBold_36_W73"/>
          <p:cNvSpPr/>
          <p:nvPr/>
        </p:nvSpPr>
        <p:spPr>
          <a:xfrm>
            <a:off x="5219700" y="30365700"/>
            <a:ext cx="927100" cy="548640"/>
          </a:xfrm>
          <a:prstGeom prst="rect">
            <a:avLst/>
          </a:prstGeom>
          <a:noFill/>
          <a:ln w="28575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SimSun Bold" pitchFamily="34" charset="0"/>
                <a:ea typeface="SimSun Bold" pitchFamily="34" charset="-122"/>
                <a:cs typeface="SimSun Bold" pitchFamily="34" charset="-120"/>
              </a:rPr>
              <a:t>&gt; 目标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13/15 — [RU] 11pt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[RU] 11pt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S34_11 · Roboto 11 · W 144.63 · k−0</a:t>
            </a:r>
            <a:endParaRPr lang="en-US" sz="720" dirty="0"/>
          </a:p>
        </p:txBody>
      </p:sp>
      <p:sp>
        <p:nvSpPr>
          <p:cNvPr id="5" name="S34_11_Roboto_11_W144.63"/>
          <p:cNvSpPr/>
          <p:nvPr/>
        </p:nvSpPr>
        <p:spPr>
          <a:xfrm>
            <a:off x="76200" y="850900"/>
            <a:ext cx="18368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S34_12 · Roboto 11 · W 166 · k−0</a:t>
            </a:r>
            <a:endParaRPr lang="en-US" sz="720" dirty="0"/>
          </a:p>
        </p:txBody>
      </p:sp>
      <p:sp>
        <p:nvSpPr>
          <p:cNvPr id="7" name="S34_12_Roboto_11_W166"/>
          <p:cNvSpPr/>
          <p:nvPr/>
        </p:nvSpPr>
        <p:spPr>
          <a:xfrm>
            <a:off x="6261100" y="850900"/>
            <a:ext cx="21082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S34_13 · Roboto 11 · W 156.88 · k−0</a:t>
            </a:r>
            <a:endParaRPr lang="en-US" sz="720" dirty="0"/>
          </a:p>
        </p:txBody>
      </p:sp>
      <p:sp>
        <p:nvSpPr>
          <p:cNvPr id="9" name="S34_13_Roboto_11_W156.88"/>
          <p:cNvSpPr/>
          <p:nvPr/>
        </p:nvSpPr>
        <p:spPr>
          <a:xfrm>
            <a:off x="12446000" y="850900"/>
            <a:ext cx="19923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S34_14 · Roboto 11 · W 166.5 · k−0</a:t>
            </a:r>
            <a:endParaRPr lang="en-US" sz="720" dirty="0"/>
          </a:p>
        </p:txBody>
      </p:sp>
      <p:sp>
        <p:nvSpPr>
          <p:cNvPr id="11" name="S34_14_Roboto_11_W166.5"/>
          <p:cNvSpPr/>
          <p:nvPr/>
        </p:nvSpPr>
        <p:spPr>
          <a:xfrm>
            <a:off x="18630900" y="850900"/>
            <a:ext cx="21145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S34_15 · Inter 11 · W 150.63 · k−0</a:t>
            </a:r>
            <a:endParaRPr lang="en-US" sz="720" dirty="0"/>
          </a:p>
        </p:txBody>
      </p:sp>
      <p:sp>
        <p:nvSpPr>
          <p:cNvPr id="13" name="S34_15_Inter_11_W150.63"/>
          <p:cNvSpPr/>
          <p:nvPr/>
        </p:nvSpPr>
        <p:spPr>
          <a:xfrm>
            <a:off x="24815800" y="850900"/>
            <a:ext cx="19130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S34_16 · Inter 11 · W 173 · k−0</a:t>
            </a:r>
            <a:endParaRPr lang="en-US" sz="720" dirty="0"/>
          </a:p>
        </p:txBody>
      </p:sp>
      <p:sp>
        <p:nvSpPr>
          <p:cNvPr id="15" name="S34_16_Inter_11_W173"/>
          <p:cNvSpPr/>
          <p:nvPr/>
        </p:nvSpPr>
        <p:spPr>
          <a:xfrm>
            <a:off x="31000700" y="850900"/>
            <a:ext cx="21971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S34_17 · Inter 11 · W 165 · k−0</a:t>
            </a:r>
            <a:endParaRPr lang="en-US" sz="720" dirty="0"/>
          </a:p>
        </p:txBody>
      </p:sp>
      <p:sp>
        <p:nvSpPr>
          <p:cNvPr id="17" name="S34_17_Inter_11_W165"/>
          <p:cNvSpPr/>
          <p:nvPr/>
        </p:nvSpPr>
        <p:spPr>
          <a:xfrm>
            <a:off x="37185600" y="850900"/>
            <a:ext cx="20955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S34_18 · Inter 11 · W 174.13 · k−0</a:t>
            </a:r>
            <a:endParaRPr lang="en-US" sz="720" dirty="0"/>
          </a:p>
        </p:txBody>
      </p:sp>
      <p:sp>
        <p:nvSpPr>
          <p:cNvPr id="19" name="S34_18_Inter_11_W174.13"/>
          <p:cNvSpPr/>
          <p:nvPr/>
        </p:nvSpPr>
        <p:spPr>
          <a:xfrm>
            <a:off x="43370500" y="850900"/>
            <a:ext cx="22114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2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S34_21 · Arial 11 · W 143.25 · k−0</a:t>
            </a:r>
            <a:endParaRPr lang="en-US" sz="720" dirty="0"/>
          </a:p>
        </p:txBody>
      </p:sp>
      <p:sp>
        <p:nvSpPr>
          <p:cNvPr id="21" name="S34_21_Arial_11_W143.25"/>
          <p:cNvSpPr/>
          <p:nvPr/>
        </p:nvSpPr>
        <p:spPr>
          <a:xfrm>
            <a:off x="76200" y="1485900"/>
            <a:ext cx="18192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11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S34_22 · Arial 11 · W 162 · k−0</a:t>
            </a:r>
            <a:endParaRPr lang="en-US" sz="720" dirty="0"/>
          </a:p>
        </p:txBody>
      </p:sp>
      <p:sp>
        <p:nvSpPr>
          <p:cNvPr id="23" name="S34_22_Arial_11_W162"/>
          <p:cNvSpPr/>
          <p:nvPr/>
        </p:nvSpPr>
        <p:spPr>
          <a:xfrm>
            <a:off x="6261100" y="1485900"/>
            <a:ext cx="20574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4460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S34_23 · Arial 11 · W 155.63 · k−0</a:t>
            </a:r>
            <a:endParaRPr lang="en-US" sz="720" dirty="0"/>
          </a:p>
        </p:txBody>
      </p:sp>
      <p:sp>
        <p:nvSpPr>
          <p:cNvPr id="25" name="S34_23_Arial_11_W155.63"/>
          <p:cNvSpPr/>
          <p:nvPr/>
        </p:nvSpPr>
        <p:spPr>
          <a:xfrm>
            <a:off x="12446000" y="1485900"/>
            <a:ext cx="19765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6309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S34_24 · Arial 11 · W 167.88 · k−0</a:t>
            </a:r>
            <a:endParaRPr lang="en-US" sz="720" dirty="0"/>
          </a:p>
        </p:txBody>
      </p:sp>
      <p:sp>
        <p:nvSpPr>
          <p:cNvPr id="27" name="S34_24_Arial_11_W167.88"/>
          <p:cNvSpPr/>
          <p:nvPr/>
        </p:nvSpPr>
        <p:spPr>
          <a:xfrm>
            <a:off x="18630900" y="1485900"/>
            <a:ext cx="21320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158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S34_25 · Arial Narrow 11 · W 117.75 · k−0</a:t>
            </a:r>
            <a:endParaRPr lang="en-US" sz="720" dirty="0"/>
          </a:p>
        </p:txBody>
      </p:sp>
      <p:sp>
        <p:nvSpPr>
          <p:cNvPr id="29" name="S34_25_ArialNarrow_11_W117.75"/>
          <p:cNvSpPr/>
          <p:nvPr/>
        </p:nvSpPr>
        <p:spPr>
          <a:xfrm>
            <a:off x="24815800" y="1485900"/>
            <a:ext cx="14954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007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S34_26 · Arial Narrow 11 · W 132.75 · k−0</a:t>
            </a:r>
            <a:endParaRPr lang="en-US" sz="720" dirty="0"/>
          </a:p>
        </p:txBody>
      </p:sp>
      <p:sp>
        <p:nvSpPr>
          <p:cNvPr id="31" name="S34_26_ArialNarrow_11_W132.75"/>
          <p:cNvSpPr/>
          <p:nvPr/>
        </p:nvSpPr>
        <p:spPr>
          <a:xfrm>
            <a:off x="31000700" y="1485900"/>
            <a:ext cx="16859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1856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S34_27 · Arial Narrow 11 · W 128.25 · k−0</a:t>
            </a:r>
            <a:endParaRPr lang="en-US" sz="720" dirty="0"/>
          </a:p>
        </p:txBody>
      </p:sp>
      <p:sp>
        <p:nvSpPr>
          <p:cNvPr id="33" name="S34_27_ArialNarrow_11_W128.25"/>
          <p:cNvSpPr/>
          <p:nvPr/>
        </p:nvSpPr>
        <p:spPr>
          <a:xfrm>
            <a:off x="37185600" y="1485900"/>
            <a:ext cx="16287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370500" y="132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S34_28 · Arial Narrow 11 · W 137.88 · k−0</a:t>
            </a:r>
            <a:endParaRPr lang="en-US" sz="720" dirty="0"/>
          </a:p>
        </p:txBody>
      </p:sp>
      <p:sp>
        <p:nvSpPr>
          <p:cNvPr id="35" name="S34_28_ArialNarrow_11_W137.88"/>
          <p:cNvSpPr/>
          <p:nvPr/>
        </p:nvSpPr>
        <p:spPr>
          <a:xfrm>
            <a:off x="43370500" y="1485900"/>
            <a:ext cx="17510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2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S34_31 · Times New Roman 11 · W 128.88 · k−0</a:t>
            </a:r>
            <a:endParaRPr lang="en-US" sz="720" dirty="0"/>
          </a:p>
        </p:txBody>
      </p:sp>
      <p:sp>
        <p:nvSpPr>
          <p:cNvPr id="37" name="S34_31_TimesNewRoman_11_W128.88"/>
          <p:cNvSpPr/>
          <p:nvPr/>
        </p:nvSpPr>
        <p:spPr>
          <a:xfrm>
            <a:off x="76200" y="2120900"/>
            <a:ext cx="16367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11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S34_32 · Times New Roman 11 · W 148.75 · k−0</a:t>
            </a:r>
            <a:endParaRPr lang="en-US" sz="720" dirty="0"/>
          </a:p>
        </p:txBody>
      </p:sp>
      <p:sp>
        <p:nvSpPr>
          <p:cNvPr id="39" name="S34_32_TimesNewRoman_11_W148.75"/>
          <p:cNvSpPr/>
          <p:nvPr/>
        </p:nvSpPr>
        <p:spPr>
          <a:xfrm>
            <a:off x="6261100" y="2120900"/>
            <a:ext cx="18891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4460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S34_33 · Times New Roman 11 · W 145.63 · k−0</a:t>
            </a:r>
            <a:endParaRPr lang="en-US" sz="720" dirty="0"/>
          </a:p>
        </p:txBody>
      </p:sp>
      <p:sp>
        <p:nvSpPr>
          <p:cNvPr id="41" name="S34_33_TimesNewRoman_11_W145.63"/>
          <p:cNvSpPr/>
          <p:nvPr/>
        </p:nvSpPr>
        <p:spPr>
          <a:xfrm>
            <a:off x="12446000" y="2120900"/>
            <a:ext cx="18495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6309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S34_34 · Times New Roman 11 · W 153.5 · k−0</a:t>
            </a:r>
            <a:endParaRPr lang="en-US" sz="720" dirty="0"/>
          </a:p>
        </p:txBody>
      </p:sp>
      <p:sp>
        <p:nvSpPr>
          <p:cNvPr id="43" name="S34_34_TimesNewRoman_11_W153.5"/>
          <p:cNvSpPr/>
          <p:nvPr/>
        </p:nvSpPr>
        <p:spPr>
          <a:xfrm>
            <a:off x="18630900" y="2120900"/>
            <a:ext cx="19494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8158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S34_35 · Georgia 11 · W 139.25 · k−0</a:t>
            </a:r>
            <a:endParaRPr lang="en-US" sz="720" dirty="0"/>
          </a:p>
        </p:txBody>
      </p:sp>
      <p:sp>
        <p:nvSpPr>
          <p:cNvPr id="45" name="S34_35_Georgia_11_W139.25"/>
          <p:cNvSpPr/>
          <p:nvPr/>
        </p:nvSpPr>
        <p:spPr>
          <a:xfrm>
            <a:off x="24815800" y="2120900"/>
            <a:ext cx="17684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0007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S34_36 · Georgia 11 · W 164.63 · k−0</a:t>
            </a:r>
            <a:endParaRPr lang="en-US" sz="720" dirty="0"/>
          </a:p>
        </p:txBody>
      </p:sp>
      <p:sp>
        <p:nvSpPr>
          <p:cNvPr id="47" name="S34_36_Georgia_11_W164.63"/>
          <p:cNvSpPr/>
          <p:nvPr/>
        </p:nvSpPr>
        <p:spPr>
          <a:xfrm>
            <a:off x="31000700" y="2120900"/>
            <a:ext cx="20908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1856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S34_37 · Georgia 11 · W 155.75 · k−0</a:t>
            </a:r>
            <a:endParaRPr lang="en-US" sz="720" dirty="0"/>
          </a:p>
        </p:txBody>
      </p:sp>
      <p:sp>
        <p:nvSpPr>
          <p:cNvPr id="49" name="S34_37_Georgia_11_W155.75"/>
          <p:cNvSpPr/>
          <p:nvPr/>
        </p:nvSpPr>
        <p:spPr>
          <a:xfrm>
            <a:off x="37185600" y="2120900"/>
            <a:ext cx="19780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3705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S34_38 · Georgia 11 · W 166.38 · k−0</a:t>
            </a:r>
            <a:endParaRPr lang="en-US" sz="720" dirty="0"/>
          </a:p>
        </p:txBody>
      </p:sp>
      <p:sp>
        <p:nvSpPr>
          <p:cNvPr id="51" name="S34_38_Georgia_11_W166.38"/>
          <p:cNvSpPr/>
          <p:nvPr/>
        </p:nvSpPr>
        <p:spPr>
          <a:xfrm>
            <a:off x="43370500" y="2120900"/>
            <a:ext cx="21130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2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S34_41 · Calibri 11 · W 128 · k−0</a:t>
            </a:r>
            <a:endParaRPr lang="en-US" sz="720" dirty="0"/>
          </a:p>
        </p:txBody>
      </p:sp>
      <p:sp>
        <p:nvSpPr>
          <p:cNvPr id="53" name="S34_41_Calibri_11_W128"/>
          <p:cNvSpPr/>
          <p:nvPr/>
        </p:nvSpPr>
        <p:spPr>
          <a:xfrm>
            <a:off x="76200" y="2755900"/>
            <a:ext cx="16256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11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S34_42 · Calibri 11 · W 148.88 · k−0</a:t>
            </a:r>
            <a:endParaRPr lang="en-US" sz="720" dirty="0"/>
          </a:p>
        </p:txBody>
      </p:sp>
      <p:sp>
        <p:nvSpPr>
          <p:cNvPr id="55" name="S34_42_Calibri_11_W148.88"/>
          <p:cNvSpPr/>
          <p:nvPr/>
        </p:nvSpPr>
        <p:spPr>
          <a:xfrm>
            <a:off x="6261100" y="2755900"/>
            <a:ext cx="18907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24460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S34_43 · Calibri 11 · W 140.5 · k−0</a:t>
            </a:r>
            <a:endParaRPr lang="en-US" sz="720" dirty="0"/>
          </a:p>
        </p:txBody>
      </p:sp>
      <p:sp>
        <p:nvSpPr>
          <p:cNvPr id="57" name="S34_43_Calibri_11_W140.5"/>
          <p:cNvSpPr/>
          <p:nvPr/>
        </p:nvSpPr>
        <p:spPr>
          <a:xfrm>
            <a:off x="12446000" y="2755900"/>
            <a:ext cx="17843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86309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S34_44 · Calibri 11 · W 148.63 · k−0</a:t>
            </a:r>
            <a:endParaRPr lang="en-US" sz="720" dirty="0"/>
          </a:p>
        </p:txBody>
      </p:sp>
      <p:sp>
        <p:nvSpPr>
          <p:cNvPr id="59" name="S34_44_Calibri_11_W148.63"/>
          <p:cNvSpPr/>
          <p:nvPr/>
        </p:nvSpPr>
        <p:spPr>
          <a:xfrm>
            <a:off x="18630900" y="2755900"/>
            <a:ext cx="18876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48158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S34_45 · Verdana 11 · W 160.38 · k−0</a:t>
            </a:r>
            <a:endParaRPr lang="en-US" sz="720" dirty="0"/>
          </a:p>
        </p:txBody>
      </p:sp>
      <p:sp>
        <p:nvSpPr>
          <p:cNvPr id="61" name="S34_45_Verdana_11_W160.38"/>
          <p:cNvSpPr/>
          <p:nvPr/>
        </p:nvSpPr>
        <p:spPr>
          <a:xfrm>
            <a:off x="24815800" y="2755900"/>
            <a:ext cx="20368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10007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S34_46 · Verdana 11 · W 181.38 · k−0</a:t>
            </a:r>
            <a:endParaRPr lang="en-US" sz="720" dirty="0"/>
          </a:p>
        </p:txBody>
      </p:sp>
      <p:sp>
        <p:nvSpPr>
          <p:cNvPr id="63" name="S34_46_Verdana_11_W181.38"/>
          <p:cNvSpPr/>
          <p:nvPr/>
        </p:nvSpPr>
        <p:spPr>
          <a:xfrm>
            <a:off x="31000700" y="2755900"/>
            <a:ext cx="23035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71856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S34_47 · Verdana 11 · W 175.13 · k−0</a:t>
            </a:r>
            <a:endParaRPr lang="en-US" sz="720" dirty="0"/>
          </a:p>
        </p:txBody>
      </p:sp>
      <p:sp>
        <p:nvSpPr>
          <p:cNvPr id="65" name="S34_47_Verdana_11_W175.13"/>
          <p:cNvSpPr/>
          <p:nvPr/>
        </p:nvSpPr>
        <p:spPr>
          <a:xfrm>
            <a:off x="37185600" y="2755900"/>
            <a:ext cx="22241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3370500" y="259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S34_48 · Verdana 11 · W 193.5 · k−0</a:t>
            </a:r>
            <a:endParaRPr lang="en-US" sz="720" dirty="0"/>
          </a:p>
        </p:txBody>
      </p:sp>
      <p:sp>
        <p:nvSpPr>
          <p:cNvPr id="67" name="S34_48_Verdana_11_W193.5"/>
          <p:cNvSpPr/>
          <p:nvPr/>
        </p:nvSpPr>
        <p:spPr>
          <a:xfrm>
            <a:off x="43370500" y="2755900"/>
            <a:ext cx="24574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62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S34_51 · Tahoma 11 · W 142.63 · k−0</a:t>
            </a:r>
            <a:endParaRPr lang="en-US" sz="720" dirty="0"/>
          </a:p>
        </p:txBody>
      </p:sp>
      <p:sp>
        <p:nvSpPr>
          <p:cNvPr id="69" name="S34_51_Tahoma_11_W142.63"/>
          <p:cNvSpPr/>
          <p:nvPr/>
        </p:nvSpPr>
        <p:spPr>
          <a:xfrm>
            <a:off x="76200" y="3390900"/>
            <a:ext cx="18114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2611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S34_52 · Tahoma 11 · W 161.38 · k−0</a:t>
            </a:r>
            <a:endParaRPr lang="en-US" sz="720" dirty="0"/>
          </a:p>
        </p:txBody>
      </p:sp>
      <p:sp>
        <p:nvSpPr>
          <p:cNvPr id="71" name="S34_52_Tahoma_11_W161.38"/>
          <p:cNvSpPr/>
          <p:nvPr/>
        </p:nvSpPr>
        <p:spPr>
          <a:xfrm>
            <a:off x="6261100" y="3390900"/>
            <a:ext cx="20495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24460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S34_53 · Tahoma 11 · W 155.5 · k−0</a:t>
            </a:r>
            <a:endParaRPr lang="en-US" sz="720" dirty="0"/>
          </a:p>
        </p:txBody>
      </p:sp>
      <p:sp>
        <p:nvSpPr>
          <p:cNvPr id="73" name="S34_53_Tahoma_11_W155.5"/>
          <p:cNvSpPr/>
          <p:nvPr/>
        </p:nvSpPr>
        <p:spPr>
          <a:xfrm>
            <a:off x="12446000" y="3390900"/>
            <a:ext cx="19748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6309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S34_54 · Tahoma 11 · W 170.63 · k−0</a:t>
            </a:r>
            <a:endParaRPr lang="en-US" sz="720" dirty="0"/>
          </a:p>
        </p:txBody>
      </p:sp>
      <p:sp>
        <p:nvSpPr>
          <p:cNvPr id="75" name="S34_54_Tahoma_11_W170.63"/>
          <p:cNvSpPr/>
          <p:nvPr/>
        </p:nvSpPr>
        <p:spPr>
          <a:xfrm>
            <a:off x="18630900" y="3390900"/>
            <a:ext cx="21670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48158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S34_55 · Trebuchet MS 11 · W 141.5 · k−0</a:t>
            </a:r>
            <a:endParaRPr lang="en-US" sz="720" dirty="0"/>
          </a:p>
        </p:txBody>
      </p:sp>
      <p:sp>
        <p:nvSpPr>
          <p:cNvPr id="77" name="S34_55_TrebuchetMS_11_W141.5"/>
          <p:cNvSpPr/>
          <p:nvPr/>
        </p:nvSpPr>
        <p:spPr>
          <a:xfrm>
            <a:off x="24815800" y="3390900"/>
            <a:ext cx="17970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10007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S34_56 · Trebuchet MS 11 · W 162 · k−0</a:t>
            </a:r>
            <a:endParaRPr lang="en-US" sz="720" dirty="0"/>
          </a:p>
        </p:txBody>
      </p:sp>
      <p:sp>
        <p:nvSpPr>
          <p:cNvPr id="79" name="S34_56_TrebuchetMS_11_W162"/>
          <p:cNvSpPr/>
          <p:nvPr/>
        </p:nvSpPr>
        <p:spPr>
          <a:xfrm>
            <a:off x="31000700" y="3390900"/>
            <a:ext cx="20574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71856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S34_57 · Trebuchet MS 11 · W 152.88 · k−0</a:t>
            </a:r>
            <a:endParaRPr lang="en-US" sz="720" dirty="0"/>
          </a:p>
        </p:txBody>
      </p:sp>
      <p:sp>
        <p:nvSpPr>
          <p:cNvPr id="81" name="S34_57_TrebuchetMS_11_W152.88"/>
          <p:cNvSpPr/>
          <p:nvPr/>
        </p:nvSpPr>
        <p:spPr>
          <a:xfrm>
            <a:off x="37185600" y="3390900"/>
            <a:ext cx="194157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33705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S34_58 · Trebuchet MS 11 · W 164 · k−0</a:t>
            </a:r>
            <a:endParaRPr lang="en-US" sz="720" dirty="0"/>
          </a:p>
        </p:txBody>
      </p:sp>
      <p:sp>
        <p:nvSpPr>
          <p:cNvPr id="83" name="S34_58_TrebuchetMS_11_W164"/>
          <p:cNvSpPr/>
          <p:nvPr/>
        </p:nvSpPr>
        <p:spPr>
          <a:xfrm>
            <a:off x="43370500" y="3390900"/>
            <a:ext cx="208280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2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S34_61 · Comic Sans MS 11 · W 146.75 · k−0</a:t>
            </a:r>
            <a:endParaRPr lang="en-US" sz="720" dirty="0"/>
          </a:p>
        </p:txBody>
      </p:sp>
      <p:sp>
        <p:nvSpPr>
          <p:cNvPr id="85" name="S34_61_ComicSansMS_11_W146.75"/>
          <p:cNvSpPr/>
          <p:nvPr/>
        </p:nvSpPr>
        <p:spPr>
          <a:xfrm>
            <a:off x="76200" y="4025900"/>
            <a:ext cx="186372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2611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S34_62 · Comic Sans MS 11 · W 169.63 · k−0</a:t>
            </a:r>
            <a:endParaRPr lang="en-US" sz="720" dirty="0"/>
          </a:p>
        </p:txBody>
      </p:sp>
      <p:sp>
        <p:nvSpPr>
          <p:cNvPr id="87" name="S34_62_ComicSansMS_11_W169.63"/>
          <p:cNvSpPr/>
          <p:nvPr/>
        </p:nvSpPr>
        <p:spPr>
          <a:xfrm>
            <a:off x="6261100" y="4025900"/>
            <a:ext cx="215430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24460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S34_63 · Comic Sans MS 11 · W 156.5 · k−0</a:t>
            </a:r>
            <a:endParaRPr lang="en-US" sz="720" dirty="0"/>
          </a:p>
        </p:txBody>
      </p:sp>
      <p:sp>
        <p:nvSpPr>
          <p:cNvPr id="89" name="S34_63_ComicSansMS_11_W156.5"/>
          <p:cNvSpPr/>
          <p:nvPr/>
        </p:nvSpPr>
        <p:spPr>
          <a:xfrm>
            <a:off x="12446000" y="4025900"/>
            <a:ext cx="19875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86309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S34_64 · Comic Sans MS 11 · W 169.38 · k−0</a:t>
            </a:r>
            <a:endParaRPr lang="en-US" sz="720" dirty="0"/>
          </a:p>
        </p:txBody>
      </p:sp>
      <p:sp>
        <p:nvSpPr>
          <p:cNvPr id="91" name="S34_64_ComicSansMS_11_W169.38"/>
          <p:cNvSpPr/>
          <p:nvPr/>
        </p:nvSpPr>
        <p:spPr>
          <a:xfrm>
            <a:off x="18630900" y="4025900"/>
            <a:ext cx="2151126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Эффективность: +12.3% к плану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248158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S34_65 · Courier New 11 · W 173.25 · k−0</a:t>
            </a:r>
            <a:endParaRPr lang="en-US" sz="720" dirty="0"/>
          </a:p>
        </p:txBody>
      </p:sp>
      <p:sp>
        <p:nvSpPr>
          <p:cNvPr id="93" name="S34_65_CourierNew_11_W173.25"/>
          <p:cNvSpPr/>
          <p:nvPr/>
        </p:nvSpPr>
        <p:spPr>
          <a:xfrm>
            <a:off x="24815800" y="4025900"/>
            <a:ext cx="22002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 о доходах за квартал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310007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S34_66 · Courier New 11 · W 186.5 · k−0</a:t>
            </a:r>
            <a:endParaRPr lang="en-US" sz="720" dirty="0"/>
          </a:p>
        </p:txBody>
      </p:sp>
      <p:sp>
        <p:nvSpPr>
          <p:cNvPr id="95" name="S34_66_CourierNew_11_W186.5"/>
          <p:cNvSpPr/>
          <p:nvPr/>
        </p:nvSpPr>
        <p:spPr>
          <a:xfrm>
            <a:off x="31000700" y="4025900"/>
            <a:ext cx="2368550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Стратегические цели компании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71856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S34_67 · Courier New 11 · W 173.25 · k−0</a:t>
            </a:r>
            <a:endParaRPr lang="en-US" sz="720" dirty="0"/>
          </a:p>
        </p:txBody>
      </p:sp>
      <p:sp>
        <p:nvSpPr>
          <p:cNvPr id="97" name="S34_67_CourierNew_11_W173.25"/>
          <p:cNvSpPr/>
          <p:nvPr/>
        </p:nvSpPr>
        <p:spPr>
          <a:xfrm>
            <a:off x="37185600" y="4025900"/>
            <a:ext cx="2200275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Выручка &lt; Бюджет &amp; Расходы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3370500" y="3860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S34_68 · Courier New 11 · W 193.13 · k−0</a:t>
            </a:r>
            <a:endParaRPr lang="en-US" sz="720" dirty="0"/>
          </a:p>
        </p:txBody>
      </p:sp>
      <p:sp>
        <p:nvSpPr>
          <p:cNvPr id="99" name="S34_68_CourierNew_11_W193.13"/>
          <p:cNvSpPr/>
          <p:nvPr/>
        </p:nvSpPr>
        <p:spPr>
          <a:xfrm>
            <a:off x="43370500" y="4025900"/>
            <a:ext cx="2452751" cy="167640"/>
          </a:xfrm>
          <a:prstGeom prst="rect">
            <a:avLst/>
          </a:prstGeom>
          <a:noFill/>
          <a:ln w="15346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Эффективность: +12.3% к плану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14/15 — [RU] 18pt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[RU] 18pt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S35_11 · Roboto 18 · W 171.63 · k−0</a:t>
            </a:r>
            <a:endParaRPr lang="en-US" sz="860" dirty="0"/>
          </a:p>
        </p:txBody>
      </p:sp>
      <p:sp>
        <p:nvSpPr>
          <p:cNvPr id="5" name="S35_11_Roboto_18_W171.63"/>
          <p:cNvSpPr/>
          <p:nvPr/>
        </p:nvSpPr>
        <p:spPr>
          <a:xfrm>
            <a:off x="76200" y="850900"/>
            <a:ext cx="21797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S35_12 · Roboto 18 · W 134.13 · k−0</a:t>
            </a:r>
            <a:endParaRPr lang="en-US" sz="860" dirty="0"/>
          </a:p>
        </p:txBody>
      </p:sp>
      <p:sp>
        <p:nvSpPr>
          <p:cNvPr id="7" name="S35_12_Roboto_18_W134.13"/>
          <p:cNvSpPr/>
          <p:nvPr/>
        </p:nvSpPr>
        <p:spPr>
          <a:xfrm>
            <a:off x="6261100" y="850900"/>
            <a:ext cx="17034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S35_13 · Roboto 18 · W 135.25 · k−0</a:t>
            </a:r>
            <a:endParaRPr lang="en-US" sz="860" dirty="0"/>
          </a:p>
        </p:txBody>
      </p:sp>
      <p:sp>
        <p:nvSpPr>
          <p:cNvPr id="9" name="S35_13_Roboto_18_W135.25"/>
          <p:cNvSpPr/>
          <p:nvPr/>
        </p:nvSpPr>
        <p:spPr>
          <a:xfrm>
            <a:off x="12446000" y="850900"/>
            <a:ext cx="17176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S35_14 · Roboto 18 · W 107 · k−0</a:t>
            </a:r>
            <a:endParaRPr lang="en-US" sz="860" dirty="0"/>
          </a:p>
        </p:txBody>
      </p:sp>
      <p:sp>
        <p:nvSpPr>
          <p:cNvPr id="11" name="S35_14_Roboto_18_W107"/>
          <p:cNvSpPr/>
          <p:nvPr/>
        </p:nvSpPr>
        <p:spPr>
          <a:xfrm>
            <a:off x="18630900" y="850900"/>
            <a:ext cx="13589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S35_15 · Inter 18 · W 176.25 · k−0</a:t>
            </a:r>
            <a:endParaRPr lang="en-US" sz="860" dirty="0"/>
          </a:p>
        </p:txBody>
      </p:sp>
      <p:sp>
        <p:nvSpPr>
          <p:cNvPr id="13" name="S35_15_Inter_18_W176.25"/>
          <p:cNvSpPr/>
          <p:nvPr/>
        </p:nvSpPr>
        <p:spPr>
          <a:xfrm>
            <a:off x="24815800" y="850900"/>
            <a:ext cx="22383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S35_16 · Inter 18 · W 141.5 · k−0</a:t>
            </a:r>
            <a:endParaRPr lang="en-US" sz="860" dirty="0"/>
          </a:p>
        </p:txBody>
      </p:sp>
      <p:sp>
        <p:nvSpPr>
          <p:cNvPr id="15" name="S35_16_Inter_18_W141.5"/>
          <p:cNvSpPr/>
          <p:nvPr/>
        </p:nvSpPr>
        <p:spPr>
          <a:xfrm>
            <a:off x="31000700" y="850900"/>
            <a:ext cx="17970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S35_17 · Inter 18 · W 141 · k−0</a:t>
            </a:r>
            <a:endParaRPr lang="en-US" sz="860" dirty="0"/>
          </a:p>
        </p:txBody>
      </p:sp>
      <p:sp>
        <p:nvSpPr>
          <p:cNvPr id="17" name="S35_17_Inter_18_W141"/>
          <p:cNvSpPr/>
          <p:nvPr/>
        </p:nvSpPr>
        <p:spPr>
          <a:xfrm>
            <a:off x="37185600" y="850900"/>
            <a:ext cx="17907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S35_18 · Inter 18 · W 111.13 · k−0</a:t>
            </a:r>
            <a:endParaRPr lang="en-US" sz="860" dirty="0"/>
          </a:p>
        </p:txBody>
      </p:sp>
      <p:sp>
        <p:nvSpPr>
          <p:cNvPr id="19" name="S35_18_Inter_18_W111.13"/>
          <p:cNvSpPr/>
          <p:nvPr/>
        </p:nvSpPr>
        <p:spPr>
          <a:xfrm>
            <a:off x="43370500" y="850900"/>
            <a:ext cx="14113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S35_21 · Arial 18 · W 165.65 · k−1.6</a:t>
            </a:r>
            <a:endParaRPr lang="en-US" sz="860" dirty="0"/>
          </a:p>
        </p:txBody>
      </p:sp>
      <p:sp>
        <p:nvSpPr>
          <p:cNvPr id="21" name="S35_21_Arial_18_W165.65"/>
          <p:cNvSpPr/>
          <p:nvPr/>
        </p:nvSpPr>
        <p:spPr>
          <a:xfrm>
            <a:off x="76200" y="1701800"/>
            <a:ext cx="2103755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11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S35_22 · Arial 18 · W 133.13 · k−2</a:t>
            </a:r>
            <a:endParaRPr lang="en-US" sz="860" dirty="0"/>
          </a:p>
        </p:txBody>
      </p:sp>
      <p:sp>
        <p:nvSpPr>
          <p:cNvPr id="23" name="S35_22_Arial_18_W133.13"/>
          <p:cNvSpPr/>
          <p:nvPr/>
        </p:nvSpPr>
        <p:spPr>
          <a:xfrm>
            <a:off x="6261100" y="1701800"/>
            <a:ext cx="1690751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4460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S35_23 · Arial 18 · W 134.69 · k−-0.19</a:t>
            </a:r>
            <a:endParaRPr lang="en-US" sz="860" dirty="0"/>
          </a:p>
        </p:txBody>
      </p:sp>
      <p:sp>
        <p:nvSpPr>
          <p:cNvPr id="25" name="S35_23_Arial_18_W134.69"/>
          <p:cNvSpPr/>
          <p:nvPr/>
        </p:nvSpPr>
        <p:spPr>
          <a:xfrm>
            <a:off x="12446000" y="1701800"/>
            <a:ext cx="1710563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6309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S35_24 · Arial 18 · W 102.86 · k−1.39</a:t>
            </a:r>
            <a:endParaRPr lang="en-US" sz="860" dirty="0"/>
          </a:p>
        </p:txBody>
      </p:sp>
      <p:sp>
        <p:nvSpPr>
          <p:cNvPr id="27" name="S35_24_Arial_18_W102.86"/>
          <p:cNvSpPr/>
          <p:nvPr/>
        </p:nvSpPr>
        <p:spPr>
          <a:xfrm>
            <a:off x="18630900" y="1701800"/>
            <a:ext cx="1306322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48158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S35_25 · Arial Narrow 18 · W 138 · k−0</a:t>
            </a:r>
            <a:endParaRPr lang="en-US" sz="860" dirty="0"/>
          </a:p>
        </p:txBody>
      </p:sp>
      <p:sp>
        <p:nvSpPr>
          <p:cNvPr id="29" name="S35_25_ArialNarrow_18_W138"/>
          <p:cNvSpPr/>
          <p:nvPr/>
        </p:nvSpPr>
        <p:spPr>
          <a:xfrm>
            <a:off x="24815800" y="1701800"/>
            <a:ext cx="17526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10007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S35_26 · Arial Narrow 18 · W 111.75 · k−0</a:t>
            </a:r>
            <a:endParaRPr lang="en-US" sz="860" dirty="0"/>
          </a:p>
        </p:txBody>
      </p:sp>
      <p:sp>
        <p:nvSpPr>
          <p:cNvPr id="31" name="S35_26_ArialNarrow_18_W111.75"/>
          <p:cNvSpPr/>
          <p:nvPr/>
        </p:nvSpPr>
        <p:spPr>
          <a:xfrm>
            <a:off x="31000700" y="1701800"/>
            <a:ext cx="14192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1856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S35_27 · Arial Narrow 18 · W 111.13 · k−0</a:t>
            </a:r>
            <a:endParaRPr lang="en-US" sz="860" dirty="0"/>
          </a:p>
        </p:txBody>
      </p:sp>
      <p:sp>
        <p:nvSpPr>
          <p:cNvPr id="33" name="S35_27_ArialNarrow_18_W111.13"/>
          <p:cNvSpPr/>
          <p:nvPr/>
        </p:nvSpPr>
        <p:spPr>
          <a:xfrm>
            <a:off x="37185600" y="1701800"/>
            <a:ext cx="14113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370500" y="15367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S35_28 · Arial Narrow 18 · W 85.75 · k−0</a:t>
            </a:r>
            <a:endParaRPr lang="en-US" sz="860" dirty="0"/>
          </a:p>
        </p:txBody>
      </p:sp>
      <p:sp>
        <p:nvSpPr>
          <p:cNvPr id="35" name="S35_28_ArialNarrow_18_W85.75"/>
          <p:cNvSpPr/>
          <p:nvPr/>
        </p:nvSpPr>
        <p:spPr>
          <a:xfrm>
            <a:off x="43370500" y="1701800"/>
            <a:ext cx="1089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2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S35_31 · Times New Roman 18 · W 151 · k−1.75</a:t>
            </a:r>
            <a:endParaRPr lang="en-US" sz="860" dirty="0"/>
          </a:p>
        </p:txBody>
      </p:sp>
      <p:sp>
        <p:nvSpPr>
          <p:cNvPr id="37" name="S35_31_TimesNewRoman_18_W151"/>
          <p:cNvSpPr/>
          <p:nvPr/>
        </p:nvSpPr>
        <p:spPr>
          <a:xfrm>
            <a:off x="76200" y="2552700"/>
            <a:ext cx="1917700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611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S35_32 · Times New Roman 18 · W 118.81 · k−1.44</a:t>
            </a:r>
            <a:endParaRPr lang="en-US" sz="860" dirty="0"/>
          </a:p>
        </p:txBody>
      </p:sp>
      <p:sp>
        <p:nvSpPr>
          <p:cNvPr id="39" name="S35_32_TimesNewRoman_18_W118.81"/>
          <p:cNvSpPr/>
          <p:nvPr/>
        </p:nvSpPr>
        <p:spPr>
          <a:xfrm>
            <a:off x="6261100" y="2552700"/>
            <a:ext cx="1508887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4460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S35_33 · Times New Roman 18 · W 127.62 · k−0.51</a:t>
            </a:r>
            <a:endParaRPr lang="en-US" sz="860" dirty="0"/>
          </a:p>
        </p:txBody>
      </p:sp>
      <p:sp>
        <p:nvSpPr>
          <p:cNvPr id="41" name="S35_33_TimesNewRoman_18_W127.62"/>
          <p:cNvSpPr/>
          <p:nvPr/>
        </p:nvSpPr>
        <p:spPr>
          <a:xfrm>
            <a:off x="12446000" y="2552700"/>
            <a:ext cx="162077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86309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S35_34 · Times New Roman 18 · W 95.22 · k−1.66</a:t>
            </a:r>
            <a:endParaRPr lang="en-US" sz="860" dirty="0"/>
          </a:p>
        </p:txBody>
      </p:sp>
      <p:sp>
        <p:nvSpPr>
          <p:cNvPr id="43" name="S35_34_TimesNewRoman_18_W95.22"/>
          <p:cNvSpPr/>
          <p:nvPr/>
        </p:nvSpPr>
        <p:spPr>
          <a:xfrm>
            <a:off x="18630900" y="2552700"/>
            <a:ext cx="120929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48158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S35_35 · Georgia 18 · W 168.25 · k−0</a:t>
            </a:r>
            <a:endParaRPr lang="en-US" sz="860" dirty="0"/>
          </a:p>
        </p:txBody>
      </p:sp>
      <p:sp>
        <p:nvSpPr>
          <p:cNvPr id="45" name="S35_35_Georgia_18_W168.25"/>
          <p:cNvSpPr/>
          <p:nvPr/>
        </p:nvSpPr>
        <p:spPr>
          <a:xfrm>
            <a:off x="24815800" y="2552700"/>
            <a:ext cx="21367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10007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S35_36 · Georgia 18 · W 131.38 · k−0</a:t>
            </a:r>
            <a:endParaRPr lang="en-US" sz="860" dirty="0"/>
          </a:p>
        </p:txBody>
      </p:sp>
      <p:sp>
        <p:nvSpPr>
          <p:cNvPr id="47" name="S35_36_Georgia_18_W131.38"/>
          <p:cNvSpPr/>
          <p:nvPr/>
        </p:nvSpPr>
        <p:spPr>
          <a:xfrm>
            <a:off x="31000700" y="2552700"/>
            <a:ext cx="16685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71856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S35_37 · Georgia 18 · W 137.75 · k−0</a:t>
            </a:r>
            <a:endParaRPr lang="en-US" sz="860" dirty="0"/>
          </a:p>
        </p:txBody>
      </p:sp>
      <p:sp>
        <p:nvSpPr>
          <p:cNvPr id="49" name="S35_37_Georgia_18_W137.75"/>
          <p:cNvSpPr/>
          <p:nvPr/>
        </p:nvSpPr>
        <p:spPr>
          <a:xfrm>
            <a:off x="37185600" y="2552700"/>
            <a:ext cx="17494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3370500" y="23876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S35_38 · Georgia 18 · W 105.75 · k−0</a:t>
            </a:r>
            <a:endParaRPr lang="en-US" sz="860" dirty="0"/>
          </a:p>
        </p:txBody>
      </p:sp>
      <p:sp>
        <p:nvSpPr>
          <p:cNvPr id="51" name="S35_38_Georgia_18_W105.75"/>
          <p:cNvSpPr/>
          <p:nvPr/>
        </p:nvSpPr>
        <p:spPr>
          <a:xfrm>
            <a:off x="43370500" y="2552700"/>
            <a:ext cx="1343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62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S35_41 · Calibri 18 · W 151.82 · k−1.18</a:t>
            </a:r>
            <a:endParaRPr lang="en-US" sz="860" dirty="0"/>
          </a:p>
        </p:txBody>
      </p:sp>
      <p:sp>
        <p:nvSpPr>
          <p:cNvPr id="53" name="S35_41_Calibri_18_W151.82"/>
          <p:cNvSpPr/>
          <p:nvPr/>
        </p:nvSpPr>
        <p:spPr>
          <a:xfrm>
            <a:off x="76200" y="3403600"/>
            <a:ext cx="1928114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2611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S35_42 · Calibri 18 · W 118.13 · k−1.25</a:t>
            </a:r>
            <a:endParaRPr lang="en-US" sz="860" dirty="0"/>
          </a:p>
        </p:txBody>
      </p:sp>
      <p:sp>
        <p:nvSpPr>
          <p:cNvPr id="55" name="S35_42_Calibri_18_W118.13"/>
          <p:cNvSpPr/>
          <p:nvPr/>
        </p:nvSpPr>
        <p:spPr>
          <a:xfrm>
            <a:off x="6261100" y="3403600"/>
            <a:ext cx="1500251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4460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S35_43 · Calibri 18 · W 122.73 · k−0.4</a:t>
            </a:r>
            <a:endParaRPr lang="en-US" sz="860" dirty="0"/>
          </a:p>
        </p:txBody>
      </p:sp>
      <p:sp>
        <p:nvSpPr>
          <p:cNvPr id="57" name="S35_43_Calibri_18_W122.73"/>
          <p:cNvSpPr/>
          <p:nvPr/>
        </p:nvSpPr>
        <p:spPr>
          <a:xfrm>
            <a:off x="12446000" y="3403600"/>
            <a:ext cx="1558671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86309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S35_44 · Calibri 18 · W 93.89 · k−1.11</a:t>
            </a:r>
            <a:endParaRPr lang="en-US" sz="860" dirty="0"/>
          </a:p>
        </p:txBody>
      </p:sp>
      <p:sp>
        <p:nvSpPr>
          <p:cNvPr id="59" name="S35_44_Calibri_18_W93.89"/>
          <p:cNvSpPr/>
          <p:nvPr/>
        </p:nvSpPr>
        <p:spPr>
          <a:xfrm>
            <a:off x="18630900" y="3403600"/>
            <a:ext cx="1192403" cy="2743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48158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S35_45 · Verdana 18 · W 185.75 · k−0</a:t>
            </a:r>
            <a:endParaRPr lang="en-US" sz="860" dirty="0"/>
          </a:p>
        </p:txBody>
      </p:sp>
      <p:sp>
        <p:nvSpPr>
          <p:cNvPr id="61" name="S35_45_Verdana_18_W185.75"/>
          <p:cNvSpPr/>
          <p:nvPr/>
        </p:nvSpPr>
        <p:spPr>
          <a:xfrm>
            <a:off x="24815800" y="3403600"/>
            <a:ext cx="23590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10007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S35_46 · Verdana 18 · W 150.5 · k−0</a:t>
            </a:r>
            <a:endParaRPr lang="en-US" sz="860" dirty="0"/>
          </a:p>
        </p:txBody>
      </p:sp>
      <p:sp>
        <p:nvSpPr>
          <p:cNvPr id="63" name="S35_46_Verdana_18_W150.5"/>
          <p:cNvSpPr/>
          <p:nvPr/>
        </p:nvSpPr>
        <p:spPr>
          <a:xfrm>
            <a:off x="31000700" y="3403600"/>
            <a:ext cx="19113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371856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S35_47 · Verdana 18 · W 152.5 · k−0</a:t>
            </a:r>
            <a:endParaRPr lang="en-US" sz="860" dirty="0"/>
          </a:p>
        </p:txBody>
      </p:sp>
      <p:sp>
        <p:nvSpPr>
          <p:cNvPr id="65" name="S35_47_Verdana_18_W152.5"/>
          <p:cNvSpPr/>
          <p:nvPr/>
        </p:nvSpPr>
        <p:spPr>
          <a:xfrm>
            <a:off x="37185600" y="3403600"/>
            <a:ext cx="19367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43370500" y="32385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S35_48 · Verdana 18 · W 117.25 · k−0</a:t>
            </a:r>
            <a:endParaRPr lang="en-US" sz="860" dirty="0"/>
          </a:p>
        </p:txBody>
      </p:sp>
      <p:sp>
        <p:nvSpPr>
          <p:cNvPr id="67" name="S35_48_Verdana_18_W117.25"/>
          <p:cNvSpPr/>
          <p:nvPr/>
        </p:nvSpPr>
        <p:spPr>
          <a:xfrm>
            <a:off x="43370500" y="3403600"/>
            <a:ext cx="148907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62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S35_51 · Tahoma 18 · W 164.5 · k−0</a:t>
            </a:r>
            <a:endParaRPr lang="en-US" sz="860" dirty="0"/>
          </a:p>
        </p:txBody>
      </p:sp>
      <p:sp>
        <p:nvSpPr>
          <p:cNvPr id="69" name="S35_51_Tahoma_18_W164.5"/>
          <p:cNvSpPr/>
          <p:nvPr/>
        </p:nvSpPr>
        <p:spPr>
          <a:xfrm>
            <a:off x="76200" y="4254500"/>
            <a:ext cx="20891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2611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S35_52 · Tahoma 18 · W 132.88 · k−0</a:t>
            </a:r>
            <a:endParaRPr lang="en-US" sz="860" dirty="0"/>
          </a:p>
        </p:txBody>
      </p:sp>
      <p:sp>
        <p:nvSpPr>
          <p:cNvPr id="71" name="S35_52_Tahoma_18_W132.88"/>
          <p:cNvSpPr/>
          <p:nvPr/>
        </p:nvSpPr>
        <p:spPr>
          <a:xfrm>
            <a:off x="6261100" y="4254500"/>
            <a:ext cx="168757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24460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S35_53 · Tahoma 18 · W 134.5 · k−0</a:t>
            </a:r>
            <a:endParaRPr lang="en-US" sz="860" dirty="0"/>
          </a:p>
        </p:txBody>
      </p:sp>
      <p:sp>
        <p:nvSpPr>
          <p:cNvPr id="73" name="S35_53_Tahoma_18_W134.5"/>
          <p:cNvSpPr/>
          <p:nvPr/>
        </p:nvSpPr>
        <p:spPr>
          <a:xfrm>
            <a:off x="12446000" y="4254500"/>
            <a:ext cx="17081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86309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S35_54 · Tahoma 18 · W 104.63 · k−0</a:t>
            </a:r>
            <a:endParaRPr lang="en-US" sz="860" dirty="0"/>
          </a:p>
        </p:txBody>
      </p:sp>
      <p:sp>
        <p:nvSpPr>
          <p:cNvPr id="75" name="S35_54_Tahoma_18_W104.63"/>
          <p:cNvSpPr/>
          <p:nvPr/>
        </p:nvSpPr>
        <p:spPr>
          <a:xfrm>
            <a:off x="18630900" y="4254500"/>
            <a:ext cx="132880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248158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S35_55 · Trebuchet MS 18 · W 164.38 · k−0</a:t>
            </a:r>
            <a:endParaRPr lang="en-US" sz="860" dirty="0"/>
          </a:p>
        </p:txBody>
      </p:sp>
      <p:sp>
        <p:nvSpPr>
          <p:cNvPr id="77" name="S35_55_TrebuchetMS_18_W164.38"/>
          <p:cNvSpPr/>
          <p:nvPr/>
        </p:nvSpPr>
        <p:spPr>
          <a:xfrm>
            <a:off x="24815800" y="4254500"/>
            <a:ext cx="20876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0007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S35_56 · Trebuchet MS 18 · W 130 · k−0</a:t>
            </a:r>
            <a:endParaRPr lang="en-US" sz="860" dirty="0"/>
          </a:p>
        </p:txBody>
      </p:sp>
      <p:sp>
        <p:nvSpPr>
          <p:cNvPr id="79" name="S35_56_TrebuchetMS_18_W130"/>
          <p:cNvSpPr/>
          <p:nvPr/>
        </p:nvSpPr>
        <p:spPr>
          <a:xfrm>
            <a:off x="31000700" y="4254500"/>
            <a:ext cx="16510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371856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S35_57 · Trebuchet MS 18 · W 133.5 · k−0</a:t>
            </a:r>
            <a:endParaRPr lang="en-US" sz="860" dirty="0"/>
          </a:p>
        </p:txBody>
      </p:sp>
      <p:sp>
        <p:nvSpPr>
          <p:cNvPr id="81" name="S35_57_TrebuchetMS_18_W133.5"/>
          <p:cNvSpPr/>
          <p:nvPr/>
        </p:nvSpPr>
        <p:spPr>
          <a:xfrm>
            <a:off x="37185600" y="4254500"/>
            <a:ext cx="16954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43370500" y="40894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S35_58 · Trebuchet MS 18 · W 104.13 · k−0</a:t>
            </a:r>
            <a:endParaRPr lang="en-US" sz="860" dirty="0"/>
          </a:p>
        </p:txBody>
      </p:sp>
      <p:sp>
        <p:nvSpPr>
          <p:cNvPr id="83" name="S35_58_TrebuchetMS_18_W104.13"/>
          <p:cNvSpPr/>
          <p:nvPr/>
        </p:nvSpPr>
        <p:spPr>
          <a:xfrm>
            <a:off x="43370500" y="4254500"/>
            <a:ext cx="13224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762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S35_61 · Comic Sans MS 18 · W 173 · k−0</a:t>
            </a:r>
            <a:endParaRPr lang="en-US" sz="860" dirty="0"/>
          </a:p>
        </p:txBody>
      </p:sp>
      <p:sp>
        <p:nvSpPr>
          <p:cNvPr id="85" name="S35_61_ComicSansMS_18_W173"/>
          <p:cNvSpPr/>
          <p:nvPr/>
        </p:nvSpPr>
        <p:spPr>
          <a:xfrm>
            <a:off x="76200" y="5105400"/>
            <a:ext cx="21971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62611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S35_62 · Comic Sans MS 18 · W 134.13 · k−0</a:t>
            </a:r>
            <a:endParaRPr lang="en-US" sz="860" dirty="0"/>
          </a:p>
        </p:txBody>
      </p:sp>
      <p:sp>
        <p:nvSpPr>
          <p:cNvPr id="87" name="S35_62_ComicSansMS_18_W134.13"/>
          <p:cNvSpPr/>
          <p:nvPr/>
        </p:nvSpPr>
        <p:spPr>
          <a:xfrm>
            <a:off x="6261100" y="5105400"/>
            <a:ext cx="1703451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24460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S35_63 · Comic Sans MS 18 · W 138.5 · k−0</a:t>
            </a:r>
            <a:endParaRPr lang="en-US" sz="860" dirty="0"/>
          </a:p>
        </p:txBody>
      </p:sp>
      <p:sp>
        <p:nvSpPr>
          <p:cNvPr id="89" name="S35_63_ComicSansMS_18_W138.5"/>
          <p:cNvSpPr/>
          <p:nvPr/>
        </p:nvSpPr>
        <p:spPr>
          <a:xfrm>
            <a:off x="12446000" y="5105400"/>
            <a:ext cx="17589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186309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S35_64 · Comic Sans MS 18 · W 110.38 · k−0</a:t>
            </a:r>
            <a:endParaRPr lang="en-US" sz="860" dirty="0"/>
          </a:p>
        </p:txBody>
      </p:sp>
      <p:sp>
        <p:nvSpPr>
          <p:cNvPr id="91" name="S35_64_ComicSansMS_18_W110.38"/>
          <p:cNvSpPr/>
          <p:nvPr/>
        </p:nvSpPr>
        <p:spPr>
          <a:xfrm>
            <a:off x="18630900" y="5105400"/>
            <a:ext cx="1401826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Итого за год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248158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S35_65 · Courier New 18 · W 183.75 · k−0</a:t>
            </a:r>
            <a:endParaRPr lang="en-US" sz="860" dirty="0"/>
          </a:p>
        </p:txBody>
      </p:sp>
      <p:sp>
        <p:nvSpPr>
          <p:cNvPr id="93" name="S35_65_CourierNew_18_W183.75"/>
          <p:cNvSpPr/>
          <p:nvPr/>
        </p:nvSpPr>
        <p:spPr>
          <a:xfrm>
            <a:off x="24815800" y="5105400"/>
            <a:ext cx="2333625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Квартальный доход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310007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S35_66 · Courier New 18 · W 151.5 · k−0</a:t>
            </a:r>
            <a:endParaRPr lang="en-US" sz="860" dirty="0"/>
          </a:p>
        </p:txBody>
      </p:sp>
      <p:sp>
        <p:nvSpPr>
          <p:cNvPr id="95" name="S35_66_CourierNew_18_W151.5"/>
          <p:cNvSpPr/>
          <p:nvPr/>
        </p:nvSpPr>
        <p:spPr>
          <a:xfrm>
            <a:off x="31000700" y="5105400"/>
            <a:ext cx="19240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Расходы &gt; цель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371856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S35_67 · Courier New 18 · W 151.5 · k−0</a:t>
            </a:r>
            <a:endParaRPr lang="en-US" sz="860" dirty="0"/>
          </a:p>
        </p:txBody>
      </p:sp>
      <p:sp>
        <p:nvSpPr>
          <p:cNvPr id="97" name="S35_67_CourierNew_18_W151.5"/>
          <p:cNvSpPr/>
          <p:nvPr/>
        </p:nvSpPr>
        <p:spPr>
          <a:xfrm>
            <a:off x="37185600" y="5105400"/>
            <a:ext cx="192405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Выручка &amp; план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43370500" y="49403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S35_68 · Courier New 18 · W 130 · k−0</a:t>
            </a:r>
            <a:endParaRPr lang="en-US" sz="860" dirty="0"/>
          </a:p>
        </p:txBody>
      </p:sp>
      <p:sp>
        <p:nvSpPr>
          <p:cNvPr id="99" name="S35_68_CourierNew_18_W130"/>
          <p:cNvSpPr/>
          <p:nvPr/>
        </p:nvSpPr>
        <p:spPr>
          <a:xfrm>
            <a:off x="43370500" y="5105400"/>
            <a:ext cx="1651000" cy="27432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Итого за год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38100"/>
            <a:ext cx="30480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15/15 — [RU] 32pt regular. Every box = vyaz's office width EXACTLY (expect ONE line). A box that wraps = PowerPoint is wider = BUG: note its id. Frames: green = no kerning, blue = kerning (&lt;3pt), orange = kerning (≥3pt). 12 fonts × 4 strings.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" y="431800"/>
            <a:ext cx="1016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[RU] 32pt regular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S36_11 · Roboto 32 · W 88.13 · k−0</a:t>
            </a:r>
            <a:endParaRPr lang="en-US" sz="1140" dirty="0"/>
          </a:p>
        </p:txBody>
      </p:sp>
      <p:sp>
        <p:nvSpPr>
          <p:cNvPr id="5" name="S36_11_Roboto_32_W88.13"/>
          <p:cNvSpPr/>
          <p:nvPr/>
        </p:nvSpPr>
        <p:spPr>
          <a:xfrm>
            <a:off x="76200" y="850900"/>
            <a:ext cx="11192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611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S36_12 · Roboto 32 · W 96.88 · k−0</a:t>
            </a:r>
            <a:endParaRPr lang="en-US" sz="1140" dirty="0"/>
          </a:p>
        </p:txBody>
      </p:sp>
      <p:sp>
        <p:nvSpPr>
          <p:cNvPr id="7" name="S36_12_Roboto_32_W96.88"/>
          <p:cNvSpPr/>
          <p:nvPr/>
        </p:nvSpPr>
        <p:spPr>
          <a:xfrm>
            <a:off x="6261100" y="850900"/>
            <a:ext cx="12303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4460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S36_13 · Roboto 32 · W 108.88 · k−0</a:t>
            </a:r>
            <a:endParaRPr lang="en-US" sz="1140" dirty="0"/>
          </a:p>
        </p:txBody>
      </p:sp>
      <p:sp>
        <p:nvSpPr>
          <p:cNvPr id="9" name="S36_13_Roboto_32_W108.88"/>
          <p:cNvSpPr/>
          <p:nvPr/>
        </p:nvSpPr>
        <p:spPr>
          <a:xfrm>
            <a:off x="12446000" y="850900"/>
            <a:ext cx="13827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6309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S36_14 · Roboto 32 · W 102 · k−0</a:t>
            </a:r>
            <a:endParaRPr lang="en-US" sz="1140" dirty="0"/>
          </a:p>
        </p:txBody>
      </p:sp>
      <p:sp>
        <p:nvSpPr>
          <p:cNvPr id="11" name="S36_14_Roboto_32_W102"/>
          <p:cNvSpPr/>
          <p:nvPr/>
        </p:nvSpPr>
        <p:spPr>
          <a:xfrm>
            <a:off x="18630900" y="850900"/>
            <a:ext cx="12954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8158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S36_15 · Inter 32 · W 92.38 · k−0</a:t>
            </a:r>
            <a:endParaRPr lang="en-US" sz="1140" dirty="0"/>
          </a:p>
        </p:txBody>
      </p:sp>
      <p:sp>
        <p:nvSpPr>
          <p:cNvPr id="13" name="S36_15_Inter_32_W92.38"/>
          <p:cNvSpPr/>
          <p:nvPr/>
        </p:nvSpPr>
        <p:spPr>
          <a:xfrm>
            <a:off x="24815800" y="850900"/>
            <a:ext cx="11732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0007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S36_16 · Inter 32 · W 102.88 · k−0</a:t>
            </a:r>
            <a:endParaRPr lang="en-US" sz="1140" dirty="0"/>
          </a:p>
        </p:txBody>
      </p:sp>
      <p:sp>
        <p:nvSpPr>
          <p:cNvPr id="15" name="S36_16_Inter_32_W102.88"/>
          <p:cNvSpPr/>
          <p:nvPr/>
        </p:nvSpPr>
        <p:spPr>
          <a:xfrm>
            <a:off x="31000700" y="850900"/>
            <a:ext cx="13065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1856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S36_17 · Inter 32 · W 114.13 · k−0</a:t>
            </a:r>
            <a:endParaRPr lang="en-US" sz="1140" dirty="0"/>
          </a:p>
        </p:txBody>
      </p:sp>
      <p:sp>
        <p:nvSpPr>
          <p:cNvPr id="17" name="S36_17_Inter_32_W114.13"/>
          <p:cNvSpPr/>
          <p:nvPr/>
        </p:nvSpPr>
        <p:spPr>
          <a:xfrm>
            <a:off x="37185600" y="850900"/>
            <a:ext cx="14494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370500" y="68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S36_18 · Inter 32 · W 109.13 · k−0</a:t>
            </a:r>
            <a:endParaRPr lang="en-US" sz="1140" dirty="0"/>
          </a:p>
        </p:txBody>
      </p:sp>
      <p:sp>
        <p:nvSpPr>
          <p:cNvPr id="19" name="S36_18_Inter_32_W109.13"/>
          <p:cNvSpPr/>
          <p:nvPr/>
        </p:nvSpPr>
        <p:spPr>
          <a:xfrm>
            <a:off x="43370500" y="850900"/>
            <a:ext cx="13859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62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S36_21 · Arial 32 · W 89.5 · k−0</a:t>
            </a:r>
            <a:endParaRPr lang="en-US" sz="1140" dirty="0"/>
          </a:p>
        </p:txBody>
      </p:sp>
      <p:sp>
        <p:nvSpPr>
          <p:cNvPr id="21" name="S36_21_Arial_32_W89.5"/>
          <p:cNvSpPr/>
          <p:nvPr/>
        </p:nvSpPr>
        <p:spPr>
          <a:xfrm>
            <a:off x="76200" y="2120900"/>
            <a:ext cx="11366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611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S36_22 · Arial 32 · W 91.69 · k−1.06</a:t>
            </a:r>
            <a:endParaRPr lang="en-US" sz="1140" dirty="0"/>
          </a:p>
        </p:txBody>
      </p:sp>
      <p:sp>
        <p:nvSpPr>
          <p:cNvPr id="23" name="S36_22_Arial_32_W91.69"/>
          <p:cNvSpPr/>
          <p:nvPr/>
        </p:nvSpPr>
        <p:spPr>
          <a:xfrm>
            <a:off x="6261100" y="2120900"/>
            <a:ext cx="1164463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24460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S36_23 · Arial 32 · W 106.38 · k−2.12</a:t>
            </a:r>
            <a:endParaRPr lang="en-US" sz="1140" dirty="0"/>
          </a:p>
        </p:txBody>
      </p:sp>
      <p:sp>
        <p:nvSpPr>
          <p:cNvPr id="25" name="S36_23_Arial_32_W106.38"/>
          <p:cNvSpPr/>
          <p:nvPr/>
        </p:nvSpPr>
        <p:spPr>
          <a:xfrm>
            <a:off x="12446000" y="2120900"/>
            <a:ext cx="1351026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6309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S36_24 · Arial 32 · W 104.19 · k−1.06</a:t>
            </a:r>
            <a:endParaRPr lang="en-US" sz="1140" dirty="0"/>
          </a:p>
        </p:txBody>
      </p:sp>
      <p:sp>
        <p:nvSpPr>
          <p:cNvPr id="27" name="S36_24_Arial_32_W104.19"/>
          <p:cNvSpPr/>
          <p:nvPr/>
        </p:nvSpPr>
        <p:spPr>
          <a:xfrm>
            <a:off x="18630900" y="2120900"/>
            <a:ext cx="1323213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248158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S36_25 · Arial Narrow 32 · W 73.63 · k−0</a:t>
            </a:r>
            <a:endParaRPr lang="en-US" sz="1140" dirty="0"/>
          </a:p>
        </p:txBody>
      </p:sp>
      <p:sp>
        <p:nvSpPr>
          <p:cNvPr id="29" name="S36_25_ArialNarrow_32_W73.63"/>
          <p:cNvSpPr/>
          <p:nvPr/>
        </p:nvSpPr>
        <p:spPr>
          <a:xfrm>
            <a:off x="24815800" y="2120900"/>
            <a:ext cx="9351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10007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S36_26 · Arial Narrow 32 · W 76.38 · k−0</a:t>
            </a:r>
            <a:endParaRPr lang="en-US" sz="1140" dirty="0"/>
          </a:p>
        </p:txBody>
      </p:sp>
      <p:sp>
        <p:nvSpPr>
          <p:cNvPr id="31" name="S36_26_ArialNarrow_32_W76.38"/>
          <p:cNvSpPr/>
          <p:nvPr/>
        </p:nvSpPr>
        <p:spPr>
          <a:xfrm>
            <a:off x="31000700" y="2120900"/>
            <a:ext cx="9700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71856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S36_27 · Arial Narrow 32 · W 89.25 · k−0</a:t>
            </a:r>
            <a:endParaRPr lang="en-US" sz="1140" dirty="0"/>
          </a:p>
        </p:txBody>
      </p:sp>
      <p:sp>
        <p:nvSpPr>
          <p:cNvPr id="33" name="S36_27_ArialNarrow_32_W89.25"/>
          <p:cNvSpPr/>
          <p:nvPr/>
        </p:nvSpPr>
        <p:spPr>
          <a:xfrm>
            <a:off x="37185600" y="2120900"/>
            <a:ext cx="11334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3370500" y="195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S36_28 · Arial Narrow 32 · W 86.5 · k−0</a:t>
            </a:r>
            <a:endParaRPr lang="en-US" sz="1140" dirty="0"/>
          </a:p>
        </p:txBody>
      </p:sp>
      <p:sp>
        <p:nvSpPr>
          <p:cNvPr id="35" name="S36_28_ArialNarrow_32_W86.5"/>
          <p:cNvSpPr/>
          <p:nvPr/>
        </p:nvSpPr>
        <p:spPr>
          <a:xfrm>
            <a:off x="43370500" y="2120900"/>
            <a:ext cx="10985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62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S36_31 · Times New Roman 32 · W 82.5 · k−0</a:t>
            </a:r>
            <a:endParaRPr lang="en-US" sz="1140" dirty="0"/>
          </a:p>
        </p:txBody>
      </p:sp>
      <p:sp>
        <p:nvSpPr>
          <p:cNvPr id="37" name="S36_31_TimesNewRoman_32_W82.5"/>
          <p:cNvSpPr/>
          <p:nvPr/>
        </p:nvSpPr>
        <p:spPr>
          <a:xfrm>
            <a:off x="76200" y="3390900"/>
            <a:ext cx="10477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2611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S36_32 · Times New Roman 32 · W 84.19 · k−2.94</a:t>
            </a:r>
            <a:endParaRPr lang="en-US" sz="1140" dirty="0"/>
          </a:p>
        </p:txBody>
      </p:sp>
      <p:sp>
        <p:nvSpPr>
          <p:cNvPr id="39" name="S36_32_TimesNewRoman_32_W84.19"/>
          <p:cNvSpPr/>
          <p:nvPr/>
        </p:nvSpPr>
        <p:spPr>
          <a:xfrm>
            <a:off x="6261100" y="3390900"/>
            <a:ext cx="1069213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124460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S36_33 · Times New Roman 32 · W 92.94 · k−2.56</a:t>
            </a:r>
            <a:endParaRPr lang="en-US" sz="1140" dirty="0"/>
          </a:p>
        </p:txBody>
      </p:sp>
      <p:sp>
        <p:nvSpPr>
          <p:cNvPr id="41" name="S36_33_TimesNewRoman_32_W92.94"/>
          <p:cNvSpPr/>
          <p:nvPr/>
        </p:nvSpPr>
        <p:spPr>
          <a:xfrm>
            <a:off x="12446000" y="3390900"/>
            <a:ext cx="1180338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186309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S36_34 · Times New Roman 32 · W 95 · k−0</a:t>
            </a:r>
            <a:endParaRPr lang="en-US" sz="1140" dirty="0"/>
          </a:p>
        </p:txBody>
      </p:sp>
      <p:sp>
        <p:nvSpPr>
          <p:cNvPr id="43" name="S36_34_TimesNewRoman_32_W95"/>
          <p:cNvSpPr/>
          <p:nvPr/>
        </p:nvSpPr>
        <p:spPr>
          <a:xfrm>
            <a:off x="18630900" y="3390900"/>
            <a:ext cx="12065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248158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S36_35 · Georgia 32 · W 89 · k−0</a:t>
            </a:r>
            <a:endParaRPr lang="en-US" sz="1140" dirty="0"/>
          </a:p>
        </p:txBody>
      </p:sp>
      <p:sp>
        <p:nvSpPr>
          <p:cNvPr id="45" name="S36_35_Georgia_32_W89"/>
          <p:cNvSpPr/>
          <p:nvPr/>
        </p:nvSpPr>
        <p:spPr>
          <a:xfrm>
            <a:off x="24815800" y="3390900"/>
            <a:ext cx="11303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310007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S36_36 · Georgia 32 · W 92.63 · k−0</a:t>
            </a:r>
            <a:endParaRPr lang="en-US" sz="1140" dirty="0"/>
          </a:p>
        </p:txBody>
      </p:sp>
      <p:sp>
        <p:nvSpPr>
          <p:cNvPr id="47" name="S36_36_Georgia_32_W92.63"/>
          <p:cNvSpPr/>
          <p:nvPr/>
        </p:nvSpPr>
        <p:spPr>
          <a:xfrm>
            <a:off x="31000700" y="3390900"/>
            <a:ext cx="11764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371856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S36_37 · Georgia 32 · W 102.38 · k−0</a:t>
            </a:r>
            <a:endParaRPr lang="en-US" sz="1140" dirty="0"/>
          </a:p>
        </p:txBody>
      </p:sp>
      <p:sp>
        <p:nvSpPr>
          <p:cNvPr id="49" name="S36_37_Georgia_32_W102.38"/>
          <p:cNvSpPr/>
          <p:nvPr/>
        </p:nvSpPr>
        <p:spPr>
          <a:xfrm>
            <a:off x="37185600" y="3390900"/>
            <a:ext cx="13002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43370500" y="322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S36_38 · Georgia 32 · W 105.25 · k−0</a:t>
            </a:r>
            <a:endParaRPr lang="en-US" sz="1140" dirty="0"/>
          </a:p>
        </p:txBody>
      </p:sp>
      <p:sp>
        <p:nvSpPr>
          <p:cNvPr id="51" name="S36_38_Georgia_32_W105.25"/>
          <p:cNvSpPr/>
          <p:nvPr/>
        </p:nvSpPr>
        <p:spPr>
          <a:xfrm>
            <a:off x="43370500" y="3390900"/>
            <a:ext cx="13366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762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S36_41 · Calibri 32 · W 77.75 · k−0.13</a:t>
            </a:r>
            <a:endParaRPr lang="en-US" sz="1140" dirty="0"/>
          </a:p>
        </p:txBody>
      </p:sp>
      <p:sp>
        <p:nvSpPr>
          <p:cNvPr id="53" name="S36_41_Calibri_32_W77.75"/>
          <p:cNvSpPr/>
          <p:nvPr/>
        </p:nvSpPr>
        <p:spPr>
          <a:xfrm>
            <a:off x="76200" y="4660900"/>
            <a:ext cx="987425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62611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S36_42 · Calibri 32 · W 85.09 · k−2.04</a:t>
            </a:r>
            <a:endParaRPr lang="en-US" sz="1140" dirty="0"/>
          </a:p>
        </p:txBody>
      </p:sp>
      <p:sp>
        <p:nvSpPr>
          <p:cNvPr id="55" name="S36_42_Calibri_32_W85.09"/>
          <p:cNvSpPr/>
          <p:nvPr/>
        </p:nvSpPr>
        <p:spPr>
          <a:xfrm>
            <a:off x="6261100" y="4660900"/>
            <a:ext cx="1080643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124460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S36_43 · Calibri 32 · W 93.61 · k−1.39</a:t>
            </a:r>
            <a:endParaRPr lang="en-US" sz="1140" dirty="0"/>
          </a:p>
        </p:txBody>
      </p:sp>
      <p:sp>
        <p:nvSpPr>
          <p:cNvPr id="57" name="S36_43_Calibri_32_W93.61"/>
          <p:cNvSpPr/>
          <p:nvPr/>
        </p:nvSpPr>
        <p:spPr>
          <a:xfrm>
            <a:off x="12446000" y="4660900"/>
            <a:ext cx="1188847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186309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S36_44 · Calibri 32 · W 91.22 · k−0.78</a:t>
            </a:r>
            <a:endParaRPr lang="en-US" sz="1140" dirty="0"/>
          </a:p>
        </p:txBody>
      </p:sp>
      <p:sp>
        <p:nvSpPr>
          <p:cNvPr id="59" name="S36_44_Calibri_32_W91.22"/>
          <p:cNvSpPr/>
          <p:nvPr/>
        </p:nvSpPr>
        <p:spPr>
          <a:xfrm>
            <a:off x="18630900" y="4660900"/>
            <a:ext cx="1158494" cy="487680"/>
          </a:xfrm>
          <a:prstGeom prst="rect">
            <a:avLst/>
          </a:prstGeom>
          <a:noFill/>
          <a:ln w="26458">
            <a:solidFill>
              <a:srgbClr val="0070C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248158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S36_45 · Verdana 32 · W 96.5 · k−0</a:t>
            </a:r>
            <a:endParaRPr lang="en-US" sz="1140" dirty="0"/>
          </a:p>
        </p:txBody>
      </p:sp>
      <p:sp>
        <p:nvSpPr>
          <p:cNvPr id="61" name="S36_45_Verdana_32_W96.5"/>
          <p:cNvSpPr/>
          <p:nvPr/>
        </p:nvSpPr>
        <p:spPr>
          <a:xfrm>
            <a:off x="24815800" y="4660900"/>
            <a:ext cx="12255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310007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S36_46 · Verdana 32 · W 102.5 · k−0</a:t>
            </a:r>
            <a:endParaRPr lang="en-US" sz="1140" dirty="0"/>
          </a:p>
        </p:txBody>
      </p:sp>
      <p:sp>
        <p:nvSpPr>
          <p:cNvPr id="63" name="S36_46_Verdana_32_W102.5"/>
          <p:cNvSpPr/>
          <p:nvPr/>
        </p:nvSpPr>
        <p:spPr>
          <a:xfrm>
            <a:off x="31000700" y="4660900"/>
            <a:ext cx="13017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64" name="Text 62"/>
          <p:cNvSpPr/>
          <p:nvPr/>
        </p:nvSpPr>
        <p:spPr>
          <a:xfrm>
            <a:off x="371856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S36_47 · Verdana 32 · W 114.88 · k−0</a:t>
            </a:r>
            <a:endParaRPr lang="en-US" sz="1140" dirty="0"/>
          </a:p>
        </p:txBody>
      </p:sp>
      <p:sp>
        <p:nvSpPr>
          <p:cNvPr id="65" name="S36_47_Verdana_32_W114.88"/>
          <p:cNvSpPr/>
          <p:nvPr/>
        </p:nvSpPr>
        <p:spPr>
          <a:xfrm>
            <a:off x="37185600" y="4660900"/>
            <a:ext cx="14589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43370500" y="449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S36_48 · Verdana 32 · W 120.13 · k−0</a:t>
            </a:r>
            <a:endParaRPr lang="en-US" sz="1140" dirty="0"/>
          </a:p>
        </p:txBody>
      </p:sp>
      <p:sp>
        <p:nvSpPr>
          <p:cNvPr id="67" name="S36_48_Verdana_32_W120.13"/>
          <p:cNvSpPr/>
          <p:nvPr/>
        </p:nvSpPr>
        <p:spPr>
          <a:xfrm>
            <a:off x="43370500" y="4660900"/>
            <a:ext cx="15256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762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S36_51 · Tahoma 32 · W 87.88 · k−0</a:t>
            </a:r>
            <a:endParaRPr lang="en-US" sz="1140" dirty="0"/>
          </a:p>
        </p:txBody>
      </p:sp>
      <p:sp>
        <p:nvSpPr>
          <p:cNvPr id="69" name="S36_51_Tahoma_32_W87.88"/>
          <p:cNvSpPr/>
          <p:nvPr/>
        </p:nvSpPr>
        <p:spPr>
          <a:xfrm>
            <a:off x="76200" y="5930900"/>
            <a:ext cx="111607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62611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S36_52 · Tahoma 32 · W 91.38 · k−0</a:t>
            </a:r>
            <a:endParaRPr lang="en-US" sz="1140" dirty="0"/>
          </a:p>
        </p:txBody>
      </p:sp>
      <p:sp>
        <p:nvSpPr>
          <p:cNvPr id="71" name="S36_52_Tahoma_32_W91.38"/>
          <p:cNvSpPr/>
          <p:nvPr/>
        </p:nvSpPr>
        <p:spPr>
          <a:xfrm>
            <a:off x="6261100" y="5930900"/>
            <a:ext cx="11605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72" name="Text 70"/>
          <p:cNvSpPr/>
          <p:nvPr/>
        </p:nvSpPr>
        <p:spPr>
          <a:xfrm>
            <a:off x="124460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S36_53 · Tahoma 32 · W 101.25 · k−0</a:t>
            </a:r>
            <a:endParaRPr lang="en-US" sz="1140" dirty="0"/>
          </a:p>
        </p:txBody>
      </p:sp>
      <p:sp>
        <p:nvSpPr>
          <p:cNvPr id="73" name="S36_53_Tahoma_32_W101.25"/>
          <p:cNvSpPr/>
          <p:nvPr/>
        </p:nvSpPr>
        <p:spPr>
          <a:xfrm>
            <a:off x="12446000" y="5930900"/>
            <a:ext cx="12858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186309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S36_54 · Tahoma 32 · W 106.75 · k−0</a:t>
            </a:r>
            <a:endParaRPr lang="en-US" sz="1140" dirty="0"/>
          </a:p>
        </p:txBody>
      </p:sp>
      <p:sp>
        <p:nvSpPr>
          <p:cNvPr id="75" name="S36_54_Tahoma_32_W106.75"/>
          <p:cNvSpPr/>
          <p:nvPr/>
        </p:nvSpPr>
        <p:spPr>
          <a:xfrm>
            <a:off x="18630900" y="5930900"/>
            <a:ext cx="135572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248158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S36_55 · Trebuchet MS 32 · W 86.13 · k−0</a:t>
            </a:r>
            <a:endParaRPr lang="en-US" sz="1140" dirty="0"/>
          </a:p>
        </p:txBody>
      </p:sp>
      <p:sp>
        <p:nvSpPr>
          <p:cNvPr id="77" name="S36_55_TrebuchetMS_32_W86.13"/>
          <p:cNvSpPr/>
          <p:nvPr/>
        </p:nvSpPr>
        <p:spPr>
          <a:xfrm>
            <a:off x="24815800" y="5930900"/>
            <a:ext cx="10938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78" name="Text 76"/>
          <p:cNvSpPr/>
          <p:nvPr/>
        </p:nvSpPr>
        <p:spPr>
          <a:xfrm>
            <a:off x="310007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S36_56 · Trebuchet MS 32 · W 92.38 · k−0</a:t>
            </a:r>
            <a:endParaRPr lang="en-US" sz="1140" dirty="0"/>
          </a:p>
        </p:txBody>
      </p:sp>
      <p:sp>
        <p:nvSpPr>
          <p:cNvPr id="79" name="S36_56_TrebuchetMS_32_W92.38"/>
          <p:cNvSpPr/>
          <p:nvPr/>
        </p:nvSpPr>
        <p:spPr>
          <a:xfrm>
            <a:off x="31000700" y="5930900"/>
            <a:ext cx="11732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80" name="Text 78"/>
          <p:cNvSpPr/>
          <p:nvPr/>
        </p:nvSpPr>
        <p:spPr>
          <a:xfrm>
            <a:off x="371856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S36_57 · Trebuchet MS 32 · W 103.13 · k−0</a:t>
            </a:r>
            <a:endParaRPr lang="en-US" sz="1140" dirty="0"/>
          </a:p>
        </p:txBody>
      </p:sp>
      <p:sp>
        <p:nvSpPr>
          <p:cNvPr id="81" name="S36_57_TrebuchetMS_32_W103.13"/>
          <p:cNvSpPr/>
          <p:nvPr/>
        </p:nvSpPr>
        <p:spPr>
          <a:xfrm>
            <a:off x="37185600" y="5930900"/>
            <a:ext cx="130975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82" name="Text 80"/>
          <p:cNvSpPr/>
          <p:nvPr/>
        </p:nvSpPr>
        <p:spPr>
          <a:xfrm>
            <a:off x="43370500" y="576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S36_58 · Trebuchet MS 32 · W 100 · k−0</a:t>
            </a:r>
            <a:endParaRPr lang="en-US" sz="1140" dirty="0"/>
          </a:p>
        </p:txBody>
      </p:sp>
      <p:sp>
        <p:nvSpPr>
          <p:cNvPr id="83" name="S36_58_TrebuchetMS_32_W100"/>
          <p:cNvSpPr/>
          <p:nvPr/>
        </p:nvSpPr>
        <p:spPr>
          <a:xfrm>
            <a:off x="43370500" y="5930900"/>
            <a:ext cx="127000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84" name="Text 82"/>
          <p:cNvSpPr/>
          <p:nvPr/>
        </p:nvSpPr>
        <p:spPr>
          <a:xfrm>
            <a:off x="762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S36_61 · Comic Sans MS 32 · W 91.38 · k−0</a:t>
            </a:r>
            <a:endParaRPr lang="en-US" sz="1140" dirty="0"/>
          </a:p>
        </p:txBody>
      </p:sp>
      <p:sp>
        <p:nvSpPr>
          <p:cNvPr id="85" name="S36_61_ComicSansMS_32_W91.38"/>
          <p:cNvSpPr/>
          <p:nvPr/>
        </p:nvSpPr>
        <p:spPr>
          <a:xfrm>
            <a:off x="76200" y="7200900"/>
            <a:ext cx="1160526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86" name="Text 84"/>
          <p:cNvSpPr/>
          <p:nvPr/>
        </p:nvSpPr>
        <p:spPr>
          <a:xfrm>
            <a:off x="62611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S36_62 · Comic Sans MS 32 · W 101.25 · k−0</a:t>
            </a:r>
            <a:endParaRPr lang="en-US" sz="1140" dirty="0"/>
          </a:p>
        </p:txBody>
      </p:sp>
      <p:sp>
        <p:nvSpPr>
          <p:cNvPr id="87" name="S36_62_ComicSansMS_32_W101.25"/>
          <p:cNvSpPr/>
          <p:nvPr/>
        </p:nvSpPr>
        <p:spPr>
          <a:xfrm>
            <a:off x="6261100" y="7200900"/>
            <a:ext cx="12858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88" name="Text 86"/>
          <p:cNvSpPr/>
          <p:nvPr/>
        </p:nvSpPr>
        <p:spPr>
          <a:xfrm>
            <a:off x="124460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S36_63 · Comic Sans MS 32 · W 107.25 · k−0</a:t>
            </a:r>
            <a:endParaRPr lang="en-US" sz="1140" dirty="0"/>
          </a:p>
        </p:txBody>
      </p:sp>
      <p:sp>
        <p:nvSpPr>
          <p:cNvPr id="89" name="S36_63_ComicSansMS_32_W107.25"/>
          <p:cNvSpPr/>
          <p:nvPr/>
        </p:nvSpPr>
        <p:spPr>
          <a:xfrm>
            <a:off x="12446000" y="7200900"/>
            <a:ext cx="13620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90" name="Text 88"/>
          <p:cNvSpPr/>
          <p:nvPr/>
        </p:nvSpPr>
        <p:spPr>
          <a:xfrm>
            <a:off x="186309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S36_64 · Comic Sans MS 32 · W 101.63 · k−0</a:t>
            </a:r>
            <a:endParaRPr lang="en-US" sz="1140" dirty="0"/>
          </a:p>
        </p:txBody>
      </p:sp>
      <p:sp>
        <p:nvSpPr>
          <p:cNvPr id="91" name="S36_64_ComicSansMS_32_W101.63"/>
          <p:cNvSpPr/>
          <p:nvPr/>
        </p:nvSpPr>
        <p:spPr>
          <a:xfrm>
            <a:off x="18630900" y="7200900"/>
            <a:ext cx="1290701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&gt; Цель</a:t>
            </a:r>
            <a:endParaRPr lang="en-US" sz="3200" dirty="0"/>
          </a:p>
        </p:txBody>
      </p:sp>
      <p:sp>
        <p:nvSpPr>
          <p:cNvPr id="92" name="Text 90"/>
          <p:cNvSpPr/>
          <p:nvPr/>
        </p:nvSpPr>
        <p:spPr>
          <a:xfrm>
            <a:off x="248158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S36_65 · Courier New 32 · W 97.25 · k−0</a:t>
            </a:r>
            <a:endParaRPr lang="en-US" sz="1140" dirty="0"/>
          </a:p>
        </p:txBody>
      </p:sp>
      <p:sp>
        <p:nvSpPr>
          <p:cNvPr id="93" name="S36_65_CourierNew_32_W97.25"/>
          <p:cNvSpPr/>
          <p:nvPr/>
        </p:nvSpPr>
        <p:spPr>
          <a:xfrm>
            <a:off x="24815800" y="7200900"/>
            <a:ext cx="12350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</a:t>
            </a:r>
            <a:endParaRPr lang="en-US" sz="3200" dirty="0"/>
          </a:p>
        </p:txBody>
      </p:sp>
      <p:sp>
        <p:nvSpPr>
          <p:cNvPr id="94" name="Text 92"/>
          <p:cNvSpPr/>
          <p:nvPr/>
        </p:nvSpPr>
        <p:spPr>
          <a:xfrm>
            <a:off x="310007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S36_66 · Courier New 32 · W 97.25 · k−0</a:t>
            </a:r>
            <a:endParaRPr lang="en-US" sz="1140" dirty="0"/>
          </a:p>
        </p:txBody>
      </p:sp>
      <p:sp>
        <p:nvSpPr>
          <p:cNvPr id="95" name="S36_66_CourierNew_32_W97.25"/>
          <p:cNvSpPr/>
          <p:nvPr/>
        </p:nvSpPr>
        <p:spPr>
          <a:xfrm>
            <a:off x="31000700" y="7200900"/>
            <a:ext cx="1235075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Доход</a:t>
            </a:r>
            <a:endParaRPr lang="en-US" sz="3200" dirty="0"/>
          </a:p>
        </p:txBody>
      </p:sp>
      <p:sp>
        <p:nvSpPr>
          <p:cNvPr id="96" name="Text 94"/>
          <p:cNvSpPr/>
          <p:nvPr/>
        </p:nvSpPr>
        <p:spPr>
          <a:xfrm>
            <a:off x="371856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S36_67 · Courier New 32 · W 116.5 · k−0</a:t>
            </a:r>
            <a:endParaRPr lang="en-US" sz="1140" dirty="0"/>
          </a:p>
        </p:txBody>
      </p:sp>
      <p:sp>
        <p:nvSpPr>
          <p:cNvPr id="97" name="S36_67_CourierNew_32_W116.5"/>
          <p:cNvSpPr/>
          <p:nvPr/>
        </p:nvSpPr>
        <p:spPr>
          <a:xfrm>
            <a:off x="37185600" y="7200900"/>
            <a:ext cx="14795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Расход</a:t>
            </a:r>
            <a:endParaRPr lang="en-US" sz="3200" dirty="0"/>
          </a:p>
        </p:txBody>
      </p:sp>
      <p:sp>
        <p:nvSpPr>
          <p:cNvPr id="98" name="Text 96"/>
          <p:cNvSpPr/>
          <p:nvPr/>
        </p:nvSpPr>
        <p:spPr>
          <a:xfrm>
            <a:off x="43370500" y="7035800"/>
            <a:ext cx="608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S36_68 · Courier New 32 · W 116.5 · k−0</a:t>
            </a:r>
            <a:endParaRPr lang="en-US" sz="1140" dirty="0"/>
          </a:p>
        </p:txBody>
      </p:sp>
      <p:sp>
        <p:nvSpPr>
          <p:cNvPr id="99" name="S36_68_CourierNew_32_W116.5"/>
          <p:cNvSpPr/>
          <p:nvPr/>
        </p:nvSpPr>
        <p:spPr>
          <a:xfrm>
            <a:off x="43370500" y="7200900"/>
            <a:ext cx="1479550" cy="487680"/>
          </a:xfrm>
          <a:prstGeom prst="rect">
            <a:avLst/>
          </a:prstGeom>
          <a:noFill/>
          <a:ln w="26458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Цель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2026-09-20T17:04:07Z</dcterms:created>
  <dcterms:modified xsi:type="dcterms:W3CDTF">2026-09-20T17:04:07Z</dcterms:modified>
</cp:coreProperties>
</file>