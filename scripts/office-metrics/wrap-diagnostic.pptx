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62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72136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 (200pt, 1 lines)</a:t>
            </a:r>
            <a:endParaRPr lang="en-US" sz="900" dirty="0"/>
          </a:p>
        </p:txBody>
      </p:sp>
      <p:sp>
        <p:nvSpPr>
          <p:cNvPr id="4" name="Roboto_short_natural__lines1"/>
          <p:cNvSpPr/>
          <p:nvPr/>
        </p:nvSpPr>
        <p:spPr>
          <a:xfrm>
            <a:off x="365760" y="924560"/>
            <a:ext cx="2540000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5" name="Roboto_short_forced__lines1"/>
          <p:cNvSpPr/>
          <p:nvPr/>
        </p:nvSpPr>
        <p:spPr>
          <a:xfrm>
            <a:off x="3210560" y="924560"/>
            <a:ext cx="2540000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6" name="Roboto_short_fitwidth__lines1"/>
          <p:cNvSpPr/>
          <p:nvPr/>
        </p:nvSpPr>
        <p:spPr>
          <a:xfrm>
            <a:off x="6055360" y="924560"/>
            <a:ext cx="1525905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0208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two-line  (200pt, 2 lines)</a:t>
            </a:r>
            <a:endParaRPr lang="en-US" sz="900" dirty="0"/>
          </a:p>
        </p:txBody>
      </p:sp>
      <p:sp>
        <p:nvSpPr>
          <p:cNvPr id="8" name="Roboto_two-line_natural__lines2"/>
          <p:cNvSpPr/>
          <p:nvPr/>
        </p:nvSpPr>
        <p:spPr>
          <a:xfrm>
            <a:off x="365760" y="1605280"/>
            <a:ext cx="2540000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This text wraps onto two lines exactly.</a:t>
            </a:r>
            <a:endParaRPr lang="en-US" sz="1800" dirty="0"/>
          </a:p>
        </p:txBody>
      </p:sp>
      <p:sp>
        <p:nvSpPr>
          <p:cNvPr id="9" name="Roboto_two-line_forced__lines2"/>
          <p:cNvSpPr/>
          <p:nvPr/>
        </p:nvSpPr>
        <p:spPr>
          <a:xfrm>
            <a:off x="3210560" y="1605280"/>
            <a:ext cx="2540000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This text wraps onto two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lines exactly.</a:t>
            </a:r>
            <a:endParaRPr lang="en-US" sz="1800" dirty="0"/>
          </a:p>
        </p:txBody>
      </p:sp>
      <p:sp>
        <p:nvSpPr>
          <p:cNvPr id="10" name="Roboto_two-line_fitwidth__lines2"/>
          <p:cNvSpPr/>
          <p:nvPr/>
        </p:nvSpPr>
        <p:spPr>
          <a:xfrm>
            <a:off x="6055360" y="1605280"/>
            <a:ext cx="2555494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This text wraps onto two lines exactly.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35712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 (200pt, 9 lines)</a:t>
            </a:r>
            <a:endParaRPr lang="en-US" sz="900" dirty="0"/>
          </a:p>
        </p:txBody>
      </p:sp>
      <p:sp>
        <p:nvSpPr>
          <p:cNvPr id="12" name="Roboto_paragraph_natural__lines9"/>
          <p:cNvSpPr/>
          <p:nvPr/>
        </p:nvSpPr>
        <p:spPr>
          <a:xfrm>
            <a:off x="365760" y="2560320"/>
            <a:ext cx="2540000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3" name="Roboto_paragraph_forced__lines9"/>
          <p:cNvSpPr/>
          <p:nvPr/>
        </p:nvSpPr>
        <p:spPr>
          <a:xfrm>
            <a:off x="3210560" y="2560320"/>
            <a:ext cx="2540000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jumps over the lazy dog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while a TextFrame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measures every line box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and decides where each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word wraps inside the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given rectangle, with no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autofit shrinking the text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to make it fit.</a:t>
            </a:r>
            <a:endParaRPr lang="en-US" sz="1800" dirty="0"/>
          </a:p>
        </p:txBody>
      </p:sp>
      <p:sp>
        <p:nvSpPr>
          <p:cNvPr id="14" name="Roboto_paragraph_fitwidth__lines9"/>
          <p:cNvSpPr/>
          <p:nvPr/>
        </p:nvSpPr>
        <p:spPr>
          <a:xfrm>
            <a:off x="6055360" y="2560320"/>
            <a:ext cx="2516886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523240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 (100pt, 20 lines)</a:t>
            </a:r>
            <a:endParaRPr lang="en-US" sz="900" dirty="0"/>
          </a:p>
        </p:txBody>
      </p:sp>
      <p:sp>
        <p:nvSpPr>
          <p:cNvPr id="16" name="Roboto_narrow_natural__lines20"/>
          <p:cNvSpPr/>
          <p:nvPr/>
        </p:nvSpPr>
        <p:spPr>
          <a:xfrm>
            <a:off x="365760" y="5435600"/>
            <a:ext cx="1270000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7" name="Roboto_narrow_forced__lines20"/>
          <p:cNvSpPr/>
          <p:nvPr/>
        </p:nvSpPr>
        <p:spPr>
          <a:xfrm>
            <a:off x="1940560" y="5435600"/>
            <a:ext cx="1270000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brown fox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jumps over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lazy dog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while a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TextFrame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measures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every line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box and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decides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where each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word wraps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inside the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given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rectangle,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with no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autofit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shrinking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text to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make it fit.</a:t>
            </a:r>
            <a:endParaRPr lang="en-US" sz="1800" dirty="0"/>
          </a:p>
        </p:txBody>
      </p:sp>
      <p:sp>
        <p:nvSpPr>
          <p:cNvPr id="18" name="Roboto_narrow_fitwidth__lines20"/>
          <p:cNvSpPr/>
          <p:nvPr/>
        </p:nvSpPr>
        <p:spPr>
          <a:xfrm>
            <a:off x="3515360" y="5435600"/>
            <a:ext cx="1281176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43360" y="72136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long-word  (200pt, 7 lines)</a:t>
            </a:r>
            <a:endParaRPr lang="en-US" sz="900" dirty="0"/>
          </a:p>
        </p:txBody>
      </p:sp>
      <p:sp>
        <p:nvSpPr>
          <p:cNvPr id="20" name="Roboto_long-word_natural__lines7"/>
          <p:cNvSpPr/>
          <p:nvPr/>
        </p:nvSpPr>
        <p:spPr>
          <a:xfrm>
            <a:off x="11643360" y="924560"/>
            <a:ext cx="2540000" cy="19202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Check this URL: https://example.com/a/very/long/path/that/does/not/have/any/spaces/in/it/at/all and then continue normally after it.</a:t>
            </a:r>
            <a:endParaRPr lang="en-US" sz="1800" dirty="0"/>
          </a:p>
        </p:txBody>
      </p:sp>
      <p:sp>
        <p:nvSpPr>
          <p:cNvPr id="21" name="Roboto_long-word_forced__lines7"/>
          <p:cNvSpPr/>
          <p:nvPr/>
        </p:nvSpPr>
        <p:spPr>
          <a:xfrm>
            <a:off x="14488160" y="924560"/>
            <a:ext cx="2540000" cy="19202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Check this URL: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https://example.com/a/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very/long/path/that/doe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s/not/have/any/spaces/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in/it/at/all and then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continue normally after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it.</a:t>
            </a:r>
            <a:endParaRPr lang="en-US" sz="1800" dirty="0"/>
          </a:p>
        </p:txBody>
      </p:sp>
      <p:sp>
        <p:nvSpPr>
          <p:cNvPr id="22" name="Roboto_long-word_fitwidth__lines7"/>
          <p:cNvSpPr/>
          <p:nvPr/>
        </p:nvSpPr>
        <p:spPr>
          <a:xfrm>
            <a:off x="17332960" y="924560"/>
            <a:ext cx="2491486" cy="19202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Check this URL: https://example.com/a/very/long/path/that/does/not/have/any/spaces/in/it/at/all and then continue normally after it.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643360" y="304800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mixed-run  (260pt, 3 lines)</a:t>
            </a:r>
            <a:endParaRPr lang="en-US" sz="900" dirty="0"/>
          </a:p>
        </p:txBody>
      </p:sp>
      <p:sp>
        <p:nvSpPr>
          <p:cNvPr id="24" name="Roboto_mixed-run_natural__lines3"/>
          <p:cNvSpPr/>
          <p:nvPr/>
        </p:nvSpPr>
        <p:spPr>
          <a:xfrm>
            <a:off x="11643360" y="3251200"/>
            <a:ext cx="3302000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small before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BIG 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small after wraps here</a:t>
            </a:r>
            <a:endParaRPr lang="en-US" sz="1800" dirty="0"/>
          </a:p>
        </p:txBody>
      </p:sp>
      <p:sp>
        <p:nvSpPr>
          <p:cNvPr id="25" name="Roboto_mixed-run_forced__lines3"/>
          <p:cNvSpPr/>
          <p:nvPr/>
        </p:nvSpPr>
        <p:spPr>
          <a:xfrm>
            <a:off x="15250160" y="3251200"/>
            <a:ext cx="3302000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small before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BIG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small after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wraps here</a:t>
            </a:r>
            <a:endParaRPr lang="en-US" sz="1800" dirty="0"/>
          </a:p>
        </p:txBody>
      </p:sp>
      <p:sp>
        <p:nvSpPr>
          <p:cNvPr id="26" name="Roboto_mixed-run_fitwidth__lines3"/>
          <p:cNvSpPr/>
          <p:nvPr/>
        </p:nvSpPr>
        <p:spPr>
          <a:xfrm>
            <a:off x="18856960" y="3251200"/>
            <a:ext cx="2831084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small before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BIG 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small after wraps here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643360" y="482600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size-12  (200pt, 6 lines)</a:t>
            </a:r>
            <a:endParaRPr lang="en-US" sz="900" dirty="0"/>
          </a:p>
        </p:txBody>
      </p:sp>
      <p:sp>
        <p:nvSpPr>
          <p:cNvPr id="28" name="Roboto_size-12_natural__lines6"/>
          <p:cNvSpPr/>
          <p:nvPr/>
        </p:nvSpPr>
        <p:spPr>
          <a:xfrm>
            <a:off x="11643360" y="502920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200" dirty="0"/>
          </a:p>
        </p:txBody>
      </p:sp>
      <p:sp>
        <p:nvSpPr>
          <p:cNvPr id="29" name="Roboto_size-12_forced__lines6"/>
          <p:cNvSpPr/>
          <p:nvPr/>
        </p:nvSpPr>
        <p:spPr>
          <a:xfrm>
            <a:off x="14488160" y="502920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lazy dog while a TextFrame measures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every line box and decides where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each word wraps inside the given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rectangle, with no autofit shrinking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text to make it fit.</a:t>
            </a:r>
            <a:endParaRPr lang="en-US" sz="1200" dirty="0"/>
          </a:p>
        </p:txBody>
      </p:sp>
      <p:sp>
        <p:nvSpPr>
          <p:cNvPr id="30" name="Roboto_size-12_fitwidth__lines6"/>
          <p:cNvSpPr/>
          <p:nvPr/>
        </p:nvSpPr>
        <p:spPr>
          <a:xfrm>
            <a:off x="17332960" y="5029200"/>
            <a:ext cx="2574163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643360" y="632968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size-24  (200pt, 13 lines)</a:t>
            </a:r>
            <a:endParaRPr lang="en-US" sz="900" dirty="0"/>
          </a:p>
        </p:txBody>
      </p:sp>
      <p:sp>
        <p:nvSpPr>
          <p:cNvPr id="32" name="Roboto_size-24_natural__lines13"/>
          <p:cNvSpPr/>
          <p:nvPr/>
        </p:nvSpPr>
        <p:spPr>
          <a:xfrm>
            <a:off x="11643360" y="6532880"/>
            <a:ext cx="2540000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  <p:sp>
        <p:nvSpPr>
          <p:cNvPr id="33" name="Roboto_size-24_forced__lines13"/>
          <p:cNvSpPr/>
          <p:nvPr/>
        </p:nvSpPr>
        <p:spPr>
          <a:xfrm>
            <a:off x="14488160" y="6532880"/>
            <a:ext cx="2540000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fox jumps over the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lazy dog while a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TextFrame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measures every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line box and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decides where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each word wraps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inside the given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rectangle, with no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autofit shrinking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text to make it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fit.</a:t>
            </a:r>
            <a:endParaRPr lang="en-US" sz="2400" dirty="0"/>
          </a:p>
        </p:txBody>
      </p:sp>
      <p:sp>
        <p:nvSpPr>
          <p:cNvPr id="34" name="Roboto_size-24_fitwidth__lines13"/>
          <p:cNvSpPr/>
          <p:nvPr/>
        </p:nvSpPr>
        <p:spPr>
          <a:xfrm>
            <a:off x="17332960" y="6532880"/>
            <a:ext cx="2578354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62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72136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 (200pt, 1 lines)</a:t>
            </a:r>
            <a:endParaRPr lang="en-US" sz="900" dirty="0"/>
          </a:p>
        </p:txBody>
      </p:sp>
      <p:sp>
        <p:nvSpPr>
          <p:cNvPr id="4" name="Arial_short_natural__lines1"/>
          <p:cNvSpPr/>
          <p:nvPr/>
        </p:nvSpPr>
        <p:spPr>
          <a:xfrm>
            <a:off x="365760" y="924560"/>
            <a:ext cx="2540000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5" name="Arial_short_forced__lines1"/>
          <p:cNvSpPr/>
          <p:nvPr/>
        </p:nvSpPr>
        <p:spPr>
          <a:xfrm>
            <a:off x="3210560" y="924560"/>
            <a:ext cx="2540000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6" name="Arial_short_fitwidth__lines1"/>
          <p:cNvSpPr/>
          <p:nvPr/>
        </p:nvSpPr>
        <p:spPr>
          <a:xfrm>
            <a:off x="6055360" y="924560"/>
            <a:ext cx="1550289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0208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two-line  (200pt, 2 lines)</a:t>
            </a:r>
            <a:endParaRPr lang="en-US" sz="900" dirty="0"/>
          </a:p>
        </p:txBody>
      </p:sp>
      <p:sp>
        <p:nvSpPr>
          <p:cNvPr id="8" name="Arial_two-line_natural__lines2"/>
          <p:cNvSpPr/>
          <p:nvPr/>
        </p:nvSpPr>
        <p:spPr>
          <a:xfrm>
            <a:off x="365760" y="1605280"/>
            <a:ext cx="2540000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This text wraps onto two lines exactly.</a:t>
            </a:r>
            <a:endParaRPr lang="en-US" sz="1800" dirty="0"/>
          </a:p>
        </p:txBody>
      </p:sp>
      <p:sp>
        <p:nvSpPr>
          <p:cNvPr id="9" name="Arial_two-line_forced__lines2"/>
          <p:cNvSpPr/>
          <p:nvPr/>
        </p:nvSpPr>
        <p:spPr>
          <a:xfrm>
            <a:off x="3210560" y="1605280"/>
            <a:ext cx="2540000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This text wraps onto two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lines exactly.</a:t>
            </a:r>
            <a:endParaRPr lang="en-US" sz="1800" dirty="0"/>
          </a:p>
        </p:txBody>
      </p:sp>
      <p:sp>
        <p:nvSpPr>
          <p:cNvPr id="10" name="Arial_two-line_fitwidth__lines2"/>
          <p:cNvSpPr/>
          <p:nvPr/>
        </p:nvSpPr>
        <p:spPr>
          <a:xfrm>
            <a:off x="6055360" y="1605280"/>
            <a:ext cx="2528316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This text wraps onto two lines exactly.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35712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 (200pt, 9 lines)</a:t>
            </a:r>
            <a:endParaRPr lang="en-US" sz="900" dirty="0"/>
          </a:p>
        </p:txBody>
      </p:sp>
      <p:sp>
        <p:nvSpPr>
          <p:cNvPr id="12" name="Arial_paragraph_natural__lines9"/>
          <p:cNvSpPr/>
          <p:nvPr/>
        </p:nvSpPr>
        <p:spPr>
          <a:xfrm>
            <a:off x="365760" y="2560320"/>
            <a:ext cx="2540000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3" name="Arial_paragraph_forced__lines9"/>
          <p:cNvSpPr/>
          <p:nvPr/>
        </p:nvSpPr>
        <p:spPr>
          <a:xfrm>
            <a:off x="3210560" y="2560320"/>
            <a:ext cx="2540000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jumps over the lazy dog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while a TextFrame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measures every line box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and decides where each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word wraps inside the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given rectangle, with no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autofit shrinking the text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 make it fit.</a:t>
            </a:r>
            <a:endParaRPr lang="en-US" sz="1800" dirty="0"/>
          </a:p>
        </p:txBody>
      </p:sp>
      <p:sp>
        <p:nvSpPr>
          <p:cNvPr id="14" name="Arial_paragraph_fitwidth__lines9"/>
          <p:cNvSpPr/>
          <p:nvPr/>
        </p:nvSpPr>
        <p:spPr>
          <a:xfrm>
            <a:off x="6055360" y="2560320"/>
            <a:ext cx="2541651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523240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 (100pt, 20 lines)</a:t>
            </a:r>
            <a:endParaRPr lang="en-US" sz="900" dirty="0"/>
          </a:p>
        </p:txBody>
      </p:sp>
      <p:sp>
        <p:nvSpPr>
          <p:cNvPr id="16" name="Arial_narrow_natural__lines20"/>
          <p:cNvSpPr/>
          <p:nvPr/>
        </p:nvSpPr>
        <p:spPr>
          <a:xfrm>
            <a:off x="365760" y="5435600"/>
            <a:ext cx="1270000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7" name="Arial_narrow_forced__lines20"/>
          <p:cNvSpPr/>
          <p:nvPr/>
        </p:nvSpPr>
        <p:spPr>
          <a:xfrm>
            <a:off x="1940560" y="5435600"/>
            <a:ext cx="1270000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brown fox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jumps over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lazy dog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while a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TextFrame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measures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every line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box and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decides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where each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word wraps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inside the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given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rectangle,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with no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autofit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shrinking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text to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make it fit.</a:t>
            </a:r>
            <a:endParaRPr lang="en-US" sz="1800" dirty="0"/>
          </a:p>
        </p:txBody>
      </p:sp>
      <p:sp>
        <p:nvSpPr>
          <p:cNvPr id="18" name="Arial_narrow_fitwidth__lines20"/>
          <p:cNvSpPr/>
          <p:nvPr/>
        </p:nvSpPr>
        <p:spPr>
          <a:xfrm>
            <a:off x="3515360" y="5435600"/>
            <a:ext cx="1296289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43360" y="72136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long-word  (200pt, 6 lines)</a:t>
            </a:r>
            <a:endParaRPr lang="en-US" sz="900" dirty="0"/>
          </a:p>
        </p:txBody>
      </p:sp>
      <p:sp>
        <p:nvSpPr>
          <p:cNvPr id="20" name="Arial_long-word_natural__lines6"/>
          <p:cNvSpPr/>
          <p:nvPr/>
        </p:nvSpPr>
        <p:spPr>
          <a:xfrm>
            <a:off x="11643360" y="924560"/>
            <a:ext cx="2540000" cy="16459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Check this URL: https://example.com/a/very/long/path/that/does/not/have/any/spaces/in/it/at/all and then continue normally after it.</a:t>
            </a:r>
            <a:endParaRPr lang="en-US" sz="1800" dirty="0"/>
          </a:p>
        </p:txBody>
      </p:sp>
      <p:sp>
        <p:nvSpPr>
          <p:cNvPr id="21" name="Arial_long-word_forced__lines6"/>
          <p:cNvSpPr/>
          <p:nvPr/>
        </p:nvSpPr>
        <p:spPr>
          <a:xfrm>
            <a:off x="14488160" y="924560"/>
            <a:ext cx="2540000" cy="16459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Check this URL: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https://example.com/a/v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ery/long/path/that/does/n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ot/have/any/spaces/in/it/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at/all and then continue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normally after it.</a:t>
            </a:r>
            <a:endParaRPr lang="en-US" sz="1800" dirty="0"/>
          </a:p>
        </p:txBody>
      </p:sp>
      <p:sp>
        <p:nvSpPr>
          <p:cNvPr id="22" name="Arial_long-word_fitwidth__lines6"/>
          <p:cNvSpPr/>
          <p:nvPr/>
        </p:nvSpPr>
        <p:spPr>
          <a:xfrm>
            <a:off x="17332960" y="924560"/>
            <a:ext cx="2516378" cy="16459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Check this URL: https://example.com/a/very/long/path/that/does/not/have/any/spaces/in/it/at/all and then continue normally after it.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643360" y="277368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mixed-run  (260pt, 3 lines)</a:t>
            </a:r>
            <a:endParaRPr lang="en-US" sz="900" dirty="0"/>
          </a:p>
        </p:txBody>
      </p:sp>
      <p:sp>
        <p:nvSpPr>
          <p:cNvPr id="24" name="Arial_mixed-run_natural__lines3"/>
          <p:cNvSpPr/>
          <p:nvPr/>
        </p:nvSpPr>
        <p:spPr>
          <a:xfrm>
            <a:off x="11643360" y="2976880"/>
            <a:ext cx="3302000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small before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BIG 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small after wraps here</a:t>
            </a:r>
            <a:endParaRPr lang="en-US" sz="1800" dirty="0"/>
          </a:p>
        </p:txBody>
      </p:sp>
      <p:sp>
        <p:nvSpPr>
          <p:cNvPr id="25" name="Arial_mixed-run_forced__lines3"/>
          <p:cNvSpPr/>
          <p:nvPr/>
        </p:nvSpPr>
        <p:spPr>
          <a:xfrm>
            <a:off x="15250160" y="2976880"/>
            <a:ext cx="3302000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small before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BIG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small after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wraps here</a:t>
            </a:r>
            <a:endParaRPr lang="en-US" sz="1800" dirty="0"/>
          </a:p>
        </p:txBody>
      </p:sp>
      <p:sp>
        <p:nvSpPr>
          <p:cNvPr id="26" name="Arial_mixed-run_fitwidth__lines3"/>
          <p:cNvSpPr/>
          <p:nvPr/>
        </p:nvSpPr>
        <p:spPr>
          <a:xfrm>
            <a:off x="18856960" y="2976880"/>
            <a:ext cx="2908808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small before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BIG 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small after wraps here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643360" y="455168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size-12  (200pt, 6 lines)</a:t>
            </a:r>
            <a:endParaRPr lang="en-US" sz="900" dirty="0"/>
          </a:p>
        </p:txBody>
      </p:sp>
      <p:sp>
        <p:nvSpPr>
          <p:cNvPr id="28" name="Arial_size-12_natural__lines6"/>
          <p:cNvSpPr/>
          <p:nvPr/>
        </p:nvSpPr>
        <p:spPr>
          <a:xfrm>
            <a:off x="11643360" y="475488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200" dirty="0"/>
          </a:p>
        </p:txBody>
      </p:sp>
      <p:sp>
        <p:nvSpPr>
          <p:cNvPr id="29" name="Arial_size-12_forced__lines6"/>
          <p:cNvSpPr/>
          <p:nvPr/>
        </p:nvSpPr>
        <p:spPr>
          <a:xfrm>
            <a:off x="14488160" y="475488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lazy dog while a TextFrame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measures every line box and decides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where each word wraps inside the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given rectangle, with no autofit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shrinking the text to make it fit.</a:t>
            </a:r>
            <a:endParaRPr lang="en-US" sz="1200" dirty="0"/>
          </a:p>
        </p:txBody>
      </p:sp>
      <p:sp>
        <p:nvSpPr>
          <p:cNvPr id="30" name="Arial_size-12_fitwidth__lines6"/>
          <p:cNvSpPr/>
          <p:nvPr/>
        </p:nvSpPr>
        <p:spPr>
          <a:xfrm>
            <a:off x="17332960" y="4754880"/>
            <a:ext cx="2558288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643360" y="605536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size-24  (200pt, 13 lines)</a:t>
            </a:r>
            <a:endParaRPr lang="en-US" sz="900" dirty="0"/>
          </a:p>
        </p:txBody>
      </p:sp>
      <p:sp>
        <p:nvSpPr>
          <p:cNvPr id="32" name="Arial_size-24_natural__lines13"/>
          <p:cNvSpPr/>
          <p:nvPr/>
        </p:nvSpPr>
        <p:spPr>
          <a:xfrm>
            <a:off x="11643360" y="6258560"/>
            <a:ext cx="2540000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  <p:sp>
        <p:nvSpPr>
          <p:cNvPr id="33" name="Arial_size-24_forced__lines13"/>
          <p:cNvSpPr/>
          <p:nvPr/>
        </p:nvSpPr>
        <p:spPr>
          <a:xfrm>
            <a:off x="14488160" y="6258560"/>
            <a:ext cx="2540000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fox jumps over the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lazy dog while a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TextFrame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measures every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line box and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decides where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each word wraps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inside the given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rectangle, with no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autofit shrinking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text to make it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fit.</a:t>
            </a:r>
            <a:endParaRPr lang="en-US" sz="2400" dirty="0"/>
          </a:p>
        </p:txBody>
      </p:sp>
      <p:sp>
        <p:nvSpPr>
          <p:cNvPr id="34" name="Arial_size-24_fitwidth__lines13"/>
          <p:cNvSpPr/>
          <p:nvPr/>
        </p:nvSpPr>
        <p:spPr>
          <a:xfrm>
            <a:off x="17332960" y="6258560"/>
            <a:ext cx="2575052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2026-09-17T07:54:43Z</dcterms:created>
  <dcterms:modified xsi:type="dcterms:W3CDTF">2026-09-17T07:54:43Z</dcterms:modified>
</cp:coreProperties>
</file>