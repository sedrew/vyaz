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22"/>
  </p:normalViewPr>
  <p:slideViewPr>
    <p:cSldViewPr snapToGrid="0">
      <p:cViewPr>
        <p:scale>
          <a:sx n="105" d="100"/>
          <a:sy n="105" d="100"/>
        </p:scale>
        <p:origin x="14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3A7DB-F8B6-ED18-D686-4B10464D8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D8357B-33C5-7891-FF9C-6E94E06E9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F86A35-CD55-C2CB-7951-3030F6ED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088F6D-7BB3-76FF-A114-0EDC4DB7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D5B6BE-AE51-3E1B-B2B1-49CD751C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05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C53DF-CBB4-813E-3E3F-B186A05A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3AD2F2-45ED-928D-DBCA-316D9D7FB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0A2F25-881B-6543-ED68-C3A56AF1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97DD72-6683-9EA3-71B1-E4BCC17C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A1227-135F-0E87-7030-EF75D8EF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77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D4070-7451-FFF0-2220-66B1E319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7DE935-3336-D893-63E9-B92316BEE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389B21-9828-9E80-7E9F-8EE5CE0F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AA23CC-C3D8-82FE-4695-40FA494B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46D39-83AA-492E-B2DF-A064AF33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630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4BA3A-7C38-02A9-E027-881C4C87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1D7F0-F1EA-F3B4-91E2-6734D86D8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9E5E2-99A4-52CE-C985-6286473E5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21EE22-16BB-34C3-04C6-CE7371A8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550C6C-495C-5F39-B0BE-1CA77020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C6E651-84DA-AD55-AF1C-D1A1E905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57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60B50-2AFA-8896-3509-57223C5B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59C1CF-DD82-1DC2-AC8F-3ECEA1033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342561-AD95-A14C-4B7D-F7723C78C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823FA5-3A53-688F-FBEB-F511CD4A0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2DA0369-78B4-C612-E245-FA0D5994C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24D08-2A89-B535-6638-64B6ECDA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A89FA8-16B9-640B-F4C2-07CA84BA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9EB19A-4244-0F7D-0E17-2A511D4C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88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CD436-27F1-60D3-AE27-DDBFD49D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603FF6-AC2B-16CB-2EE1-58CBF5C6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CFEDC9-1F55-B3A9-5BD1-3530CEFC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1AC873-F3C9-7A04-3449-B65493A1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248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CE960C-55BF-2033-7ED7-C98A17F3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A2716A-119F-5CB9-08D6-8E1EFB42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F1A5F2-DDC6-903C-CB80-8DE99A94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54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CF157-1BB7-04E1-8CFA-EBE969FE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E68BE2-53B9-4238-90AF-1B657081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22C5AA-CC82-B279-A6E3-8C1039239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91F3BE-67FD-F408-6DB6-8F51FD1B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3F5C2F-65B8-AF90-0EA1-3B162DCC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4191D2-E51C-124D-7B52-0E6330A8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07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D3235-1F2B-CD64-AA48-08C26FD0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AF7C7E-3E27-C7A0-2177-3CE696DE6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8C2506-D291-82E3-DC99-A8F01A9DD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D066EA-9A31-01B1-1323-5C4EB8AC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5EA7A9-D327-4078-D556-5D1DF855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A3BBB2-8F47-4760-C380-C35E84CB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71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074D1-D4AA-F0BD-08FA-02AC771A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DE0762-67B5-E937-B62A-0C2AF76E2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CD522C-2C1F-620F-C943-C5943133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C513E7-ED31-ACBC-F76B-EF60C9ACE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54176-0DE9-44E6-C13E-ECC5203C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40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E1E920B-7F2C-17F4-9C45-461D68040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FCD5FD-2B60-B8FA-C7E9-21E93C8D3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89C045-1713-1CC1-0CB4-E5071FBD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2BB8B6-1C98-AD8F-F416-059A5A0C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A28131-53A2-83E9-6739-35223C9C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03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648BC-4218-F0D5-B0AD-80C44110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B654D6-8061-0F5D-7F8A-85087F726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15EAD1-0462-A168-D2A1-5E60DDC2D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BB2E5-ECB3-1340-A8CA-C188B14BB3F0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1771E2-CE86-7CE2-B8F4-1E287CE1C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596B79-B0EA-A5DD-96B2-6591FB99D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ABD1B-F65A-5A46-A1BE-043EB2BB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20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1FAB81B-8533-FD42-061F-81FDF7BA6006}"/>
              </a:ext>
            </a:extLst>
          </p:cNvPr>
          <p:cNvGrpSpPr>
            <a:grpSpLocks/>
          </p:cNvGrpSpPr>
          <p:nvPr/>
        </p:nvGrpSpPr>
        <p:grpSpPr>
          <a:xfrm>
            <a:off x="249936" y="396000"/>
            <a:ext cx="1543763" cy="369332"/>
            <a:chOff x="254078" y="216602"/>
            <a:chExt cx="1543763" cy="369332"/>
          </a:xfrm>
        </p:grpSpPr>
        <p:sp>
          <p:nvSpPr>
            <p:cNvPr id="5" name="Roboto 18px">
              <a:extLst>
                <a:ext uri="{FF2B5EF4-FFF2-40B4-BE49-F238E27FC236}">
                  <a16:creationId xmlns:a16="http://schemas.microsoft.com/office/drawing/2014/main" id="{9BC7F304-94E7-8CB2-996F-A80D3DE94010}"/>
                </a:ext>
              </a:extLst>
            </p:cNvPr>
            <p:cNvSpPr>
              <a:spLocks/>
            </p:cNvSpPr>
            <p:nvPr/>
          </p:nvSpPr>
          <p:spPr>
            <a:xfrm>
              <a:off x="348611" y="259804"/>
              <a:ext cx="1286514" cy="276578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>
                <a:ln w="3175">
                  <a:solidFill>
                    <a:schemeClr val="tx1"/>
                  </a:solidFill>
                </a:ln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TextBox Roboto 18px">
              <a:extLst>
                <a:ext uri="{FF2B5EF4-FFF2-40B4-BE49-F238E27FC236}">
                  <a16:creationId xmlns:a16="http://schemas.microsoft.com/office/drawing/2014/main" id="{4E8761D6-767F-2BEB-1362-19EC74259D4A}"/>
                </a:ext>
              </a:extLst>
            </p:cNvPr>
            <p:cNvSpPr txBox="1">
              <a:spLocks/>
            </p:cNvSpPr>
            <p:nvPr/>
          </p:nvSpPr>
          <p:spPr>
            <a:xfrm>
              <a:off x="254078" y="216602"/>
              <a:ext cx="1543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Roboto 18px</a:t>
              </a:r>
              <a:endParaRPr lang="ru-RU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276C577-EDD6-96BA-7643-508C454F0B1B}"/>
              </a:ext>
            </a:extLst>
          </p:cNvPr>
          <p:cNvGrpSpPr>
            <a:grpSpLocks/>
          </p:cNvGrpSpPr>
          <p:nvPr/>
        </p:nvGrpSpPr>
        <p:grpSpPr>
          <a:xfrm>
            <a:off x="2137146" y="136483"/>
            <a:ext cx="2220542" cy="523220"/>
            <a:chOff x="2137146" y="136483"/>
            <a:chExt cx="2220542" cy="523220"/>
          </a:xfrm>
        </p:grpSpPr>
        <p:sp>
          <p:nvSpPr>
            <p:cNvPr id="8" name="Roboto 28px">
              <a:extLst>
                <a:ext uri="{FF2B5EF4-FFF2-40B4-BE49-F238E27FC236}">
                  <a16:creationId xmlns:a16="http://schemas.microsoft.com/office/drawing/2014/main" id="{8C2EF1B4-DC2F-76CA-38C7-009CE28E4C61}"/>
                </a:ext>
              </a:extLst>
            </p:cNvPr>
            <p:cNvSpPr>
              <a:spLocks/>
            </p:cNvSpPr>
            <p:nvPr/>
          </p:nvSpPr>
          <p:spPr>
            <a:xfrm>
              <a:off x="2227219" y="180000"/>
              <a:ext cx="2009981" cy="432000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>
                <a:ln w="3175">
                  <a:solidFill>
                    <a:schemeClr val="tx1"/>
                  </a:solidFill>
                </a:ln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TextBox Roboto 28px">
              <a:extLst>
                <a:ext uri="{FF2B5EF4-FFF2-40B4-BE49-F238E27FC236}">
                  <a16:creationId xmlns:a16="http://schemas.microsoft.com/office/drawing/2014/main" id="{2C7FD7ED-1434-3E32-3AC8-6EB0FA6CF730}"/>
                </a:ext>
              </a:extLst>
            </p:cNvPr>
            <p:cNvSpPr txBox="1">
              <a:spLocks/>
            </p:cNvSpPr>
            <p:nvPr/>
          </p:nvSpPr>
          <p:spPr>
            <a:xfrm>
              <a:off x="2137146" y="136483"/>
              <a:ext cx="22205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Roboto" panose="02000000000000000000" pitchFamily="2" charset="0"/>
                  <a:ea typeface="Roboto" panose="02000000000000000000" pitchFamily="2" charset="0"/>
                </a:rPr>
                <a:t>Roboto 28px</a:t>
              </a:r>
              <a:endParaRPr lang="ru-RU" sz="28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F177738-FE98-348B-9467-D210D773A4CE}"/>
              </a:ext>
            </a:extLst>
          </p:cNvPr>
          <p:cNvGrpSpPr/>
          <p:nvPr/>
        </p:nvGrpSpPr>
        <p:grpSpPr>
          <a:xfrm>
            <a:off x="159862" y="1126091"/>
            <a:ext cx="2170337" cy="523220"/>
            <a:chOff x="258538" y="1527374"/>
            <a:chExt cx="2170337" cy="523220"/>
          </a:xfrm>
        </p:grpSpPr>
        <p:sp>
          <p:nvSpPr>
            <p:cNvPr id="10" name="Great Vibes 28px">
              <a:extLst>
                <a:ext uri="{FF2B5EF4-FFF2-40B4-BE49-F238E27FC236}">
                  <a16:creationId xmlns:a16="http://schemas.microsoft.com/office/drawing/2014/main" id="{C224BD4B-E1DB-EF1E-0194-1F60866F4397}"/>
                </a:ext>
              </a:extLst>
            </p:cNvPr>
            <p:cNvSpPr>
              <a:spLocks/>
            </p:cNvSpPr>
            <p:nvPr/>
          </p:nvSpPr>
          <p:spPr>
            <a:xfrm>
              <a:off x="348612" y="1570891"/>
              <a:ext cx="1980252" cy="432000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>
                <a:ln w="3175">
                  <a:solidFill>
                    <a:schemeClr val="tx1"/>
                  </a:solidFill>
                </a:ln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TextBox Great Vibes 28px">
              <a:extLst>
                <a:ext uri="{FF2B5EF4-FFF2-40B4-BE49-F238E27FC236}">
                  <a16:creationId xmlns:a16="http://schemas.microsoft.com/office/drawing/2014/main" id="{CA7237B2-F8CF-129E-F9D2-704D33AD9EF8}"/>
                </a:ext>
              </a:extLst>
            </p:cNvPr>
            <p:cNvSpPr txBox="1">
              <a:spLocks/>
            </p:cNvSpPr>
            <p:nvPr/>
          </p:nvSpPr>
          <p:spPr>
            <a:xfrm>
              <a:off x="258538" y="1527374"/>
              <a:ext cx="21703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Great Vibes" pitchFamily="2" charset="0"/>
                  <a:ea typeface="Roboto" panose="02000000000000000000" pitchFamily="2" charset="0"/>
                </a:rPr>
                <a:t>Great Vibes 28px</a:t>
              </a:r>
              <a:endParaRPr lang="ru-RU" sz="2800" dirty="0">
                <a:latin typeface="Great Vibes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4" name="Fit">
            <a:extLst>
              <a:ext uri="{FF2B5EF4-FFF2-40B4-BE49-F238E27FC236}">
                <a16:creationId xmlns:a16="http://schemas.microsoft.com/office/drawing/2014/main" id="{135DDA78-63B0-A3A4-421E-F559C550AFE1}"/>
              </a:ext>
            </a:extLst>
          </p:cNvPr>
          <p:cNvGrpSpPr>
            <a:grpSpLocks/>
          </p:cNvGrpSpPr>
          <p:nvPr/>
        </p:nvGrpSpPr>
        <p:grpSpPr>
          <a:xfrm>
            <a:off x="4700767" y="218150"/>
            <a:ext cx="350039" cy="2862322"/>
            <a:chOff x="254078" y="216602"/>
            <a:chExt cx="350039" cy="2862322"/>
          </a:xfrm>
        </p:grpSpPr>
        <p:sp>
          <p:nvSpPr>
            <p:cNvPr id="15" name="Roboto 18px">
              <a:extLst>
                <a:ext uri="{FF2B5EF4-FFF2-40B4-BE49-F238E27FC236}">
                  <a16:creationId xmlns:a16="http://schemas.microsoft.com/office/drawing/2014/main" id="{CF686DAC-38C1-84BA-6AC6-9B2AB9D5B2FE}"/>
                </a:ext>
              </a:extLst>
            </p:cNvPr>
            <p:cNvSpPr>
              <a:spLocks/>
            </p:cNvSpPr>
            <p:nvPr/>
          </p:nvSpPr>
          <p:spPr>
            <a:xfrm>
              <a:off x="348610" y="259803"/>
              <a:ext cx="197733" cy="2746316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>
                <a:ln w="3175">
                  <a:solidFill>
                    <a:schemeClr val="tx1"/>
                  </a:solidFill>
                </a:ln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TextBox Roboto 18px">
              <a:extLst>
                <a:ext uri="{FF2B5EF4-FFF2-40B4-BE49-F238E27FC236}">
                  <a16:creationId xmlns:a16="http://schemas.microsoft.com/office/drawing/2014/main" id="{D2473C3E-0806-F14E-F7DD-2550B7581315}"/>
                </a:ext>
              </a:extLst>
            </p:cNvPr>
            <p:cNvSpPr txBox="1">
              <a:spLocks/>
            </p:cNvSpPr>
            <p:nvPr/>
          </p:nvSpPr>
          <p:spPr>
            <a:xfrm>
              <a:off x="254078" y="216602"/>
              <a:ext cx="350039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Roboto 18px</a:t>
              </a:r>
              <a:endParaRPr lang="ru-RU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6" name="Lines">
            <a:extLst>
              <a:ext uri="{FF2B5EF4-FFF2-40B4-BE49-F238E27FC236}">
                <a16:creationId xmlns:a16="http://schemas.microsoft.com/office/drawing/2014/main" id="{C8308D22-C754-D646-1B8F-E5DC82200EE9}"/>
              </a:ext>
            </a:extLst>
          </p:cNvPr>
          <p:cNvGrpSpPr>
            <a:grpSpLocks/>
          </p:cNvGrpSpPr>
          <p:nvPr/>
        </p:nvGrpSpPr>
        <p:grpSpPr>
          <a:xfrm>
            <a:off x="356923" y="2228671"/>
            <a:ext cx="2094449" cy="1200329"/>
            <a:chOff x="254078" y="216602"/>
            <a:chExt cx="1372046" cy="1200329"/>
          </a:xfrm>
        </p:grpSpPr>
        <p:sp>
          <p:nvSpPr>
            <p:cNvPr id="12" name="Roboto 18px">
              <a:extLst>
                <a:ext uri="{FF2B5EF4-FFF2-40B4-BE49-F238E27FC236}">
                  <a16:creationId xmlns:a16="http://schemas.microsoft.com/office/drawing/2014/main" id="{5A7DB1DB-50E0-179F-0D7B-A5C3D839E6B0}"/>
                </a:ext>
              </a:extLst>
            </p:cNvPr>
            <p:cNvSpPr>
              <a:spLocks/>
            </p:cNvSpPr>
            <p:nvPr/>
          </p:nvSpPr>
          <p:spPr>
            <a:xfrm>
              <a:off x="311408" y="259802"/>
              <a:ext cx="1246829" cy="1101733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>
                <a:ln w="3175">
                  <a:solidFill>
                    <a:schemeClr val="tx1"/>
                  </a:solidFill>
                </a:ln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" name="TextBox Roboto 18px">
              <a:extLst>
                <a:ext uri="{FF2B5EF4-FFF2-40B4-BE49-F238E27FC236}">
                  <a16:creationId xmlns:a16="http://schemas.microsoft.com/office/drawing/2014/main" id="{505559DA-F966-BF80-A07B-3AC8E431E4D1}"/>
                </a:ext>
              </a:extLst>
            </p:cNvPr>
            <p:cNvSpPr txBox="1">
              <a:spLocks/>
            </p:cNvSpPr>
            <p:nvPr/>
          </p:nvSpPr>
          <p:spPr>
            <a:xfrm>
              <a:off x="254078" y="216602"/>
              <a:ext cx="13720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Roboto 18px new line with </a:t>
              </a:r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36px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 size and small</a:t>
              </a:r>
              <a:endParaRPr lang="ru-RU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8922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</Words>
  <Application>Microsoft Macintosh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Great Vibes</vt:lpstr>
      <vt:lpstr>Roboto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sedrew</dc:creator>
  <cp:lastModifiedBy>sedrew</cp:lastModifiedBy>
  <cp:revision>5</cp:revision>
  <dcterms:created xsi:type="dcterms:W3CDTF">2026-09-04T08:05:57Z</dcterms:created>
  <dcterms:modified xsi:type="dcterms:W3CDTF">2026-09-04T08:53:37Z</dcterms:modified>
</cp:coreProperties>
</file>