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s-100"/>
          <p:cNvSpPr txBox="1"/>
          <p:nvPr/>
        </p:nvSpPr>
        <p:spPr>
          <a:xfrm>
            <a:off x="365760" y="365760"/>
            <a:ext cx="254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latin typeface="Roboto"/>
              </a:rPr>
              <a:t>Roboto office line spacing sample text that wraps onto several lines here</a:t>
            </a:r>
          </a:p>
        </p:txBody>
      </p:sp>
      <p:sp>
        <p:nvSpPr>
          <p:cNvPr id="3" name="ls-150"/>
          <p:cNvSpPr txBox="1"/>
          <p:nvPr/>
        </p:nvSpPr>
        <p:spPr>
          <a:xfrm>
            <a:off x="3210560" y="365760"/>
            <a:ext cx="254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latin typeface="Roboto"/>
              </a:rPr>
              <a:t>Roboto office line spacing sample text that wraps onto several lines here</a:t>
            </a:r>
          </a:p>
        </p:txBody>
      </p:sp>
      <p:sp>
        <p:nvSpPr>
          <p:cNvPr id="4" name="ls-200"/>
          <p:cNvSpPr txBox="1"/>
          <p:nvPr/>
        </p:nvSpPr>
        <p:spPr>
          <a:xfrm>
            <a:off x="6055360" y="365760"/>
            <a:ext cx="254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2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latin typeface="Roboto"/>
              </a:rPr>
              <a:t>Roboto office line spacing sample text that wraps onto several lines here</a:t>
            </a:r>
          </a:p>
        </p:txBody>
      </p:sp>
      <p:sp>
        <p:nvSpPr>
          <p:cNvPr id="5" name="ls-stacked"/>
          <p:cNvSpPr txBox="1"/>
          <p:nvPr/>
        </p:nvSpPr>
        <p:spPr>
          <a:xfrm>
            <a:off x="8900160" y="365760"/>
            <a:ext cx="254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latin typeface="Roboto"/>
              </a:rPr>
              <a:t>Roboto office line spacing sample text that wraps onto several lines here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latin typeface="Roboto"/>
              </a:rPr>
              <a:t>Roboto office line spacing sample text that wraps onto several lines here</a:t>
            </a:r>
          </a:p>
          <a:p>
            <a:pPr>
              <a:lnSpc>
                <a:spcPct val="20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latin typeface="Roboto"/>
              </a:rPr>
              <a:t>Roboto office line spacing sample text that wraps onto several lines here</a:t>
            </a:r>
          </a:p>
        </p:txBody>
      </p:sp>
      <p:sp>
        <p:nvSpPr>
          <p:cNvPr id="6" name="ls-mixed"/>
          <p:cNvSpPr txBox="1"/>
          <p:nvPr/>
        </p:nvSpPr>
        <p:spPr>
          <a:xfrm>
            <a:off x="11744960" y="365760"/>
            <a:ext cx="330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latin typeface="Roboto"/>
              </a:rPr>
              <a:t>small before </a:t>
            </a:r>
            <a:r>
              <a:rPr sz="3600">
                <a:latin typeface="Roboto"/>
              </a:rPr>
              <a:t>BIG MIDDLE</a:t>
            </a:r>
            <a:r>
              <a:rPr sz="1800">
                <a:latin typeface="Roboto"/>
              </a:rPr>
              <a:t> small after wraps here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