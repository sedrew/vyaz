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s-100"/>
          <p:cNvSpPr/>
          <p:nvPr/>
        </p:nvSpPr>
        <p:spPr>
          <a:xfrm>
            <a:off x="365760" y="365760"/>
            <a:ext cx="254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Roboto office line spacing sample text that wraps onto several lines here</a:t>
            </a:r>
            <a:endParaRPr lang="en-US" sz="1800" dirty="0"/>
          </a:p>
        </p:txBody>
      </p:sp>
      <p:sp>
        <p:nvSpPr>
          <p:cNvPr id="3" name="ls-150"/>
          <p:cNvSpPr/>
          <p:nvPr/>
        </p:nvSpPr>
        <p:spPr>
          <a:xfrm>
            <a:off x="3210560" y="365760"/>
            <a:ext cx="254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Roboto office line spacing sample text that wraps onto several lines here</a:t>
            </a:r>
            <a:endParaRPr lang="en-US" sz="1800" dirty="0"/>
          </a:p>
        </p:txBody>
      </p:sp>
      <p:sp>
        <p:nvSpPr>
          <p:cNvPr id="4" name="ls-200"/>
          <p:cNvSpPr/>
          <p:nvPr/>
        </p:nvSpPr>
        <p:spPr>
          <a:xfrm>
            <a:off x="6055360" y="365760"/>
            <a:ext cx="254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200000"/>
              </a:lnSpc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Roboto office line spacing sample text that wraps onto several lines here</a:t>
            </a:r>
            <a:endParaRPr lang="en-US" sz="1800" dirty="0"/>
          </a:p>
        </p:txBody>
      </p:sp>
      <p:sp>
        <p:nvSpPr>
          <p:cNvPr id="5" name="ls-stacked"/>
          <p:cNvSpPr/>
          <p:nvPr/>
        </p:nvSpPr>
        <p:spPr>
          <a:xfrm>
            <a:off x="8900160" y="365760"/>
            <a:ext cx="254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Roboto office line spacing sample text that wraps onto several lines here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Roboto office line spacing sample text that wraps onto several lines here</a:t>
            </a:r>
            <a:endParaRPr lang="en-US" sz="1800" dirty="0"/>
          </a:p>
          <a:p>
            <a:pPr indent="0" marL="0">
              <a:lnSpc>
                <a:spcPct val="200000"/>
              </a:lnSpc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Roboto office line spacing sample text that wraps onto several lines here</a:t>
            </a:r>
            <a:endParaRPr lang="en-US" sz="1800" dirty="0"/>
          </a:p>
        </p:txBody>
      </p:sp>
      <p:sp>
        <p:nvSpPr>
          <p:cNvPr id="6" name="ls-mixed"/>
          <p:cNvSpPr/>
          <p:nvPr/>
        </p:nvSpPr>
        <p:spPr>
          <a:xfrm>
            <a:off x="11744960" y="365760"/>
            <a:ext cx="330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small before </a:t>
            </a:r>
            <a:pPr indent="0" marL="0">
              <a:lnSpc>
                <a:spcPct val="150000"/>
              </a:lnSpc>
              <a:buNone/>
            </a:pPr>
            <a:r>
              <a:rPr lang="en-US" sz="3600" dirty="0">
                <a:solidFill>
                  <a:srgbClr val="000000"/>
                </a:solidFill>
                <a:highlight>
                  <a:srgbClr val="FF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BIG MIDDLE</a:t>
            </a:r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00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 small after wraps here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s-100-arial"/>
          <p:cNvSpPr/>
          <p:nvPr/>
        </p:nvSpPr>
        <p:spPr>
          <a:xfrm>
            <a:off x="365760" y="365760"/>
            <a:ext cx="254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Arial office line spacing sample text that wraps onto several lines here</a:t>
            </a:r>
            <a:endParaRPr lang="en-US" sz="1800" dirty="0"/>
          </a:p>
        </p:txBody>
      </p:sp>
      <p:sp>
        <p:nvSpPr>
          <p:cNvPr id="3" name="ls-150-arial"/>
          <p:cNvSpPr/>
          <p:nvPr/>
        </p:nvSpPr>
        <p:spPr>
          <a:xfrm>
            <a:off x="3210560" y="365760"/>
            <a:ext cx="254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Arial office line spacing sample text that wraps onto several lines here</a:t>
            </a:r>
            <a:endParaRPr lang="en-US" sz="1800" dirty="0"/>
          </a:p>
        </p:txBody>
      </p:sp>
      <p:sp>
        <p:nvSpPr>
          <p:cNvPr id="4" name="ls-200-arial"/>
          <p:cNvSpPr/>
          <p:nvPr/>
        </p:nvSpPr>
        <p:spPr>
          <a:xfrm>
            <a:off x="6055360" y="365760"/>
            <a:ext cx="254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200000"/>
              </a:lnSpc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Arial office line spacing sample text that wraps onto several lines here</a:t>
            </a:r>
            <a:endParaRPr lang="en-US" sz="1800" dirty="0"/>
          </a:p>
        </p:txBody>
      </p:sp>
      <p:sp>
        <p:nvSpPr>
          <p:cNvPr id="5" name="ls-stacked-arial"/>
          <p:cNvSpPr/>
          <p:nvPr/>
        </p:nvSpPr>
        <p:spPr>
          <a:xfrm>
            <a:off x="8900160" y="365760"/>
            <a:ext cx="254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Arial office line spacing sample text that wraps onto several lines here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Arial office line spacing sample text that wraps onto several lines here</a:t>
            </a:r>
            <a:endParaRPr lang="en-US" sz="1800" dirty="0"/>
          </a:p>
          <a:p>
            <a:pPr indent="0" marL="0">
              <a:lnSpc>
                <a:spcPct val="200000"/>
              </a:lnSpc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Arial office line spacing sample text that wraps onto several lines here</a:t>
            </a:r>
            <a:endParaRPr lang="en-US" sz="1800" dirty="0"/>
          </a:p>
        </p:txBody>
      </p:sp>
      <p:sp>
        <p:nvSpPr>
          <p:cNvPr id="6" name="ls-mixed-arial"/>
          <p:cNvSpPr/>
          <p:nvPr/>
        </p:nvSpPr>
        <p:spPr>
          <a:xfrm>
            <a:off x="11744960" y="365760"/>
            <a:ext cx="330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small before </a:t>
            </a:r>
            <a:pPr indent="0" marL="0">
              <a:lnSpc>
                <a:spcPct val="150000"/>
              </a:lnSpc>
              <a:buNone/>
            </a:pPr>
            <a:r>
              <a:rPr lang="en-US" sz="3600" dirty="0">
                <a:solidFill>
                  <a:srgbClr val="00000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BIG MIDDLE</a:t>
            </a:r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0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 small after wraps here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2026-09-20T15:08:05Z</dcterms:created>
  <dcterms:modified xsi:type="dcterms:W3CDTF">2026-09-20T15:08:05Z</dcterms:modified>
</cp:coreProperties>
</file>