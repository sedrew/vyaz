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76200"/>
            <a:ext cx="548640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Roboto</a:t>
            </a:r>
            <a:endParaRPr lang="en-US" sz="1400" dirty="0"/>
          </a:p>
        </p:txBody>
      </p:sp>
      <p:sp>
        <p:nvSpPr>
          <p:cNvPr id="3" name="Roboto_6pt_sp1__c7.20_t7.02"/>
          <p:cNvSpPr/>
          <p:nvPr/>
        </p:nvSpPr>
        <p:spPr>
          <a:xfrm>
            <a:off x="365760" y="721360"/>
            <a:ext cx="110490" cy="914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00" u="sng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6pt</a:t>
            </a:r>
            <a:endParaRPr lang="en-US" sz="600" dirty="0"/>
          </a:p>
        </p:txBody>
      </p:sp>
      <p:sp>
        <p:nvSpPr>
          <p:cNvPr id="4" name="Roboto_6pt_sp1__c7.20_t7.02__textBoxMarker"/>
          <p:cNvSpPr/>
          <p:nvPr/>
        </p:nvSpPr>
        <p:spPr>
          <a:xfrm>
            <a:off x="365760" y="804164"/>
            <a:ext cx="11049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5" name="Roboto_6pt_sp1_25__c9.00_t8.37"/>
          <p:cNvSpPr/>
          <p:nvPr/>
        </p:nvSpPr>
        <p:spPr>
          <a:xfrm>
            <a:off x="2358263" y="721360"/>
            <a:ext cx="110490" cy="1143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600" u="sng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6pt</a:t>
            </a:r>
            <a:endParaRPr lang="en-US" sz="600" dirty="0"/>
          </a:p>
        </p:txBody>
      </p:sp>
      <p:sp>
        <p:nvSpPr>
          <p:cNvPr id="6" name="Roboto_6pt_sp1_25__c9.00_t8.37__textBoxMarker"/>
          <p:cNvSpPr/>
          <p:nvPr/>
        </p:nvSpPr>
        <p:spPr>
          <a:xfrm>
            <a:off x="2358263" y="821309"/>
            <a:ext cx="11049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7" name="Roboto_6pt_sp1_5__c10.80_t9.72"/>
          <p:cNvSpPr/>
          <p:nvPr/>
        </p:nvSpPr>
        <p:spPr>
          <a:xfrm>
            <a:off x="4350766" y="721360"/>
            <a:ext cx="110490" cy="1371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600" u="sng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6pt</a:t>
            </a:r>
            <a:endParaRPr lang="en-US" sz="600" dirty="0"/>
          </a:p>
        </p:txBody>
      </p:sp>
      <p:sp>
        <p:nvSpPr>
          <p:cNvPr id="8" name="Roboto_6pt_sp1_5__c10.80_t9.72__textBoxMarker"/>
          <p:cNvSpPr/>
          <p:nvPr/>
        </p:nvSpPr>
        <p:spPr>
          <a:xfrm>
            <a:off x="4350766" y="838454"/>
            <a:ext cx="11049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9" name="Roboto_6pt_sp1_75__c12.60_t11.07"/>
          <p:cNvSpPr/>
          <p:nvPr/>
        </p:nvSpPr>
        <p:spPr>
          <a:xfrm>
            <a:off x="6343269" y="721360"/>
            <a:ext cx="110490" cy="1600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600" u="sng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6pt</a:t>
            </a:r>
            <a:endParaRPr lang="en-US" sz="600" dirty="0"/>
          </a:p>
        </p:txBody>
      </p:sp>
      <p:sp>
        <p:nvSpPr>
          <p:cNvPr id="10" name="Roboto_6pt_sp1_75__c12.60_t11.07__textBoxMarker"/>
          <p:cNvSpPr/>
          <p:nvPr/>
        </p:nvSpPr>
        <p:spPr>
          <a:xfrm>
            <a:off x="6343269" y="855599"/>
            <a:ext cx="11049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1" name="Roboto_6pt_sp2__c14.40_t12.42"/>
          <p:cNvSpPr/>
          <p:nvPr/>
        </p:nvSpPr>
        <p:spPr>
          <a:xfrm>
            <a:off x="8335772" y="721360"/>
            <a:ext cx="110490" cy="1828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600" u="sng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6pt</a:t>
            </a:r>
            <a:endParaRPr lang="en-US" sz="600" dirty="0"/>
          </a:p>
        </p:txBody>
      </p:sp>
      <p:sp>
        <p:nvSpPr>
          <p:cNvPr id="12" name="Roboto_6pt_sp2__c14.40_t12.42__textBoxMarker"/>
          <p:cNvSpPr/>
          <p:nvPr/>
        </p:nvSpPr>
        <p:spPr>
          <a:xfrm>
            <a:off x="8335772" y="872744"/>
            <a:ext cx="11049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3" name="Roboto_8pt_sp1__c9.60_t9.36"/>
          <p:cNvSpPr/>
          <p:nvPr/>
        </p:nvSpPr>
        <p:spPr>
          <a:xfrm>
            <a:off x="365760" y="1005840"/>
            <a:ext cx="147447" cy="1219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u="sng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8pt</a:t>
            </a:r>
            <a:endParaRPr lang="en-US" sz="800" dirty="0"/>
          </a:p>
        </p:txBody>
      </p:sp>
      <p:sp>
        <p:nvSpPr>
          <p:cNvPr id="14" name="Roboto_8pt_sp1__c9.60_t9.36__textBoxMarker"/>
          <p:cNvSpPr/>
          <p:nvPr/>
        </p:nvSpPr>
        <p:spPr>
          <a:xfrm>
            <a:off x="365760" y="1118362"/>
            <a:ext cx="147447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5" name="Roboto_8pt_sp1_25__c12.00_t11.16"/>
          <p:cNvSpPr/>
          <p:nvPr/>
        </p:nvSpPr>
        <p:spPr>
          <a:xfrm>
            <a:off x="2358263" y="1005840"/>
            <a:ext cx="147447" cy="1524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u="sng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8pt</a:t>
            </a:r>
            <a:endParaRPr lang="en-US" sz="800" dirty="0"/>
          </a:p>
        </p:txBody>
      </p:sp>
      <p:sp>
        <p:nvSpPr>
          <p:cNvPr id="16" name="Roboto_8pt_sp1_25__c12.00_t11.16__textBoxMarker"/>
          <p:cNvSpPr/>
          <p:nvPr/>
        </p:nvSpPr>
        <p:spPr>
          <a:xfrm>
            <a:off x="2358263" y="1141222"/>
            <a:ext cx="147447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7" name="Roboto_8pt_sp1_5__c14.40_t12.96"/>
          <p:cNvSpPr/>
          <p:nvPr/>
        </p:nvSpPr>
        <p:spPr>
          <a:xfrm>
            <a:off x="4350766" y="1005840"/>
            <a:ext cx="147447" cy="1828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800" u="sng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8pt</a:t>
            </a:r>
            <a:endParaRPr lang="en-US" sz="800" dirty="0"/>
          </a:p>
        </p:txBody>
      </p:sp>
      <p:sp>
        <p:nvSpPr>
          <p:cNvPr id="18" name="Roboto_8pt_sp1_5__c14.40_t12.96__textBoxMarker"/>
          <p:cNvSpPr/>
          <p:nvPr/>
        </p:nvSpPr>
        <p:spPr>
          <a:xfrm>
            <a:off x="4350766" y="1164082"/>
            <a:ext cx="147447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9" name="Roboto_8pt_sp1_75__c16.80_t14.76"/>
          <p:cNvSpPr/>
          <p:nvPr/>
        </p:nvSpPr>
        <p:spPr>
          <a:xfrm>
            <a:off x="6343269" y="1005840"/>
            <a:ext cx="147447" cy="2133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800" u="sng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8pt</a:t>
            </a:r>
            <a:endParaRPr lang="en-US" sz="800" dirty="0"/>
          </a:p>
        </p:txBody>
      </p:sp>
      <p:sp>
        <p:nvSpPr>
          <p:cNvPr id="20" name="Roboto_8pt_sp1_75__c16.80_t14.76__textBoxMarker"/>
          <p:cNvSpPr/>
          <p:nvPr/>
        </p:nvSpPr>
        <p:spPr>
          <a:xfrm>
            <a:off x="6343269" y="1186942"/>
            <a:ext cx="147447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21" name="Roboto_8pt_sp2__c19.20_t16.56"/>
          <p:cNvSpPr/>
          <p:nvPr/>
        </p:nvSpPr>
        <p:spPr>
          <a:xfrm>
            <a:off x="8335772" y="1005840"/>
            <a:ext cx="147447" cy="2438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800" u="sng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8pt</a:t>
            </a:r>
            <a:endParaRPr lang="en-US" sz="800" dirty="0"/>
          </a:p>
        </p:txBody>
      </p:sp>
      <p:sp>
        <p:nvSpPr>
          <p:cNvPr id="22" name="Roboto_8pt_sp2__c19.20_t16.56__textBoxMarker"/>
          <p:cNvSpPr/>
          <p:nvPr/>
        </p:nvSpPr>
        <p:spPr>
          <a:xfrm>
            <a:off x="8335772" y="1209802"/>
            <a:ext cx="147447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23" name="Roboto_10pt_sp1__c12.00_t11.70"/>
          <p:cNvSpPr/>
          <p:nvPr/>
        </p:nvSpPr>
        <p:spPr>
          <a:xfrm>
            <a:off x="365760" y="1351280"/>
            <a:ext cx="255651" cy="1524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u="sng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10pt</a:t>
            </a:r>
            <a:endParaRPr lang="en-US" sz="1000" dirty="0"/>
          </a:p>
        </p:txBody>
      </p:sp>
      <p:sp>
        <p:nvSpPr>
          <p:cNvPr id="24" name="Roboto_10pt_sp1__c12.00_t11.70__textBoxMarker"/>
          <p:cNvSpPr/>
          <p:nvPr/>
        </p:nvSpPr>
        <p:spPr>
          <a:xfrm>
            <a:off x="365760" y="1493520"/>
            <a:ext cx="255651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25" name="Roboto_10pt_sp1_25__c15.00_t13.95"/>
          <p:cNvSpPr/>
          <p:nvPr/>
        </p:nvSpPr>
        <p:spPr>
          <a:xfrm>
            <a:off x="2358263" y="1351280"/>
            <a:ext cx="255651" cy="1905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u="sng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10pt</a:t>
            </a:r>
            <a:endParaRPr lang="en-US" sz="1000" dirty="0"/>
          </a:p>
        </p:txBody>
      </p:sp>
      <p:sp>
        <p:nvSpPr>
          <p:cNvPr id="26" name="Roboto_10pt_sp1_25__c15.00_t13.95__textBoxMarker"/>
          <p:cNvSpPr/>
          <p:nvPr/>
        </p:nvSpPr>
        <p:spPr>
          <a:xfrm>
            <a:off x="2358263" y="1522095"/>
            <a:ext cx="255651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27" name="Roboto_10pt_sp1_5__c18.00_t16.20"/>
          <p:cNvSpPr/>
          <p:nvPr/>
        </p:nvSpPr>
        <p:spPr>
          <a:xfrm>
            <a:off x="4350766" y="1351280"/>
            <a:ext cx="255651" cy="2286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u="sng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10pt</a:t>
            </a:r>
            <a:endParaRPr lang="en-US" sz="1000" dirty="0"/>
          </a:p>
        </p:txBody>
      </p:sp>
      <p:sp>
        <p:nvSpPr>
          <p:cNvPr id="28" name="Roboto_10pt_sp1_5__c18.00_t16.20__textBoxMarker"/>
          <p:cNvSpPr/>
          <p:nvPr/>
        </p:nvSpPr>
        <p:spPr>
          <a:xfrm>
            <a:off x="4350766" y="1550670"/>
            <a:ext cx="255651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29" name="Roboto_10pt_sp1_75__c21.00_t18.45"/>
          <p:cNvSpPr/>
          <p:nvPr/>
        </p:nvSpPr>
        <p:spPr>
          <a:xfrm>
            <a:off x="6343269" y="1351280"/>
            <a:ext cx="255651" cy="2667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1000" u="sng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10pt</a:t>
            </a:r>
            <a:endParaRPr lang="en-US" sz="1000" dirty="0"/>
          </a:p>
        </p:txBody>
      </p:sp>
      <p:sp>
        <p:nvSpPr>
          <p:cNvPr id="30" name="Roboto_10pt_sp1_75__c21.00_t18.45__textBoxMarker"/>
          <p:cNvSpPr/>
          <p:nvPr/>
        </p:nvSpPr>
        <p:spPr>
          <a:xfrm>
            <a:off x="6343269" y="1579245"/>
            <a:ext cx="255651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31" name="Roboto_10pt_sp2__c24.00_t20.70"/>
          <p:cNvSpPr/>
          <p:nvPr/>
        </p:nvSpPr>
        <p:spPr>
          <a:xfrm>
            <a:off x="8335772" y="1351280"/>
            <a:ext cx="255651" cy="3048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1000" u="sng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10pt</a:t>
            </a:r>
            <a:endParaRPr lang="en-US" sz="1000" dirty="0"/>
          </a:p>
        </p:txBody>
      </p:sp>
      <p:sp>
        <p:nvSpPr>
          <p:cNvPr id="32" name="Roboto_10pt_sp2__c24.00_t20.70__textBoxMarker"/>
          <p:cNvSpPr/>
          <p:nvPr/>
        </p:nvSpPr>
        <p:spPr>
          <a:xfrm>
            <a:off x="8335772" y="1607820"/>
            <a:ext cx="255651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33" name="Roboto_12pt_sp1__c14.40_t14.03"/>
          <p:cNvSpPr/>
          <p:nvPr/>
        </p:nvSpPr>
        <p:spPr>
          <a:xfrm>
            <a:off x="365760" y="1757680"/>
            <a:ext cx="306705" cy="1828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u="sng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12pt</a:t>
            </a:r>
            <a:endParaRPr lang="en-US" sz="1200" dirty="0"/>
          </a:p>
        </p:txBody>
      </p:sp>
      <p:sp>
        <p:nvSpPr>
          <p:cNvPr id="34" name="Roboto_12pt_sp1__c14.40_t14.03__textBoxMarker"/>
          <p:cNvSpPr/>
          <p:nvPr/>
        </p:nvSpPr>
        <p:spPr>
          <a:xfrm>
            <a:off x="365760" y="1929511"/>
            <a:ext cx="306705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35" name="Roboto_12pt_sp1_25__c18.00_t16.73"/>
          <p:cNvSpPr/>
          <p:nvPr/>
        </p:nvSpPr>
        <p:spPr>
          <a:xfrm>
            <a:off x="2358263" y="1757680"/>
            <a:ext cx="306705" cy="2286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u="sng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12pt</a:t>
            </a:r>
            <a:endParaRPr lang="en-US" sz="1200" dirty="0"/>
          </a:p>
        </p:txBody>
      </p:sp>
      <p:sp>
        <p:nvSpPr>
          <p:cNvPr id="36" name="Roboto_12pt_sp1_25__c18.00_t16.73__textBoxMarker"/>
          <p:cNvSpPr/>
          <p:nvPr/>
        </p:nvSpPr>
        <p:spPr>
          <a:xfrm>
            <a:off x="2358263" y="1963801"/>
            <a:ext cx="306705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37" name="Roboto_12pt_sp1_5__c21.60_t19.43"/>
          <p:cNvSpPr/>
          <p:nvPr/>
        </p:nvSpPr>
        <p:spPr>
          <a:xfrm>
            <a:off x="4350766" y="1757680"/>
            <a:ext cx="306705" cy="2743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u="sng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12pt</a:t>
            </a:r>
            <a:endParaRPr lang="en-US" sz="1200" dirty="0"/>
          </a:p>
        </p:txBody>
      </p:sp>
      <p:sp>
        <p:nvSpPr>
          <p:cNvPr id="38" name="Roboto_12pt_sp1_5__c21.60_t19.43__textBoxMarker"/>
          <p:cNvSpPr/>
          <p:nvPr/>
        </p:nvSpPr>
        <p:spPr>
          <a:xfrm>
            <a:off x="4350766" y="1998091"/>
            <a:ext cx="306705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39" name="Roboto_12pt_sp1_75__c25.20_t22.13"/>
          <p:cNvSpPr/>
          <p:nvPr/>
        </p:nvSpPr>
        <p:spPr>
          <a:xfrm>
            <a:off x="6343269" y="1757680"/>
            <a:ext cx="306705" cy="3200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1200" u="sng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12pt</a:t>
            </a:r>
            <a:endParaRPr lang="en-US" sz="1200" dirty="0"/>
          </a:p>
        </p:txBody>
      </p:sp>
      <p:sp>
        <p:nvSpPr>
          <p:cNvPr id="40" name="Roboto_12pt_sp1_75__c25.20_t22.13__textBoxMarker"/>
          <p:cNvSpPr/>
          <p:nvPr/>
        </p:nvSpPr>
        <p:spPr>
          <a:xfrm>
            <a:off x="6343269" y="2032381"/>
            <a:ext cx="306705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41" name="Roboto_12pt_sp2__c28.80_t24.83"/>
          <p:cNvSpPr/>
          <p:nvPr/>
        </p:nvSpPr>
        <p:spPr>
          <a:xfrm>
            <a:off x="8335772" y="1757680"/>
            <a:ext cx="306705" cy="3657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1200" u="sng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12pt</a:t>
            </a:r>
            <a:endParaRPr lang="en-US" sz="1200" dirty="0"/>
          </a:p>
        </p:txBody>
      </p:sp>
      <p:sp>
        <p:nvSpPr>
          <p:cNvPr id="42" name="Roboto_12pt_sp2__c28.80_t24.83__textBoxMarker"/>
          <p:cNvSpPr/>
          <p:nvPr/>
        </p:nvSpPr>
        <p:spPr>
          <a:xfrm>
            <a:off x="8335772" y="2066671"/>
            <a:ext cx="306705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43" name="Roboto_14pt_sp1__c16.80_t16.37"/>
          <p:cNvSpPr/>
          <p:nvPr/>
        </p:nvSpPr>
        <p:spPr>
          <a:xfrm>
            <a:off x="365760" y="2225040"/>
            <a:ext cx="357886" cy="2133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14pt</a:t>
            </a:r>
            <a:endParaRPr lang="en-US" sz="1400" dirty="0"/>
          </a:p>
        </p:txBody>
      </p:sp>
      <p:sp>
        <p:nvSpPr>
          <p:cNvPr id="44" name="Roboto_14pt_sp1__c16.80_t16.37__textBoxMarker"/>
          <p:cNvSpPr/>
          <p:nvPr/>
        </p:nvSpPr>
        <p:spPr>
          <a:xfrm>
            <a:off x="365760" y="2426589"/>
            <a:ext cx="357886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45" name="Roboto_14pt_sp1_25__c21.00_t19.52"/>
          <p:cNvSpPr/>
          <p:nvPr/>
        </p:nvSpPr>
        <p:spPr>
          <a:xfrm>
            <a:off x="2358263" y="2225040"/>
            <a:ext cx="357886" cy="2667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14pt</a:t>
            </a:r>
            <a:endParaRPr lang="en-US" sz="1400" dirty="0"/>
          </a:p>
        </p:txBody>
      </p:sp>
      <p:sp>
        <p:nvSpPr>
          <p:cNvPr id="46" name="Roboto_14pt_sp1_25__c21.00_t19.52__textBoxMarker"/>
          <p:cNvSpPr/>
          <p:nvPr/>
        </p:nvSpPr>
        <p:spPr>
          <a:xfrm>
            <a:off x="2358263" y="2466594"/>
            <a:ext cx="357886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47" name="Roboto_14pt_sp1_5__c25.20_t22.67"/>
          <p:cNvSpPr/>
          <p:nvPr/>
        </p:nvSpPr>
        <p:spPr>
          <a:xfrm>
            <a:off x="4350766" y="2225040"/>
            <a:ext cx="357886" cy="3200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14pt</a:t>
            </a:r>
            <a:endParaRPr lang="en-US" sz="1400" dirty="0"/>
          </a:p>
        </p:txBody>
      </p:sp>
      <p:sp>
        <p:nvSpPr>
          <p:cNvPr id="48" name="Roboto_14pt_sp1_5__c25.20_t22.67__textBoxMarker"/>
          <p:cNvSpPr/>
          <p:nvPr/>
        </p:nvSpPr>
        <p:spPr>
          <a:xfrm>
            <a:off x="4350766" y="2506599"/>
            <a:ext cx="357886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49" name="Roboto_14pt_sp1_75__c29.40_t25.82"/>
          <p:cNvSpPr/>
          <p:nvPr/>
        </p:nvSpPr>
        <p:spPr>
          <a:xfrm>
            <a:off x="6343269" y="2225040"/>
            <a:ext cx="357886" cy="3733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14pt</a:t>
            </a:r>
            <a:endParaRPr lang="en-US" sz="1400" dirty="0"/>
          </a:p>
        </p:txBody>
      </p:sp>
      <p:sp>
        <p:nvSpPr>
          <p:cNvPr id="50" name="Roboto_14pt_sp1_75__c29.40_t25.82__textBoxMarker"/>
          <p:cNvSpPr/>
          <p:nvPr/>
        </p:nvSpPr>
        <p:spPr>
          <a:xfrm>
            <a:off x="6343269" y="2546604"/>
            <a:ext cx="357886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51" name="Roboto_14pt_sp2__c33.60_t28.97"/>
          <p:cNvSpPr/>
          <p:nvPr/>
        </p:nvSpPr>
        <p:spPr>
          <a:xfrm>
            <a:off x="8335772" y="2225040"/>
            <a:ext cx="357886" cy="4267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14pt</a:t>
            </a:r>
            <a:endParaRPr lang="en-US" sz="1400" dirty="0"/>
          </a:p>
        </p:txBody>
      </p:sp>
      <p:sp>
        <p:nvSpPr>
          <p:cNvPr id="52" name="Roboto_14pt_sp2__c33.60_t28.97__textBoxMarker"/>
          <p:cNvSpPr/>
          <p:nvPr/>
        </p:nvSpPr>
        <p:spPr>
          <a:xfrm>
            <a:off x="8335772" y="2586609"/>
            <a:ext cx="357886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53" name="Roboto_18pt_sp1__c21.60_t21.05"/>
          <p:cNvSpPr/>
          <p:nvPr/>
        </p:nvSpPr>
        <p:spPr>
          <a:xfrm>
            <a:off x="365760" y="2753360"/>
            <a:ext cx="460121" cy="2743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18pt</a:t>
            </a:r>
            <a:endParaRPr lang="en-US" sz="1800" dirty="0"/>
          </a:p>
        </p:txBody>
      </p:sp>
      <p:sp>
        <p:nvSpPr>
          <p:cNvPr id="54" name="Roboto_18pt_sp1__c21.60_t21.05__textBoxMarker"/>
          <p:cNvSpPr/>
          <p:nvPr/>
        </p:nvSpPr>
        <p:spPr>
          <a:xfrm>
            <a:off x="365760" y="3014345"/>
            <a:ext cx="460121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55" name="Roboto_18pt_sp1_25__c27.00_t25.10"/>
          <p:cNvSpPr/>
          <p:nvPr/>
        </p:nvSpPr>
        <p:spPr>
          <a:xfrm>
            <a:off x="2358263" y="2753360"/>
            <a:ext cx="460121" cy="3429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18pt</a:t>
            </a:r>
            <a:endParaRPr lang="en-US" sz="1800" dirty="0"/>
          </a:p>
        </p:txBody>
      </p:sp>
      <p:sp>
        <p:nvSpPr>
          <p:cNvPr id="56" name="Roboto_18pt_sp1_25__c27.00_t25.10__textBoxMarker"/>
          <p:cNvSpPr/>
          <p:nvPr/>
        </p:nvSpPr>
        <p:spPr>
          <a:xfrm>
            <a:off x="2358263" y="3065780"/>
            <a:ext cx="460121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57" name="Roboto_18pt_sp1_5__c32.40_t29.15"/>
          <p:cNvSpPr/>
          <p:nvPr/>
        </p:nvSpPr>
        <p:spPr>
          <a:xfrm>
            <a:off x="4350766" y="2753360"/>
            <a:ext cx="460121" cy="4114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18pt</a:t>
            </a:r>
            <a:endParaRPr lang="en-US" sz="1800" dirty="0"/>
          </a:p>
        </p:txBody>
      </p:sp>
      <p:sp>
        <p:nvSpPr>
          <p:cNvPr id="58" name="Roboto_18pt_sp1_5__c32.40_t29.15__textBoxMarker"/>
          <p:cNvSpPr/>
          <p:nvPr/>
        </p:nvSpPr>
        <p:spPr>
          <a:xfrm>
            <a:off x="4350766" y="3117215"/>
            <a:ext cx="460121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59" name="Roboto_18pt_sp1_75__c37.80_t33.20"/>
          <p:cNvSpPr/>
          <p:nvPr/>
        </p:nvSpPr>
        <p:spPr>
          <a:xfrm>
            <a:off x="6343269" y="2753360"/>
            <a:ext cx="460121" cy="4800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18pt</a:t>
            </a:r>
            <a:endParaRPr lang="en-US" sz="1800" dirty="0"/>
          </a:p>
        </p:txBody>
      </p:sp>
      <p:sp>
        <p:nvSpPr>
          <p:cNvPr id="60" name="Roboto_18pt_sp1_75__c37.80_t33.20__textBoxMarker"/>
          <p:cNvSpPr/>
          <p:nvPr/>
        </p:nvSpPr>
        <p:spPr>
          <a:xfrm>
            <a:off x="6343269" y="3168650"/>
            <a:ext cx="460121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61" name="Roboto_18pt_sp2__c43.20_t37.25"/>
          <p:cNvSpPr/>
          <p:nvPr/>
        </p:nvSpPr>
        <p:spPr>
          <a:xfrm>
            <a:off x="8335772" y="2753360"/>
            <a:ext cx="460121" cy="5486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18pt</a:t>
            </a:r>
            <a:endParaRPr lang="en-US" sz="1800" dirty="0"/>
          </a:p>
        </p:txBody>
      </p:sp>
      <p:sp>
        <p:nvSpPr>
          <p:cNvPr id="62" name="Roboto_18pt_sp2__c43.20_t37.25__textBoxMarker"/>
          <p:cNvSpPr/>
          <p:nvPr/>
        </p:nvSpPr>
        <p:spPr>
          <a:xfrm>
            <a:off x="8335772" y="3220085"/>
            <a:ext cx="460121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63" name="Roboto_24pt_sp1__c28.80_t28.07"/>
          <p:cNvSpPr/>
          <p:nvPr/>
        </p:nvSpPr>
        <p:spPr>
          <a:xfrm>
            <a:off x="365760" y="3403600"/>
            <a:ext cx="613410" cy="3657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u="sng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24pt</a:t>
            </a:r>
            <a:endParaRPr lang="en-US" sz="2400" dirty="0"/>
          </a:p>
        </p:txBody>
      </p:sp>
      <p:sp>
        <p:nvSpPr>
          <p:cNvPr id="64" name="Roboto_24pt_sp1__c28.80_t28.07__textBoxMarker"/>
          <p:cNvSpPr/>
          <p:nvPr/>
        </p:nvSpPr>
        <p:spPr>
          <a:xfrm>
            <a:off x="365760" y="3753739"/>
            <a:ext cx="61341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65" name="Roboto_24pt_sp1_25__c36.00_t33.47"/>
          <p:cNvSpPr/>
          <p:nvPr/>
        </p:nvSpPr>
        <p:spPr>
          <a:xfrm>
            <a:off x="2358263" y="3403600"/>
            <a:ext cx="613410" cy="4572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u="sng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24pt</a:t>
            </a:r>
            <a:endParaRPr lang="en-US" sz="2400" dirty="0"/>
          </a:p>
        </p:txBody>
      </p:sp>
      <p:sp>
        <p:nvSpPr>
          <p:cNvPr id="66" name="Roboto_24pt_sp1_25__c36.00_t33.47__textBoxMarker"/>
          <p:cNvSpPr/>
          <p:nvPr/>
        </p:nvSpPr>
        <p:spPr>
          <a:xfrm>
            <a:off x="2358263" y="3822319"/>
            <a:ext cx="61341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67" name="Roboto_24pt_sp1_5__c43.20_t38.87"/>
          <p:cNvSpPr/>
          <p:nvPr/>
        </p:nvSpPr>
        <p:spPr>
          <a:xfrm>
            <a:off x="4350766" y="3403600"/>
            <a:ext cx="613410" cy="5486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400" u="sng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24pt</a:t>
            </a:r>
            <a:endParaRPr lang="en-US" sz="2400" dirty="0"/>
          </a:p>
        </p:txBody>
      </p:sp>
      <p:sp>
        <p:nvSpPr>
          <p:cNvPr id="68" name="Roboto_24pt_sp1_5__c43.20_t38.87__textBoxMarker"/>
          <p:cNvSpPr/>
          <p:nvPr/>
        </p:nvSpPr>
        <p:spPr>
          <a:xfrm>
            <a:off x="4350766" y="3890899"/>
            <a:ext cx="61341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69" name="Roboto_24pt_sp1_75__c50.40_t44.27"/>
          <p:cNvSpPr/>
          <p:nvPr/>
        </p:nvSpPr>
        <p:spPr>
          <a:xfrm>
            <a:off x="6343269" y="3403600"/>
            <a:ext cx="613410" cy="6400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2400" u="sng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24pt</a:t>
            </a:r>
            <a:endParaRPr lang="en-US" sz="2400" dirty="0"/>
          </a:p>
        </p:txBody>
      </p:sp>
      <p:sp>
        <p:nvSpPr>
          <p:cNvPr id="70" name="Roboto_24pt_sp1_75__c50.40_t44.27__textBoxMarker"/>
          <p:cNvSpPr/>
          <p:nvPr/>
        </p:nvSpPr>
        <p:spPr>
          <a:xfrm>
            <a:off x="6343269" y="3959479"/>
            <a:ext cx="61341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71" name="Roboto_24pt_sp2__c57.60_t49.67"/>
          <p:cNvSpPr/>
          <p:nvPr/>
        </p:nvSpPr>
        <p:spPr>
          <a:xfrm>
            <a:off x="8335772" y="3403600"/>
            <a:ext cx="613410" cy="7315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2400" u="sng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24pt</a:t>
            </a:r>
            <a:endParaRPr lang="en-US" sz="2400" dirty="0"/>
          </a:p>
        </p:txBody>
      </p:sp>
      <p:sp>
        <p:nvSpPr>
          <p:cNvPr id="72" name="Roboto_24pt_sp2__c57.60_t49.67__textBoxMarker"/>
          <p:cNvSpPr/>
          <p:nvPr/>
        </p:nvSpPr>
        <p:spPr>
          <a:xfrm>
            <a:off x="8335772" y="4028059"/>
            <a:ext cx="61341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73" name="Roboto_32pt_sp1__c38.40_t37.42"/>
          <p:cNvSpPr/>
          <p:nvPr/>
        </p:nvSpPr>
        <p:spPr>
          <a:xfrm>
            <a:off x="365760" y="4236720"/>
            <a:ext cx="818007" cy="4876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200" u="sng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32pt</a:t>
            </a:r>
            <a:endParaRPr lang="en-US" sz="3200" dirty="0"/>
          </a:p>
        </p:txBody>
      </p:sp>
      <p:sp>
        <p:nvSpPr>
          <p:cNvPr id="74" name="Roboto_32pt_sp1__c38.40_t37.42__textBoxMarker"/>
          <p:cNvSpPr/>
          <p:nvPr/>
        </p:nvSpPr>
        <p:spPr>
          <a:xfrm>
            <a:off x="365760" y="4705604"/>
            <a:ext cx="818007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75" name="Roboto_32pt_sp1_25__c48.00_t44.62"/>
          <p:cNvSpPr/>
          <p:nvPr/>
        </p:nvSpPr>
        <p:spPr>
          <a:xfrm>
            <a:off x="2358263" y="4236720"/>
            <a:ext cx="818007" cy="6096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3200" u="sng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32pt</a:t>
            </a:r>
            <a:endParaRPr lang="en-US" sz="3200" dirty="0"/>
          </a:p>
        </p:txBody>
      </p:sp>
      <p:sp>
        <p:nvSpPr>
          <p:cNvPr id="76" name="Roboto_32pt_sp1_25__c48.00_t44.62__textBoxMarker"/>
          <p:cNvSpPr/>
          <p:nvPr/>
        </p:nvSpPr>
        <p:spPr>
          <a:xfrm>
            <a:off x="2358263" y="4797044"/>
            <a:ext cx="818007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77" name="Roboto_32pt_sp1_5__c57.60_t51.82"/>
          <p:cNvSpPr/>
          <p:nvPr/>
        </p:nvSpPr>
        <p:spPr>
          <a:xfrm>
            <a:off x="4350766" y="4236720"/>
            <a:ext cx="818007" cy="7315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3200" u="sng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32pt</a:t>
            </a:r>
            <a:endParaRPr lang="en-US" sz="3200" dirty="0"/>
          </a:p>
        </p:txBody>
      </p:sp>
      <p:sp>
        <p:nvSpPr>
          <p:cNvPr id="78" name="Roboto_32pt_sp1_5__c57.60_t51.82__textBoxMarker"/>
          <p:cNvSpPr/>
          <p:nvPr/>
        </p:nvSpPr>
        <p:spPr>
          <a:xfrm>
            <a:off x="4350766" y="4888484"/>
            <a:ext cx="818007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79" name="Roboto_32pt_sp1_75__c67.20_t59.02"/>
          <p:cNvSpPr/>
          <p:nvPr/>
        </p:nvSpPr>
        <p:spPr>
          <a:xfrm>
            <a:off x="6343269" y="4236720"/>
            <a:ext cx="818007" cy="8534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3200" u="sng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32pt</a:t>
            </a:r>
            <a:endParaRPr lang="en-US" sz="3200" dirty="0"/>
          </a:p>
        </p:txBody>
      </p:sp>
      <p:sp>
        <p:nvSpPr>
          <p:cNvPr id="80" name="Roboto_32pt_sp1_75__c67.20_t59.02__textBoxMarker"/>
          <p:cNvSpPr/>
          <p:nvPr/>
        </p:nvSpPr>
        <p:spPr>
          <a:xfrm>
            <a:off x="6343269" y="4979924"/>
            <a:ext cx="818007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81" name="Roboto_32pt_sp2__c76.80_t66.22"/>
          <p:cNvSpPr/>
          <p:nvPr/>
        </p:nvSpPr>
        <p:spPr>
          <a:xfrm>
            <a:off x="8335772" y="4236720"/>
            <a:ext cx="818007" cy="9753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3200" u="sng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32pt</a:t>
            </a:r>
            <a:endParaRPr lang="en-US" sz="3200" dirty="0"/>
          </a:p>
        </p:txBody>
      </p:sp>
      <p:sp>
        <p:nvSpPr>
          <p:cNvPr id="82" name="Roboto_32pt_sp2__c76.80_t66.22__textBoxMarker"/>
          <p:cNvSpPr/>
          <p:nvPr/>
        </p:nvSpPr>
        <p:spPr>
          <a:xfrm>
            <a:off x="8335772" y="5071364"/>
            <a:ext cx="818007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83" name="Roboto_40pt_sp1__c48.00_t46.78"/>
          <p:cNvSpPr/>
          <p:nvPr/>
        </p:nvSpPr>
        <p:spPr>
          <a:xfrm>
            <a:off x="365760" y="5313680"/>
            <a:ext cx="1022477" cy="6096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u="sng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40pt</a:t>
            </a:r>
            <a:endParaRPr lang="en-US" sz="4000" dirty="0"/>
          </a:p>
        </p:txBody>
      </p:sp>
      <p:sp>
        <p:nvSpPr>
          <p:cNvPr id="84" name="Roboto_40pt_sp1__c48.00_t46.78__textBoxMarker"/>
          <p:cNvSpPr/>
          <p:nvPr/>
        </p:nvSpPr>
        <p:spPr>
          <a:xfrm>
            <a:off x="365760" y="5901436"/>
            <a:ext cx="1022477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85" name="Roboto_40pt_sp1_25__c60.00_t55.78"/>
          <p:cNvSpPr/>
          <p:nvPr/>
        </p:nvSpPr>
        <p:spPr>
          <a:xfrm>
            <a:off x="2358263" y="5313680"/>
            <a:ext cx="1022477" cy="7620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4000" u="sng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40pt</a:t>
            </a:r>
            <a:endParaRPr lang="en-US" sz="4000" dirty="0"/>
          </a:p>
        </p:txBody>
      </p:sp>
      <p:sp>
        <p:nvSpPr>
          <p:cNvPr id="86" name="Roboto_40pt_sp1_25__c60.00_t55.78__textBoxMarker"/>
          <p:cNvSpPr/>
          <p:nvPr/>
        </p:nvSpPr>
        <p:spPr>
          <a:xfrm>
            <a:off x="2358263" y="6015736"/>
            <a:ext cx="1022477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87" name="Roboto_40pt_sp1_5__c72.00_t64.78"/>
          <p:cNvSpPr/>
          <p:nvPr/>
        </p:nvSpPr>
        <p:spPr>
          <a:xfrm>
            <a:off x="4350766" y="5313680"/>
            <a:ext cx="1022477" cy="9144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4000" u="sng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40pt</a:t>
            </a:r>
            <a:endParaRPr lang="en-US" sz="4000" dirty="0"/>
          </a:p>
        </p:txBody>
      </p:sp>
      <p:sp>
        <p:nvSpPr>
          <p:cNvPr id="88" name="Roboto_40pt_sp1_5__c72.00_t64.78__textBoxMarker"/>
          <p:cNvSpPr/>
          <p:nvPr/>
        </p:nvSpPr>
        <p:spPr>
          <a:xfrm>
            <a:off x="4350766" y="6130036"/>
            <a:ext cx="1022477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89" name="Roboto_40pt_sp1_75__c84.00_t73.78"/>
          <p:cNvSpPr/>
          <p:nvPr/>
        </p:nvSpPr>
        <p:spPr>
          <a:xfrm>
            <a:off x="6343269" y="5313680"/>
            <a:ext cx="1022477" cy="10668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4000" u="sng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40pt</a:t>
            </a:r>
            <a:endParaRPr lang="en-US" sz="4000" dirty="0"/>
          </a:p>
        </p:txBody>
      </p:sp>
      <p:sp>
        <p:nvSpPr>
          <p:cNvPr id="90" name="Roboto_40pt_sp1_75__c84.00_t73.78__textBoxMarker"/>
          <p:cNvSpPr/>
          <p:nvPr/>
        </p:nvSpPr>
        <p:spPr>
          <a:xfrm>
            <a:off x="6343269" y="6244336"/>
            <a:ext cx="1022477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91" name="Roboto_40pt_sp2__c96.00_t82.78"/>
          <p:cNvSpPr/>
          <p:nvPr/>
        </p:nvSpPr>
        <p:spPr>
          <a:xfrm>
            <a:off x="8335772" y="5313680"/>
            <a:ext cx="1022477" cy="12192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4000" u="sng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40pt</a:t>
            </a:r>
            <a:endParaRPr lang="en-US" sz="4000" dirty="0"/>
          </a:p>
        </p:txBody>
      </p:sp>
      <p:sp>
        <p:nvSpPr>
          <p:cNvPr id="92" name="Roboto_40pt_sp2__c96.00_t82.78__textBoxMarker"/>
          <p:cNvSpPr/>
          <p:nvPr/>
        </p:nvSpPr>
        <p:spPr>
          <a:xfrm>
            <a:off x="8335772" y="6358636"/>
            <a:ext cx="1022477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93" name="Roboto_56pt_sp1__c67.20_t65.49"/>
          <p:cNvSpPr/>
          <p:nvPr/>
        </p:nvSpPr>
        <p:spPr>
          <a:xfrm>
            <a:off x="365760" y="6634480"/>
            <a:ext cx="1431417" cy="8534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5600" u="sng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56pt</a:t>
            </a:r>
            <a:endParaRPr lang="en-US" sz="5600" dirty="0"/>
          </a:p>
        </p:txBody>
      </p:sp>
      <p:sp>
        <p:nvSpPr>
          <p:cNvPr id="94" name="Roboto_56pt_sp1__c67.20_t65.49__textBoxMarker"/>
          <p:cNvSpPr/>
          <p:nvPr/>
        </p:nvSpPr>
        <p:spPr>
          <a:xfrm>
            <a:off x="365760" y="7459853"/>
            <a:ext cx="1431417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95" name="Roboto_56pt_sp1_25__c84.00_t78.09"/>
          <p:cNvSpPr/>
          <p:nvPr/>
        </p:nvSpPr>
        <p:spPr>
          <a:xfrm>
            <a:off x="2358263" y="6634480"/>
            <a:ext cx="1431417" cy="10668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5600" u="sng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56pt</a:t>
            </a:r>
            <a:endParaRPr lang="en-US" sz="5600" dirty="0"/>
          </a:p>
        </p:txBody>
      </p:sp>
      <p:sp>
        <p:nvSpPr>
          <p:cNvPr id="96" name="Roboto_56pt_sp1_25__c84.00_t78.09__textBoxMarker"/>
          <p:cNvSpPr/>
          <p:nvPr/>
        </p:nvSpPr>
        <p:spPr>
          <a:xfrm>
            <a:off x="2358263" y="7619873"/>
            <a:ext cx="1431417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97" name="Roboto_56pt_sp1_5__c100.80_t90.69"/>
          <p:cNvSpPr/>
          <p:nvPr/>
        </p:nvSpPr>
        <p:spPr>
          <a:xfrm>
            <a:off x="4350766" y="6634480"/>
            <a:ext cx="1431417" cy="12801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5600" u="sng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56pt</a:t>
            </a:r>
            <a:endParaRPr lang="en-US" sz="5600" dirty="0"/>
          </a:p>
        </p:txBody>
      </p:sp>
      <p:sp>
        <p:nvSpPr>
          <p:cNvPr id="98" name="Roboto_56pt_sp1_5__c100.80_t90.69__textBoxMarker"/>
          <p:cNvSpPr/>
          <p:nvPr/>
        </p:nvSpPr>
        <p:spPr>
          <a:xfrm>
            <a:off x="4350766" y="7779893"/>
            <a:ext cx="1431417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99" name="Roboto_56pt_sp1_75__c117.60_t103.29"/>
          <p:cNvSpPr/>
          <p:nvPr/>
        </p:nvSpPr>
        <p:spPr>
          <a:xfrm>
            <a:off x="6343269" y="6634480"/>
            <a:ext cx="1431417" cy="14935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5600" u="sng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56pt</a:t>
            </a:r>
            <a:endParaRPr lang="en-US" sz="5600" dirty="0"/>
          </a:p>
        </p:txBody>
      </p:sp>
      <p:sp>
        <p:nvSpPr>
          <p:cNvPr id="100" name="Roboto_56pt_sp1_75__c117.60_t103.29__textBoxMarker"/>
          <p:cNvSpPr/>
          <p:nvPr/>
        </p:nvSpPr>
        <p:spPr>
          <a:xfrm>
            <a:off x="6343269" y="7939913"/>
            <a:ext cx="1431417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01" name="Roboto_56pt_sp2__c134.40_t115.89"/>
          <p:cNvSpPr/>
          <p:nvPr/>
        </p:nvSpPr>
        <p:spPr>
          <a:xfrm>
            <a:off x="8335772" y="6634480"/>
            <a:ext cx="1431417" cy="17068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5600" u="sng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56pt</a:t>
            </a:r>
            <a:endParaRPr lang="en-US" sz="5600" dirty="0"/>
          </a:p>
        </p:txBody>
      </p:sp>
      <p:sp>
        <p:nvSpPr>
          <p:cNvPr id="102" name="Roboto_56pt_sp2__c134.40_t115.89__textBoxMarker"/>
          <p:cNvSpPr/>
          <p:nvPr/>
        </p:nvSpPr>
        <p:spPr>
          <a:xfrm>
            <a:off x="8335772" y="8099933"/>
            <a:ext cx="1431417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03" name="Roboto_70pt_sp1__c84.00_t81.87"/>
          <p:cNvSpPr/>
          <p:nvPr/>
        </p:nvSpPr>
        <p:spPr>
          <a:xfrm>
            <a:off x="365760" y="8442960"/>
            <a:ext cx="1789303" cy="10668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000" u="sng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70pt</a:t>
            </a:r>
            <a:endParaRPr lang="en-US" sz="7000" dirty="0"/>
          </a:p>
        </p:txBody>
      </p:sp>
      <p:sp>
        <p:nvSpPr>
          <p:cNvPr id="104" name="Roboto_70pt_sp1__c84.00_t81.87__textBoxMarker"/>
          <p:cNvSpPr/>
          <p:nvPr/>
        </p:nvSpPr>
        <p:spPr>
          <a:xfrm>
            <a:off x="365760" y="9476359"/>
            <a:ext cx="1789303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05" name="Roboto_70pt_sp1_25__c105.00_t97.62"/>
          <p:cNvSpPr/>
          <p:nvPr/>
        </p:nvSpPr>
        <p:spPr>
          <a:xfrm>
            <a:off x="2358263" y="8442960"/>
            <a:ext cx="1789303" cy="13335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000" u="sng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70pt</a:t>
            </a:r>
            <a:endParaRPr lang="en-US" sz="7000" dirty="0"/>
          </a:p>
        </p:txBody>
      </p:sp>
      <p:sp>
        <p:nvSpPr>
          <p:cNvPr id="106" name="Roboto_70pt_sp1_25__c105.00_t97.62__textBoxMarker"/>
          <p:cNvSpPr/>
          <p:nvPr/>
        </p:nvSpPr>
        <p:spPr>
          <a:xfrm>
            <a:off x="2358263" y="9676384"/>
            <a:ext cx="1789303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07" name="Roboto_70pt_sp1_5__c126.00_t113.37"/>
          <p:cNvSpPr/>
          <p:nvPr/>
        </p:nvSpPr>
        <p:spPr>
          <a:xfrm>
            <a:off x="4350766" y="8442960"/>
            <a:ext cx="1789303" cy="16002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7000" u="sng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70pt</a:t>
            </a:r>
            <a:endParaRPr lang="en-US" sz="7000" dirty="0"/>
          </a:p>
        </p:txBody>
      </p:sp>
      <p:sp>
        <p:nvSpPr>
          <p:cNvPr id="108" name="Roboto_70pt_sp1_5__c126.00_t113.37__textBoxMarker"/>
          <p:cNvSpPr/>
          <p:nvPr/>
        </p:nvSpPr>
        <p:spPr>
          <a:xfrm>
            <a:off x="4350766" y="9876409"/>
            <a:ext cx="1789303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09" name="Roboto_70pt_sp1_75__c147.00_t129.12"/>
          <p:cNvSpPr/>
          <p:nvPr/>
        </p:nvSpPr>
        <p:spPr>
          <a:xfrm>
            <a:off x="6343269" y="8442960"/>
            <a:ext cx="1789303" cy="18669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7000" u="sng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70pt</a:t>
            </a:r>
            <a:endParaRPr lang="en-US" sz="7000" dirty="0"/>
          </a:p>
        </p:txBody>
      </p:sp>
      <p:sp>
        <p:nvSpPr>
          <p:cNvPr id="110" name="Roboto_70pt_sp1_75__c147.00_t129.12__textBoxMarker"/>
          <p:cNvSpPr/>
          <p:nvPr/>
        </p:nvSpPr>
        <p:spPr>
          <a:xfrm>
            <a:off x="6343269" y="10076434"/>
            <a:ext cx="1789303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11" name="Roboto_70pt_sp2__c168.00_t144.87"/>
          <p:cNvSpPr/>
          <p:nvPr/>
        </p:nvSpPr>
        <p:spPr>
          <a:xfrm>
            <a:off x="8335772" y="8442960"/>
            <a:ext cx="1789303" cy="21336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7000" u="sng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70pt</a:t>
            </a:r>
            <a:endParaRPr lang="en-US" sz="7000" dirty="0"/>
          </a:p>
        </p:txBody>
      </p:sp>
      <p:sp>
        <p:nvSpPr>
          <p:cNvPr id="112" name="Roboto_70pt_sp2__c168.00_t144.87__textBoxMarker"/>
          <p:cNvSpPr/>
          <p:nvPr/>
        </p:nvSpPr>
        <p:spPr>
          <a:xfrm>
            <a:off x="8335772" y="10276459"/>
            <a:ext cx="1789303" cy="12700"/>
          </a:xfrm>
          <a:prstGeom prst="rect">
            <a:avLst/>
          </a:prstGeom>
          <a:solidFill>
            <a:srgbClr val="0000F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76200"/>
            <a:ext cx="548640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Arial</a:t>
            </a:r>
            <a:endParaRPr lang="en-US" sz="1400" dirty="0"/>
          </a:p>
        </p:txBody>
      </p:sp>
      <p:sp>
        <p:nvSpPr>
          <p:cNvPr id="3" name="Arial_6pt_sp1__c7.20_t6.96"/>
          <p:cNvSpPr/>
          <p:nvPr/>
        </p:nvSpPr>
        <p:spPr>
          <a:xfrm>
            <a:off x="365760" y="721360"/>
            <a:ext cx="105918" cy="914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6pt</a:t>
            </a:r>
            <a:endParaRPr lang="en-US" sz="600" dirty="0"/>
          </a:p>
        </p:txBody>
      </p:sp>
      <p:sp>
        <p:nvSpPr>
          <p:cNvPr id="4" name="Arial_6pt_sp1__c7.20_t6.96__textBoxMarker"/>
          <p:cNvSpPr/>
          <p:nvPr/>
        </p:nvSpPr>
        <p:spPr>
          <a:xfrm>
            <a:off x="365760" y="803402"/>
            <a:ext cx="105918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5" name="Arial_6pt_sp1_25__c9.00_t8.12"/>
          <p:cNvSpPr/>
          <p:nvPr/>
        </p:nvSpPr>
        <p:spPr>
          <a:xfrm>
            <a:off x="2299208" y="721360"/>
            <a:ext cx="105918" cy="1143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6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6pt</a:t>
            </a:r>
            <a:endParaRPr lang="en-US" sz="600" dirty="0"/>
          </a:p>
        </p:txBody>
      </p:sp>
      <p:sp>
        <p:nvSpPr>
          <p:cNvPr id="6" name="Arial_6pt_sp1_25__c9.00_t8.12__textBoxMarker"/>
          <p:cNvSpPr/>
          <p:nvPr/>
        </p:nvSpPr>
        <p:spPr>
          <a:xfrm>
            <a:off x="2299208" y="818134"/>
            <a:ext cx="105918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7" name="Arial_6pt_sp1_5__c10.80_t9.47"/>
          <p:cNvSpPr/>
          <p:nvPr/>
        </p:nvSpPr>
        <p:spPr>
          <a:xfrm>
            <a:off x="4232656" y="721360"/>
            <a:ext cx="105918" cy="1371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6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6pt</a:t>
            </a:r>
            <a:endParaRPr lang="en-US" sz="600" dirty="0"/>
          </a:p>
        </p:txBody>
      </p:sp>
      <p:sp>
        <p:nvSpPr>
          <p:cNvPr id="8" name="Arial_6pt_sp1_5__c10.80_t9.47__textBoxMarker"/>
          <p:cNvSpPr/>
          <p:nvPr/>
        </p:nvSpPr>
        <p:spPr>
          <a:xfrm>
            <a:off x="4232656" y="835279"/>
            <a:ext cx="105918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9" name="Arial_6pt_sp1_75__c12.60_t10.82"/>
          <p:cNvSpPr/>
          <p:nvPr/>
        </p:nvSpPr>
        <p:spPr>
          <a:xfrm>
            <a:off x="6166104" y="721360"/>
            <a:ext cx="105918" cy="1600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6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6pt</a:t>
            </a:r>
            <a:endParaRPr lang="en-US" sz="600" dirty="0"/>
          </a:p>
        </p:txBody>
      </p:sp>
      <p:sp>
        <p:nvSpPr>
          <p:cNvPr id="10" name="Arial_6pt_sp1_75__c12.60_t10.82__textBoxMarker"/>
          <p:cNvSpPr/>
          <p:nvPr/>
        </p:nvSpPr>
        <p:spPr>
          <a:xfrm>
            <a:off x="6166104" y="852424"/>
            <a:ext cx="105918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1" name="Arial_6pt_sp2__c14.40_t12.17"/>
          <p:cNvSpPr/>
          <p:nvPr/>
        </p:nvSpPr>
        <p:spPr>
          <a:xfrm>
            <a:off x="8099552" y="721360"/>
            <a:ext cx="105918" cy="1828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6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6pt</a:t>
            </a:r>
            <a:endParaRPr lang="en-US" sz="600" dirty="0"/>
          </a:p>
        </p:txBody>
      </p:sp>
      <p:sp>
        <p:nvSpPr>
          <p:cNvPr id="12" name="Arial_6pt_sp2__c14.40_t12.17__textBoxMarker"/>
          <p:cNvSpPr/>
          <p:nvPr/>
        </p:nvSpPr>
        <p:spPr>
          <a:xfrm>
            <a:off x="8099552" y="869569"/>
            <a:ext cx="105918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3" name="Arial_8pt_sp1__c9.60_t9.28"/>
          <p:cNvSpPr/>
          <p:nvPr/>
        </p:nvSpPr>
        <p:spPr>
          <a:xfrm>
            <a:off x="365760" y="1005840"/>
            <a:ext cx="141224" cy="1219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8pt</a:t>
            </a:r>
            <a:endParaRPr lang="en-US" sz="800" dirty="0"/>
          </a:p>
        </p:txBody>
      </p:sp>
      <p:sp>
        <p:nvSpPr>
          <p:cNvPr id="14" name="Arial_8pt_sp1__c9.60_t9.28__textBoxMarker"/>
          <p:cNvSpPr/>
          <p:nvPr/>
        </p:nvSpPr>
        <p:spPr>
          <a:xfrm>
            <a:off x="365760" y="1117346"/>
            <a:ext cx="141224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5" name="Arial_8pt_sp1_25__c12.00_t10.83"/>
          <p:cNvSpPr/>
          <p:nvPr/>
        </p:nvSpPr>
        <p:spPr>
          <a:xfrm>
            <a:off x="2299208" y="1005840"/>
            <a:ext cx="141224" cy="1524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8pt</a:t>
            </a:r>
            <a:endParaRPr lang="en-US" sz="800" dirty="0"/>
          </a:p>
        </p:txBody>
      </p:sp>
      <p:sp>
        <p:nvSpPr>
          <p:cNvPr id="16" name="Arial_8pt_sp1_25__c12.00_t10.83__textBoxMarker"/>
          <p:cNvSpPr/>
          <p:nvPr/>
        </p:nvSpPr>
        <p:spPr>
          <a:xfrm>
            <a:off x="2299208" y="1137031"/>
            <a:ext cx="141224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7" name="Arial_8pt_sp1_5__c14.40_t12.63"/>
          <p:cNvSpPr/>
          <p:nvPr/>
        </p:nvSpPr>
        <p:spPr>
          <a:xfrm>
            <a:off x="4232656" y="1005840"/>
            <a:ext cx="141224" cy="1828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8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8pt</a:t>
            </a:r>
            <a:endParaRPr lang="en-US" sz="800" dirty="0"/>
          </a:p>
        </p:txBody>
      </p:sp>
      <p:sp>
        <p:nvSpPr>
          <p:cNvPr id="18" name="Arial_8pt_sp1_5__c14.40_t12.63__textBoxMarker"/>
          <p:cNvSpPr/>
          <p:nvPr/>
        </p:nvSpPr>
        <p:spPr>
          <a:xfrm>
            <a:off x="4232656" y="1159891"/>
            <a:ext cx="141224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9" name="Arial_8pt_sp1_75__c16.80_t14.43"/>
          <p:cNvSpPr/>
          <p:nvPr/>
        </p:nvSpPr>
        <p:spPr>
          <a:xfrm>
            <a:off x="6166104" y="1005840"/>
            <a:ext cx="141224" cy="2133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8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8pt</a:t>
            </a:r>
            <a:endParaRPr lang="en-US" sz="800" dirty="0"/>
          </a:p>
        </p:txBody>
      </p:sp>
      <p:sp>
        <p:nvSpPr>
          <p:cNvPr id="20" name="Arial_8pt_sp1_75__c16.80_t14.43__textBoxMarker"/>
          <p:cNvSpPr/>
          <p:nvPr/>
        </p:nvSpPr>
        <p:spPr>
          <a:xfrm>
            <a:off x="6166104" y="1182751"/>
            <a:ext cx="141224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21" name="Arial_8pt_sp2__c19.20_t16.23"/>
          <p:cNvSpPr/>
          <p:nvPr/>
        </p:nvSpPr>
        <p:spPr>
          <a:xfrm>
            <a:off x="8099552" y="1005840"/>
            <a:ext cx="141224" cy="2438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8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8pt</a:t>
            </a:r>
            <a:endParaRPr lang="en-US" sz="800" dirty="0"/>
          </a:p>
        </p:txBody>
      </p:sp>
      <p:sp>
        <p:nvSpPr>
          <p:cNvPr id="22" name="Arial_8pt_sp2__c19.20_t16.23__textBoxMarker"/>
          <p:cNvSpPr/>
          <p:nvPr/>
        </p:nvSpPr>
        <p:spPr>
          <a:xfrm>
            <a:off x="8099552" y="1205611"/>
            <a:ext cx="141224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23" name="Arial_10pt_sp1__c12.00_t11.59"/>
          <p:cNvSpPr/>
          <p:nvPr/>
        </p:nvSpPr>
        <p:spPr>
          <a:xfrm>
            <a:off x="365760" y="1351280"/>
            <a:ext cx="247142" cy="1524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</a:t>
            </a:r>
            <a:endParaRPr lang="en-US" sz="1000" dirty="0"/>
          </a:p>
        </p:txBody>
      </p:sp>
      <p:sp>
        <p:nvSpPr>
          <p:cNvPr id="24" name="Arial_10pt_sp1__c12.00_t11.59__textBoxMarker"/>
          <p:cNvSpPr/>
          <p:nvPr/>
        </p:nvSpPr>
        <p:spPr>
          <a:xfrm>
            <a:off x="365760" y="1492123"/>
            <a:ext cx="247142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25" name="Arial_10pt_sp1_25__c15.00_t13.53"/>
          <p:cNvSpPr/>
          <p:nvPr/>
        </p:nvSpPr>
        <p:spPr>
          <a:xfrm>
            <a:off x="2299208" y="1351280"/>
            <a:ext cx="247142" cy="1905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</a:t>
            </a:r>
            <a:endParaRPr lang="en-US" sz="1000" dirty="0"/>
          </a:p>
        </p:txBody>
      </p:sp>
      <p:sp>
        <p:nvSpPr>
          <p:cNvPr id="26" name="Arial_10pt_sp1_25__c15.00_t13.53__textBoxMarker"/>
          <p:cNvSpPr/>
          <p:nvPr/>
        </p:nvSpPr>
        <p:spPr>
          <a:xfrm>
            <a:off x="2299208" y="1516761"/>
            <a:ext cx="247142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27" name="Arial_10pt_sp1_5__c18.00_t15.78"/>
          <p:cNvSpPr/>
          <p:nvPr/>
        </p:nvSpPr>
        <p:spPr>
          <a:xfrm>
            <a:off x="4232656" y="1351280"/>
            <a:ext cx="247142" cy="2286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</a:t>
            </a:r>
            <a:endParaRPr lang="en-US" sz="1000" dirty="0"/>
          </a:p>
        </p:txBody>
      </p:sp>
      <p:sp>
        <p:nvSpPr>
          <p:cNvPr id="28" name="Arial_10pt_sp1_5__c18.00_t15.78__textBoxMarker"/>
          <p:cNvSpPr/>
          <p:nvPr/>
        </p:nvSpPr>
        <p:spPr>
          <a:xfrm>
            <a:off x="4232656" y="1545336"/>
            <a:ext cx="247142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29" name="Arial_10pt_sp1_75__c21.00_t18.03"/>
          <p:cNvSpPr/>
          <p:nvPr/>
        </p:nvSpPr>
        <p:spPr>
          <a:xfrm>
            <a:off x="6166104" y="1351280"/>
            <a:ext cx="247142" cy="2667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10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</a:t>
            </a:r>
            <a:endParaRPr lang="en-US" sz="1000" dirty="0"/>
          </a:p>
        </p:txBody>
      </p:sp>
      <p:sp>
        <p:nvSpPr>
          <p:cNvPr id="30" name="Arial_10pt_sp1_75__c21.00_t18.03__textBoxMarker"/>
          <p:cNvSpPr/>
          <p:nvPr/>
        </p:nvSpPr>
        <p:spPr>
          <a:xfrm>
            <a:off x="6166104" y="1573911"/>
            <a:ext cx="247142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31" name="Arial_10pt_sp2__c24.00_t20.28"/>
          <p:cNvSpPr/>
          <p:nvPr/>
        </p:nvSpPr>
        <p:spPr>
          <a:xfrm>
            <a:off x="8099552" y="1351280"/>
            <a:ext cx="247142" cy="3048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10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</a:t>
            </a:r>
            <a:endParaRPr lang="en-US" sz="1000" dirty="0"/>
          </a:p>
        </p:txBody>
      </p:sp>
      <p:sp>
        <p:nvSpPr>
          <p:cNvPr id="32" name="Arial_10pt_sp2__c24.00_t20.28__textBoxMarker"/>
          <p:cNvSpPr/>
          <p:nvPr/>
        </p:nvSpPr>
        <p:spPr>
          <a:xfrm>
            <a:off x="8099552" y="1602486"/>
            <a:ext cx="247142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33" name="Arial_12pt_sp1__c14.40_t13.91"/>
          <p:cNvSpPr/>
          <p:nvPr/>
        </p:nvSpPr>
        <p:spPr>
          <a:xfrm>
            <a:off x="365760" y="1757680"/>
            <a:ext cx="296672" cy="1828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12pt</a:t>
            </a:r>
            <a:endParaRPr lang="en-US" sz="1200" dirty="0"/>
          </a:p>
        </p:txBody>
      </p:sp>
      <p:sp>
        <p:nvSpPr>
          <p:cNvPr id="34" name="Arial_12pt_sp1__c14.40_t13.91__textBoxMarker"/>
          <p:cNvSpPr/>
          <p:nvPr/>
        </p:nvSpPr>
        <p:spPr>
          <a:xfrm>
            <a:off x="365760" y="1927987"/>
            <a:ext cx="296672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35" name="Arial_12pt_sp1_25__c18.00_t16.24"/>
          <p:cNvSpPr/>
          <p:nvPr/>
        </p:nvSpPr>
        <p:spPr>
          <a:xfrm>
            <a:off x="2299208" y="1757680"/>
            <a:ext cx="296672" cy="2286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12pt</a:t>
            </a:r>
            <a:endParaRPr lang="en-US" sz="1200" dirty="0"/>
          </a:p>
        </p:txBody>
      </p:sp>
      <p:sp>
        <p:nvSpPr>
          <p:cNvPr id="36" name="Arial_12pt_sp1_25__c18.00_t16.24__textBoxMarker"/>
          <p:cNvSpPr/>
          <p:nvPr/>
        </p:nvSpPr>
        <p:spPr>
          <a:xfrm>
            <a:off x="2299208" y="1957578"/>
            <a:ext cx="296672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37" name="Arial_12pt_sp1_5__c21.60_t18.94"/>
          <p:cNvSpPr/>
          <p:nvPr/>
        </p:nvSpPr>
        <p:spPr>
          <a:xfrm>
            <a:off x="4232656" y="1757680"/>
            <a:ext cx="296672" cy="2743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12pt</a:t>
            </a:r>
            <a:endParaRPr lang="en-US" sz="1200" dirty="0"/>
          </a:p>
        </p:txBody>
      </p:sp>
      <p:sp>
        <p:nvSpPr>
          <p:cNvPr id="38" name="Arial_12pt_sp1_5__c21.60_t18.94__textBoxMarker"/>
          <p:cNvSpPr/>
          <p:nvPr/>
        </p:nvSpPr>
        <p:spPr>
          <a:xfrm>
            <a:off x="4232656" y="1991868"/>
            <a:ext cx="296672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39" name="Arial_12pt_sp1_75__c25.20_t21.64"/>
          <p:cNvSpPr/>
          <p:nvPr/>
        </p:nvSpPr>
        <p:spPr>
          <a:xfrm>
            <a:off x="6166104" y="1757680"/>
            <a:ext cx="296672" cy="3200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12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12pt</a:t>
            </a:r>
            <a:endParaRPr lang="en-US" sz="1200" dirty="0"/>
          </a:p>
        </p:txBody>
      </p:sp>
      <p:sp>
        <p:nvSpPr>
          <p:cNvPr id="40" name="Arial_12pt_sp1_75__c25.20_t21.64__textBoxMarker"/>
          <p:cNvSpPr/>
          <p:nvPr/>
        </p:nvSpPr>
        <p:spPr>
          <a:xfrm>
            <a:off x="6166104" y="2026158"/>
            <a:ext cx="296672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41" name="Arial_12pt_sp2__c28.80_t24.34"/>
          <p:cNvSpPr/>
          <p:nvPr/>
        </p:nvSpPr>
        <p:spPr>
          <a:xfrm>
            <a:off x="8099552" y="1757680"/>
            <a:ext cx="296672" cy="3657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12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12pt</a:t>
            </a:r>
            <a:endParaRPr lang="en-US" sz="1200" dirty="0"/>
          </a:p>
        </p:txBody>
      </p:sp>
      <p:sp>
        <p:nvSpPr>
          <p:cNvPr id="42" name="Arial_12pt_sp2__c28.80_t24.34__textBoxMarker"/>
          <p:cNvSpPr/>
          <p:nvPr/>
        </p:nvSpPr>
        <p:spPr>
          <a:xfrm>
            <a:off x="8099552" y="2060448"/>
            <a:ext cx="296672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43" name="Arial_14pt_sp1__c16.80_t16.23"/>
          <p:cNvSpPr/>
          <p:nvPr/>
        </p:nvSpPr>
        <p:spPr>
          <a:xfrm>
            <a:off x="365760" y="2225040"/>
            <a:ext cx="346075" cy="2133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14pt</a:t>
            </a:r>
            <a:endParaRPr lang="en-US" sz="1400" dirty="0"/>
          </a:p>
        </p:txBody>
      </p:sp>
      <p:sp>
        <p:nvSpPr>
          <p:cNvPr id="44" name="Arial_14pt_sp1__c16.80_t16.23__textBoxMarker"/>
          <p:cNvSpPr/>
          <p:nvPr/>
        </p:nvSpPr>
        <p:spPr>
          <a:xfrm>
            <a:off x="365760" y="2424811"/>
            <a:ext cx="346075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45" name="Arial_14pt_sp1_25__c21.00_t18.95"/>
          <p:cNvSpPr/>
          <p:nvPr/>
        </p:nvSpPr>
        <p:spPr>
          <a:xfrm>
            <a:off x="2299208" y="2225040"/>
            <a:ext cx="346075" cy="2667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14pt</a:t>
            </a:r>
            <a:endParaRPr lang="en-US" sz="1400" dirty="0"/>
          </a:p>
        </p:txBody>
      </p:sp>
      <p:sp>
        <p:nvSpPr>
          <p:cNvPr id="46" name="Arial_14pt_sp1_25__c21.00_t18.95__textBoxMarker"/>
          <p:cNvSpPr/>
          <p:nvPr/>
        </p:nvSpPr>
        <p:spPr>
          <a:xfrm>
            <a:off x="2299208" y="2459355"/>
            <a:ext cx="346075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47" name="Arial_14pt_sp1_5__c25.20_t22.10"/>
          <p:cNvSpPr/>
          <p:nvPr/>
        </p:nvSpPr>
        <p:spPr>
          <a:xfrm>
            <a:off x="4232656" y="2225040"/>
            <a:ext cx="346075" cy="3200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14pt</a:t>
            </a:r>
            <a:endParaRPr lang="en-US" sz="1400" dirty="0"/>
          </a:p>
        </p:txBody>
      </p:sp>
      <p:sp>
        <p:nvSpPr>
          <p:cNvPr id="48" name="Arial_14pt_sp1_5__c25.20_t22.10__textBoxMarker"/>
          <p:cNvSpPr/>
          <p:nvPr/>
        </p:nvSpPr>
        <p:spPr>
          <a:xfrm>
            <a:off x="4232656" y="2499360"/>
            <a:ext cx="346075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49" name="Arial_14pt_sp1_75__c29.40_t25.25"/>
          <p:cNvSpPr/>
          <p:nvPr/>
        </p:nvSpPr>
        <p:spPr>
          <a:xfrm>
            <a:off x="6166104" y="2225040"/>
            <a:ext cx="346075" cy="3733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14pt</a:t>
            </a:r>
            <a:endParaRPr lang="en-US" sz="1400" dirty="0"/>
          </a:p>
        </p:txBody>
      </p:sp>
      <p:sp>
        <p:nvSpPr>
          <p:cNvPr id="50" name="Arial_14pt_sp1_75__c29.40_t25.25__textBoxMarker"/>
          <p:cNvSpPr/>
          <p:nvPr/>
        </p:nvSpPr>
        <p:spPr>
          <a:xfrm>
            <a:off x="6166104" y="2539365"/>
            <a:ext cx="346075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51" name="Arial_14pt_sp2__c33.60_t28.40"/>
          <p:cNvSpPr/>
          <p:nvPr/>
        </p:nvSpPr>
        <p:spPr>
          <a:xfrm>
            <a:off x="8099552" y="2225040"/>
            <a:ext cx="346075" cy="4267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14pt</a:t>
            </a:r>
            <a:endParaRPr lang="en-US" sz="1400" dirty="0"/>
          </a:p>
        </p:txBody>
      </p:sp>
      <p:sp>
        <p:nvSpPr>
          <p:cNvPr id="52" name="Arial_14pt_sp2__c33.60_t28.40__textBoxMarker"/>
          <p:cNvSpPr/>
          <p:nvPr/>
        </p:nvSpPr>
        <p:spPr>
          <a:xfrm>
            <a:off x="8099552" y="2579370"/>
            <a:ext cx="346075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53" name="Arial_18pt_sp1__c21.60_t20.87"/>
          <p:cNvSpPr/>
          <p:nvPr/>
        </p:nvSpPr>
        <p:spPr>
          <a:xfrm>
            <a:off x="365760" y="2753360"/>
            <a:ext cx="444881" cy="2743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18pt</a:t>
            </a:r>
            <a:endParaRPr lang="en-US" sz="1800" dirty="0"/>
          </a:p>
        </p:txBody>
      </p:sp>
      <p:sp>
        <p:nvSpPr>
          <p:cNvPr id="54" name="Arial_18pt_sp1__c21.60_t20.87__textBoxMarker"/>
          <p:cNvSpPr/>
          <p:nvPr/>
        </p:nvSpPr>
        <p:spPr>
          <a:xfrm>
            <a:off x="365760" y="3012059"/>
            <a:ext cx="444881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55" name="Arial_18pt_sp1_25__c27.00_t24.36"/>
          <p:cNvSpPr/>
          <p:nvPr/>
        </p:nvSpPr>
        <p:spPr>
          <a:xfrm>
            <a:off x="2299208" y="2753360"/>
            <a:ext cx="444881" cy="3429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18pt</a:t>
            </a:r>
            <a:endParaRPr lang="en-US" sz="1800" dirty="0"/>
          </a:p>
        </p:txBody>
      </p:sp>
      <p:sp>
        <p:nvSpPr>
          <p:cNvPr id="56" name="Arial_18pt_sp1_25__c27.00_t24.36__textBoxMarker"/>
          <p:cNvSpPr/>
          <p:nvPr/>
        </p:nvSpPr>
        <p:spPr>
          <a:xfrm>
            <a:off x="2299208" y="3056382"/>
            <a:ext cx="444881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57" name="Arial_18pt_sp1_5__c32.40_t28.41"/>
          <p:cNvSpPr/>
          <p:nvPr/>
        </p:nvSpPr>
        <p:spPr>
          <a:xfrm>
            <a:off x="4232656" y="2753360"/>
            <a:ext cx="444881" cy="4114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18pt</a:t>
            </a:r>
            <a:endParaRPr lang="en-US" sz="1800" dirty="0"/>
          </a:p>
        </p:txBody>
      </p:sp>
      <p:sp>
        <p:nvSpPr>
          <p:cNvPr id="58" name="Arial_18pt_sp1_5__c32.40_t28.41__textBoxMarker"/>
          <p:cNvSpPr/>
          <p:nvPr/>
        </p:nvSpPr>
        <p:spPr>
          <a:xfrm>
            <a:off x="4232656" y="3107817"/>
            <a:ext cx="444881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59" name="Arial_18pt_sp1_75__c37.80_t32.46"/>
          <p:cNvSpPr/>
          <p:nvPr/>
        </p:nvSpPr>
        <p:spPr>
          <a:xfrm>
            <a:off x="6166104" y="2753360"/>
            <a:ext cx="444881" cy="4800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18pt</a:t>
            </a:r>
            <a:endParaRPr lang="en-US" sz="1800" dirty="0"/>
          </a:p>
        </p:txBody>
      </p:sp>
      <p:sp>
        <p:nvSpPr>
          <p:cNvPr id="60" name="Arial_18pt_sp1_75__c37.80_t32.46__textBoxMarker"/>
          <p:cNvSpPr/>
          <p:nvPr/>
        </p:nvSpPr>
        <p:spPr>
          <a:xfrm>
            <a:off x="6166104" y="3159252"/>
            <a:ext cx="444881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61" name="Arial_18pt_sp2__c43.20_t36.51"/>
          <p:cNvSpPr/>
          <p:nvPr/>
        </p:nvSpPr>
        <p:spPr>
          <a:xfrm>
            <a:off x="8099552" y="2753360"/>
            <a:ext cx="444881" cy="5486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18pt</a:t>
            </a:r>
            <a:endParaRPr lang="en-US" sz="1800" dirty="0"/>
          </a:p>
        </p:txBody>
      </p:sp>
      <p:sp>
        <p:nvSpPr>
          <p:cNvPr id="62" name="Arial_18pt_sp2__c43.20_t36.51__textBoxMarker"/>
          <p:cNvSpPr/>
          <p:nvPr/>
        </p:nvSpPr>
        <p:spPr>
          <a:xfrm>
            <a:off x="8099552" y="3210687"/>
            <a:ext cx="444881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63" name="Arial_24pt_sp1__c28.80_t27.82"/>
          <p:cNvSpPr/>
          <p:nvPr/>
        </p:nvSpPr>
        <p:spPr>
          <a:xfrm>
            <a:off x="365760" y="3403600"/>
            <a:ext cx="593217" cy="3657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24pt</a:t>
            </a:r>
            <a:endParaRPr lang="en-US" sz="2400" dirty="0"/>
          </a:p>
        </p:txBody>
      </p:sp>
      <p:sp>
        <p:nvSpPr>
          <p:cNvPr id="64" name="Arial_24pt_sp1__c28.80_t27.82__textBoxMarker"/>
          <p:cNvSpPr/>
          <p:nvPr/>
        </p:nvSpPr>
        <p:spPr>
          <a:xfrm>
            <a:off x="365760" y="3750564"/>
            <a:ext cx="593217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65" name="Arial_24pt_sp1_25__c36.00_t32.48"/>
          <p:cNvSpPr/>
          <p:nvPr/>
        </p:nvSpPr>
        <p:spPr>
          <a:xfrm>
            <a:off x="2299208" y="3403600"/>
            <a:ext cx="593217" cy="4572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24pt</a:t>
            </a:r>
            <a:endParaRPr lang="en-US" sz="2400" dirty="0"/>
          </a:p>
        </p:txBody>
      </p:sp>
      <p:sp>
        <p:nvSpPr>
          <p:cNvPr id="66" name="Arial_24pt_sp1_25__c36.00_t32.48__textBoxMarker"/>
          <p:cNvSpPr/>
          <p:nvPr/>
        </p:nvSpPr>
        <p:spPr>
          <a:xfrm>
            <a:off x="2299208" y="3809746"/>
            <a:ext cx="593217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67" name="Arial_24pt_sp1_5__c43.20_t37.88"/>
          <p:cNvSpPr/>
          <p:nvPr/>
        </p:nvSpPr>
        <p:spPr>
          <a:xfrm>
            <a:off x="4232656" y="3403600"/>
            <a:ext cx="593217" cy="5486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4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24pt</a:t>
            </a:r>
            <a:endParaRPr lang="en-US" sz="2400" dirty="0"/>
          </a:p>
        </p:txBody>
      </p:sp>
      <p:sp>
        <p:nvSpPr>
          <p:cNvPr id="68" name="Arial_24pt_sp1_5__c43.20_t37.88__textBoxMarker"/>
          <p:cNvSpPr/>
          <p:nvPr/>
        </p:nvSpPr>
        <p:spPr>
          <a:xfrm>
            <a:off x="4232656" y="3878326"/>
            <a:ext cx="593217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69" name="Arial_24pt_sp1_75__c50.40_t43.28"/>
          <p:cNvSpPr/>
          <p:nvPr/>
        </p:nvSpPr>
        <p:spPr>
          <a:xfrm>
            <a:off x="6166104" y="3403600"/>
            <a:ext cx="593217" cy="6400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24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24pt</a:t>
            </a:r>
            <a:endParaRPr lang="en-US" sz="2400" dirty="0"/>
          </a:p>
        </p:txBody>
      </p:sp>
      <p:sp>
        <p:nvSpPr>
          <p:cNvPr id="70" name="Arial_24pt_sp1_75__c50.40_t43.28__textBoxMarker"/>
          <p:cNvSpPr/>
          <p:nvPr/>
        </p:nvSpPr>
        <p:spPr>
          <a:xfrm>
            <a:off x="6166104" y="3946906"/>
            <a:ext cx="593217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71" name="Arial_24pt_sp2__c57.60_t48.68"/>
          <p:cNvSpPr/>
          <p:nvPr/>
        </p:nvSpPr>
        <p:spPr>
          <a:xfrm>
            <a:off x="8099552" y="3403600"/>
            <a:ext cx="593217" cy="7315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24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24pt</a:t>
            </a:r>
            <a:endParaRPr lang="en-US" sz="2400" dirty="0"/>
          </a:p>
        </p:txBody>
      </p:sp>
      <p:sp>
        <p:nvSpPr>
          <p:cNvPr id="72" name="Arial_24pt_sp2__c57.60_t48.68__textBoxMarker"/>
          <p:cNvSpPr/>
          <p:nvPr/>
        </p:nvSpPr>
        <p:spPr>
          <a:xfrm>
            <a:off x="8099552" y="4015486"/>
            <a:ext cx="593217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73" name="Arial_32pt_sp1__c38.40_t37.10"/>
          <p:cNvSpPr/>
          <p:nvPr/>
        </p:nvSpPr>
        <p:spPr>
          <a:xfrm>
            <a:off x="365760" y="4236720"/>
            <a:ext cx="790956" cy="4876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2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32pt</a:t>
            </a:r>
            <a:endParaRPr lang="en-US" sz="3200" dirty="0"/>
          </a:p>
        </p:txBody>
      </p:sp>
      <p:sp>
        <p:nvSpPr>
          <p:cNvPr id="74" name="Arial_32pt_sp1__c38.40_t37.10__textBoxMarker"/>
          <p:cNvSpPr/>
          <p:nvPr/>
        </p:nvSpPr>
        <p:spPr>
          <a:xfrm>
            <a:off x="365760" y="4701540"/>
            <a:ext cx="790956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75" name="Arial_32pt_sp1_25__c48.00_t43.31"/>
          <p:cNvSpPr/>
          <p:nvPr/>
        </p:nvSpPr>
        <p:spPr>
          <a:xfrm>
            <a:off x="2299208" y="4236720"/>
            <a:ext cx="790956" cy="6096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32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32pt</a:t>
            </a:r>
            <a:endParaRPr lang="en-US" sz="3200" dirty="0"/>
          </a:p>
        </p:txBody>
      </p:sp>
      <p:sp>
        <p:nvSpPr>
          <p:cNvPr id="76" name="Arial_32pt_sp1_25__c48.00_t43.31__textBoxMarker"/>
          <p:cNvSpPr/>
          <p:nvPr/>
        </p:nvSpPr>
        <p:spPr>
          <a:xfrm>
            <a:off x="2299208" y="4780407"/>
            <a:ext cx="790956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77" name="Arial_32pt_sp1_5__c57.60_t50.51"/>
          <p:cNvSpPr/>
          <p:nvPr/>
        </p:nvSpPr>
        <p:spPr>
          <a:xfrm>
            <a:off x="4232656" y="4236720"/>
            <a:ext cx="790956" cy="7315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32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32pt</a:t>
            </a:r>
            <a:endParaRPr lang="en-US" sz="3200" dirty="0"/>
          </a:p>
        </p:txBody>
      </p:sp>
      <p:sp>
        <p:nvSpPr>
          <p:cNvPr id="78" name="Arial_32pt_sp1_5__c57.60_t50.51__textBoxMarker"/>
          <p:cNvSpPr/>
          <p:nvPr/>
        </p:nvSpPr>
        <p:spPr>
          <a:xfrm>
            <a:off x="4232656" y="4871847"/>
            <a:ext cx="790956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79" name="Arial_32pt_sp1_75__c67.20_t57.71"/>
          <p:cNvSpPr/>
          <p:nvPr/>
        </p:nvSpPr>
        <p:spPr>
          <a:xfrm>
            <a:off x="6166104" y="4236720"/>
            <a:ext cx="790956" cy="8534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32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32pt</a:t>
            </a:r>
            <a:endParaRPr lang="en-US" sz="3200" dirty="0"/>
          </a:p>
        </p:txBody>
      </p:sp>
      <p:sp>
        <p:nvSpPr>
          <p:cNvPr id="80" name="Arial_32pt_sp1_75__c67.20_t57.71__textBoxMarker"/>
          <p:cNvSpPr/>
          <p:nvPr/>
        </p:nvSpPr>
        <p:spPr>
          <a:xfrm>
            <a:off x="6166104" y="4963287"/>
            <a:ext cx="790956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81" name="Arial_32pt_sp2__c76.80_t64.91"/>
          <p:cNvSpPr/>
          <p:nvPr/>
        </p:nvSpPr>
        <p:spPr>
          <a:xfrm>
            <a:off x="8099552" y="4236720"/>
            <a:ext cx="790956" cy="9753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32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32pt</a:t>
            </a:r>
            <a:endParaRPr lang="en-US" sz="3200" dirty="0"/>
          </a:p>
        </p:txBody>
      </p:sp>
      <p:sp>
        <p:nvSpPr>
          <p:cNvPr id="82" name="Arial_32pt_sp2__c76.80_t64.91__textBoxMarker"/>
          <p:cNvSpPr/>
          <p:nvPr/>
        </p:nvSpPr>
        <p:spPr>
          <a:xfrm>
            <a:off x="8099552" y="5054727"/>
            <a:ext cx="790956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83" name="Arial_40pt_sp1__c48.00_t46.38"/>
          <p:cNvSpPr/>
          <p:nvPr/>
        </p:nvSpPr>
        <p:spPr>
          <a:xfrm>
            <a:off x="365760" y="5313680"/>
            <a:ext cx="988695" cy="6096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40pt</a:t>
            </a:r>
            <a:endParaRPr lang="en-US" sz="4000" dirty="0"/>
          </a:p>
        </p:txBody>
      </p:sp>
      <p:sp>
        <p:nvSpPr>
          <p:cNvPr id="84" name="Arial_40pt_sp1__c48.00_t46.38__textBoxMarker"/>
          <p:cNvSpPr/>
          <p:nvPr/>
        </p:nvSpPr>
        <p:spPr>
          <a:xfrm>
            <a:off x="365760" y="5896356"/>
            <a:ext cx="988695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85" name="Arial_40pt_sp1_25__c60.00_t54.14"/>
          <p:cNvSpPr/>
          <p:nvPr/>
        </p:nvSpPr>
        <p:spPr>
          <a:xfrm>
            <a:off x="2299208" y="5313680"/>
            <a:ext cx="988695" cy="7620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40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40pt</a:t>
            </a:r>
            <a:endParaRPr lang="en-US" sz="4000" dirty="0"/>
          </a:p>
        </p:txBody>
      </p:sp>
      <p:sp>
        <p:nvSpPr>
          <p:cNvPr id="86" name="Arial_40pt_sp1_25__c60.00_t54.14__textBoxMarker"/>
          <p:cNvSpPr/>
          <p:nvPr/>
        </p:nvSpPr>
        <p:spPr>
          <a:xfrm>
            <a:off x="2299208" y="5994908"/>
            <a:ext cx="988695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87" name="Arial_40pt_sp1_5__c72.00_t63.14"/>
          <p:cNvSpPr/>
          <p:nvPr/>
        </p:nvSpPr>
        <p:spPr>
          <a:xfrm>
            <a:off x="4232656" y="5313680"/>
            <a:ext cx="988695" cy="9144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40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40pt</a:t>
            </a:r>
            <a:endParaRPr lang="en-US" sz="4000" dirty="0"/>
          </a:p>
        </p:txBody>
      </p:sp>
      <p:sp>
        <p:nvSpPr>
          <p:cNvPr id="88" name="Arial_40pt_sp1_5__c72.00_t63.14__textBoxMarker"/>
          <p:cNvSpPr/>
          <p:nvPr/>
        </p:nvSpPr>
        <p:spPr>
          <a:xfrm>
            <a:off x="4232656" y="6109208"/>
            <a:ext cx="988695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89" name="Arial_40pt_sp1_75__c84.00_t72.14"/>
          <p:cNvSpPr/>
          <p:nvPr/>
        </p:nvSpPr>
        <p:spPr>
          <a:xfrm>
            <a:off x="6166104" y="5313680"/>
            <a:ext cx="988695" cy="10668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40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40pt</a:t>
            </a:r>
            <a:endParaRPr lang="en-US" sz="4000" dirty="0"/>
          </a:p>
        </p:txBody>
      </p:sp>
      <p:sp>
        <p:nvSpPr>
          <p:cNvPr id="90" name="Arial_40pt_sp1_75__c84.00_t72.14__textBoxMarker"/>
          <p:cNvSpPr/>
          <p:nvPr/>
        </p:nvSpPr>
        <p:spPr>
          <a:xfrm>
            <a:off x="6166104" y="6223508"/>
            <a:ext cx="988695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91" name="Arial_40pt_sp2__c96.00_t81.14"/>
          <p:cNvSpPr/>
          <p:nvPr/>
        </p:nvSpPr>
        <p:spPr>
          <a:xfrm>
            <a:off x="8099552" y="5313680"/>
            <a:ext cx="988695" cy="12192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40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40pt</a:t>
            </a:r>
            <a:endParaRPr lang="en-US" sz="4000" dirty="0"/>
          </a:p>
        </p:txBody>
      </p:sp>
      <p:sp>
        <p:nvSpPr>
          <p:cNvPr id="92" name="Arial_40pt_sp2__c96.00_t81.14__textBoxMarker"/>
          <p:cNvSpPr/>
          <p:nvPr/>
        </p:nvSpPr>
        <p:spPr>
          <a:xfrm>
            <a:off x="8099552" y="6337808"/>
            <a:ext cx="988695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93" name="Arial_56pt_sp1__c67.20_t64.92"/>
          <p:cNvSpPr/>
          <p:nvPr/>
        </p:nvSpPr>
        <p:spPr>
          <a:xfrm>
            <a:off x="365760" y="6634480"/>
            <a:ext cx="1384173" cy="8534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56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56pt</a:t>
            </a:r>
            <a:endParaRPr lang="en-US" sz="5600" dirty="0"/>
          </a:p>
        </p:txBody>
      </p:sp>
      <p:sp>
        <p:nvSpPr>
          <p:cNvPr id="94" name="Arial_56pt_sp1__c67.20_t64.92__textBoxMarker"/>
          <p:cNvSpPr/>
          <p:nvPr/>
        </p:nvSpPr>
        <p:spPr>
          <a:xfrm>
            <a:off x="365760" y="7452614"/>
            <a:ext cx="1384173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95" name="Arial_56pt_sp1_25__c84.00_t75.79"/>
          <p:cNvSpPr/>
          <p:nvPr/>
        </p:nvSpPr>
        <p:spPr>
          <a:xfrm>
            <a:off x="2299208" y="6634480"/>
            <a:ext cx="1384173" cy="10668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56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56pt</a:t>
            </a:r>
            <a:endParaRPr lang="en-US" sz="5600" dirty="0"/>
          </a:p>
        </p:txBody>
      </p:sp>
      <p:sp>
        <p:nvSpPr>
          <p:cNvPr id="96" name="Arial_56pt_sp1_25__c84.00_t75.79__textBoxMarker"/>
          <p:cNvSpPr/>
          <p:nvPr/>
        </p:nvSpPr>
        <p:spPr>
          <a:xfrm>
            <a:off x="2299208" y="7590663"/>
            <a:ext cx="1384173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97" name="Arial_56pt_sp1_5__c100.80_t88.39"/>
          <p:cNvSpPr/>
          <p:nvPr/>
        </p:nvSpPr>
        <p:spPr>
          <a:xfrm>
            <a:off x="4232656" y="6634480"/>
            <a:ext cx="1384173" cy="12801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56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56pt</a:t>
            </a:r>
            <a:endParaRPr lang="en-US" sz="5600" dirty="0"/>
          </a:p>
        </p:txBody>
      </p:sp>
      <p:sp>
        <p:nvSpPr>
          <p:cNvPr id="98" name="Arial_56pt_sp1_5__c100.80_t88.39__textBoxMarker"/>
          <p:cNvSpPr/>
          <p:nvPr/>
        </p:nvSpPr>
        <p:spPr>
          <a:xfrm>
            <a:off x="4232656" y="7750683"/>
            <a:ext cx="1384173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99" name="Arial_56pt_sp1_75__c117.60_t100.99"/>
          <p:cNvSpPr/>
          <p:nvPr/>
        </p:nvSpPr>
        <p:spPr>
          <a:xfrm>
            <a:off x="6166104" y="6634480"/>
            <a:ext cx="1384173" cy="14935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56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56pt</a:t>
            </a:r>
            <a:endParaRPr lang="en-US" sz="5600" dirty="0"/>
          </a:p>
        </p:txBody>
      </p:sp>
      <p:sp>
        <p:nvSpPr>
          <p:cNvPr id="100" name="Arial_56pt_sp1_75__c117.60_t100.99__textBoxMarker"/>
          <p:cNvSpPr/>
          <p:nvPr/>
        </p:nvSpPr>
        <p:spPr>
          <a:xfrm>
            <a:off x="6166104" y="7910703"/>
            <a:ext cx="1384173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01" name="Arial_56pt_sp2__c134.40_t113.59"/>
          <p:cNvSpPr/>
          <p:nvPr/>
        </p:nvSpPr>
        <p:spPr>
          <a:xfrm>
            <a:off x="8099552" y="6634480"/>
            <a:ext cx="1384173" cy="17068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56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56pt</a:t>
            </a:r>
            <a:endParaRPr lang="en-US" sz="5600" dirty="0"/>
          </a:p>
        </p:txBody>
      </p:sp>
      <p:sp>
        <p:nvSpPr>
          <p:cNvPr id="102" name="Arial_56pt_sp2__c134.40_t113.59__textBoxMarker"/>
          <p:cNvSpPr/>
          <p:nvPr/>
        </p:nvSpPr>
        <p:spPr>
          <a:xfrm>
            <a:off x="8099552" y="8070723"/>
            <a:ext cx="1384173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03" name="Arial_70pt_sp1__c84.00_t81.15"/>
          <p:cNvSpPr/>
          <p:nvPr/>
        </p:nvSpPr>
        <p:spPr>
          <a:xfrm>
            <a:off x="365760" y="8442960"/>
            <a:ext cx="1730248" cy="10668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0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70pt</a:t>
            </a:r>
            <a:endParaRPr lang="en-US" sz="7000" dirty="0"/>
          </a:p>
        </p:txBody>
      </p:sp>
      <p:sp>
        <p:nvSpPr>
          <p:cNvPr id="104" name="Arial_70pt_sp1__c84.00_t81.15__textBoxMarker"/>
          <p:cNvSpPr/>
          <p:nvPr/>
        </p:nvSpPr>
        <p:spPr>
          <a:xfrm>
            <a:off x="365760" y="9467215"/>
            <a:ext cx="1730248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05" name="Arial_70pt_sp1_25__c105.00_t94.74"/>
          <p:cNvSpPr/>
          <p:nvPr/>
        </p:nvSpPr>
        <p:spPr>
          <a:xfrm>
            <a:off x="2299208" y="8442960"/>
            <a:ext cx="1730248" cy="13335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0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70pt</a:t>
            </a:r>
            <a:endParaRPr lang="en-US" sz="7000" dirty="0"/>
          </a:p>
        </p:txBody>
      </p:sp>
      <p:sp>
        <p:nvSpPr>
          <p:cNvPr id="106" name="Arial_70pt_sp1_25__c105.00_t94.74__textBoxMarker"/>
          <p:cNvSpPr/>
          <p:nvPr/>
        </p:nvSpPr>
        <p:spPr>
          <a:xfrm>
            <a:off x="2299208" y="9639808"/>
            <a:ext cx="1730248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07" name="Arial_70pt_sp1_5__c126.00_t110.49"/>
          <p:cNvSpPr/>
          <p:nvPr/>
        </p:nvSpPr>
        <p:spPr>
          <a:xfrm>
            <a:off x="4232656" y="8442960"/>
            <a:ext cx="1730248" cy="16002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70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70pt</a:t>
            </a:r>
            <a:endParaRPr lang="en-US" sz="7000" dirty="0"/>
          </a:p>
        </p:txBody>
      </p:sp>
      <p:sp>
        <p:nvSpPr>
          <p:cNvPr id="108" name="Arial_70pt_sp1_5__c126.00_t110.49__textBoxMarker"/>
          <p:cNvSpPr/>
          <p:nvPr/>
        </p:nvSpPr>
        <p:spPr>
          <a:xfrm>
            <a:off x="4232656" y="9839833"/>
            <a:ext cx="1730248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09" name="Arial_70pt_sp1_75__c147.00_t126.24"/>
          <p:cNvSpPr/>
          <p:nvPr/>
        </p:nvSpPr>
        <p:spPr>
          <a:xfrm>
            <a:off x="6166104" y="8442960"/>
            <a:ext cx="1730248" cy="18669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70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70pt</a:t>
            </a:r>
            <a:endParaRPr lang="en-US" sz="7000" dirty="0"/>
          </a:p>
        </p:txBody>
      </p:sp>
      <p:sp>
        <p:nvSpPr>
          <p:cNvPr id="110" name="Arial_70pt_sp1_75__c147.00_t126.24__textBoxMarker"/>
          <p:cNvSpPr/>
          <p:nvPr/>
        </p:nvSpPr>
        <p:spPr>
          <a:xfrm>
            <a:off x="6166104" y="10039858"/>
            <a:ext cx="1730248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11" name="Arial_70pt_sp2__c168.00_t141.99"/>
          <p:cNvSpPr/>
          <p:nvPr/>
        </p:nvSpPr>
        <p:spPr>
          <a:xfrm>
            <a:off x="8099552" y="8442960"/>
            <a:ext cx="1730248" cy="21336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70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70pt</a:t>
            </a:r>
            <a:endParaRPr lang="en-US" sz="7000" dirty="0"/>
          </a:p>
        </p:txBody>
      </p:sp>
      <p:sp>
        <p:nvSpPr>
          <p:cNvPr id="112" name="Arial_70pt_sp2__c168.00_t141.99__textBoxMarker"/>
          <p:cNvSpPr/>
          <p:nvPr/>
        </p:nvSpPr>
        <p:spPr>
          <a:xfrm>
            <a:off x="8099552" y="10239883"/>
            <a:ext cx="1730248" cy="12700"/>
          </a:xfrm>
          <a:prstGeom prst="rect">
            <a:avLst/>
          </a:prstGeom>
          <a:solidFill>
            <a:srgbClr val="0000FF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76200"/>
            <a:ext cx="548640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Unifont</a:t>
            </a:r>
            <a:endParaRPr lang="en-US" sz="1400" dirty="0"/>
          </a:p>
        </p:txBody>
      </p:sp>
      <p:sp>
        <p:nvSpPr>
          <p:cNvPr id="3" name="Unifont_6pt_sp1__c7.20_t7.11"/>
          <p:cNvSpPr/>
          <p:nvPr/>
        </p:nvSpPr>
        <p:spPr>
          <a:xfrm>
            <a:off x="365760" y="721360"/>
            <a:ext cx="114300" cy="914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00" u="sng" dirty="0">
                <a:solidFill>
                  <a:srgbClr val="000000"/>
                </a:solidFill>
                <a:latin typeface="Unifont" pitchFamily="34" charset="0"/>
                <a:ea typeface="Unifont" pitchFamily="34" charset="-122"/>
                <a:cs typeface="Unifont" pitchFamily="34" charset="-120"/>
              </a:rPr>
              <a:t>6pt</a:t>
            </a:r>
            <a:endParaRPr lang="en-US" sz="600" dirty="0"/>
          </a:p>
        </p:txBody>
      </p:sp>
      <p:sp>
        <p:nvSpPr>
          <p:cNvPr id="4" name="Unifont_6pt_sp1__c7.20_t7.11__textBoxMarker"/>
          <p:cNvSpPr/>
          <p:nvPr/>
        </p:nvSpPr>
        <p:spPr>
          <a:xfrm>
            <a:off x="365760" y="805307"/>
            <a:ext cx="1143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5" name="Unifont_6pt_sp1_25__c9.00_t7.56"/>
          <p:cNvSpPr/>
          <p:nvPr/>
        </p:nvSpPr>
        <p:spPr>
          <a:xfrm>
            <a:off x="2346960" y="721360"/>
            <a:ext cx="114300" cy="1143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600" u="sng" dirty="0">
                <a:solidFill>
                  <a:srgbClr val="000000"/>
                </a:solidFill>
                <a:latin typeface="Unifont" pitchFamily="34" charset="0"/>
                <a:ea typeface="Unifont" pitchFamily="34" charset="-122"/>
                <a:cs typeface="Unifont" pitchFamily="34" charset="-120"/>
              </a:rPr>
              <a:t>6pt</a:t>
            </a:r>
            <a:endParaRPr lang="en-US" sz="600" dirty="0"/>
          </a:p>
        </p:txBody>
      </p:sp>
      <p:sp>
        <p:nvSpPr>
          <p:cNvPr id="6" name="Unifont_6pt_sp1_25__c9.00_t7.56__textBoxMarker"/>
          <p:cNvSpPr/>
          <p:nvPr/>
        </p:nvSpPr>
        <p:spPr>
          <a:xfrm>
            <a:off x="2346960" y="811022"/>
            <a:ext cx="1143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7" name="Unifont_6pt_sp1_5__c10.80_t8.91"/>
          <p:cNvSpPr/>
          <p:nvPr/>
        </p:nvSpPr>
        <p:spPr>
          <a:xfrm>
            <a:off x="4328160" y="721360"/>
            <a:ext cx="114300" cy="1371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600" u="sng" dirty="0">
                <a:solidFill>
                  <a:srgbClr val="000000"/>
                </a:solidFill>
                <a:latin typeface="Unifont" pitchFamily="34" charset="0"/>
                <a:ea typeface="Unifont" pitchFamily="34" charset="-122"/>
                <a:cs typeface="Unifont" pitchFamily="34" charset="-120"/>
              </a:rPr>
              <a:t>6pt</a:t>
            </a:r>
            <a:endParaRPr lang="en-US" sz="600" dirty="0"/>
          </a:p>
        </p:txBody>
      </p:sp>
      <p:sp>
        <p:nvSpPr>
          <p:cNvPr id="8" name="Unifont_6pt_sp1_5__c10.80_t8.91__textBoxMarker"/>
          <p:cNvSpPr/>
          <p:nvPr/>
        </p:nvSpPr>
        <p:spPr>
          <a:xfrm>
            <a:off x="4328160" y="828167"/>
            <a:ext cx="1143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9" name="Unifont_6pt_sp1_75__c12.60_t10.26"/>
          <p:cNvSpPr/>
          <p:nvPr/>
        </p:nvSpPr>
        <p:spPr>
          <a:xfrm>
            <a:off x="6309360" y="721360"/>
            <a:ext cx="114300" cy="1600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600" u="sng" dirty="0">
                <a:solidFill>
                  <a:srgbClr val="000000"/>
                </a:solidFill>
                <a:latin typeface="Unifont" pitchFamily="34" charset="0"/>
                <a:ea typeface="Unifont" pitchFamily="34" charset="-122"/>
                <a:cs typeface="Unifont" pitchFamily="34" charset="-120"/>
              </a:rPr>
              <a:t>6pt</a:t>
            </a:r>
            <a:endParaRPr lang="en-US" sz="600" dirty="0"/>
          </a:p>
        </p:txBody>
      </p:sp>
      <p:sp>
        <p:nvSpPr>
          <p:cNvPr id="10" name="Unifont_6pt_sp1_75__c12.60_t10.26__textBoxMarker"/>
          <p:cNvSpPr/>
          <p:nvPr/>
        </p:nvSpPr>
        <p:spPr>
          <a:xfrm>
            <a:off x="6309360" y="845312"/>
            <a:ext cx="1143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1" name="Unifont_6pt_sp2__c14.40_t11.61"/>
          <p:cNvSpPr/>
          <p:nvPr/>
        </p:nvSpPr>
        <p:spPr>
          <a:xfrm>
            <a:off x="8290560" y="721360"/>
            <a:ext cx="114300" cy="1828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600" u="sng" dirty="0">
                <a:solidFill>
                  <a:srgbClr val="000000"/>
                </a:solidFill>
                <a:latin typeface="Unifont" pitchFamily="34" charset="0"/>
                <a:ea typeface="Unifont" pitchFamily="34" charset="-122"/>
                <a:cs typeface="Unifont" pitchFamily="34" charset="-120"/>
              </a:rPr>
              <a:t>6pt</a:t>
            </a:r>
            <a:endParaRPr lang="en-US" sz="600" dirty="0"/>
          </a:p>
        </p:txBody>
      </p:sp>
      <p:sp>
        <p:nvSpPr>
          <p:cNvPr id="12" name="Unifont_6pt_sp2__c14.40_t11.61__textBoxMarker"/>
          <p:cNvSpPr/>
          <p:nvPr/>
        </p:nvSpPr>
        <p:spPr>
          <a:xfrm>
            <a:off x="8290560" y="862457"/>
            <a:ext cx="1143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3" name="Unifont_8pt_sp1__c9.60_t9.48"/>
          <p:cNvSpPr/>
          <p:nvPr/>
        </p:nvSpPr>
        <p:spPr>
          <a:xfrm>
            <a:off x="365760" y="1005840"/>
            <a:ext cx="152400" cy="1219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u="sng" dirty="0">
                <a:solidFill>
                  <a:srgbClr val="000000"/>
                </a:solidFill>
                <a:latin typeface="Unifont" pitchFamily="34" charset="0"/>
                <a:ea typeface="Unifont" pitchFamily="34" charset="-122"/>
                <a:cs typeface="Unifont" pitchFamily="34" charset="-120"/>
              </a:rPr>
              <a:t>8pt</a:t>
            </a:r>
            <a:endParaRPr lang="en-US" sz="800" dirty="0"/>
          </a:p>
        </p:txBody>
      </p:sp>
      <p:sp>
        <p:nvSpPr>
          <p:cNvPr id="14" name="Unifont_8pt_sp1__c9.60_t9.48__textBoxMarker"/>
          <p:cNvSpPr/>
          <p:nvPr/>
        </p:nvSpPr>
        <p:spPr>
          <a:xfrm>
            <a:off x="365760" y="1119886"/>
            <a:ext cx="1524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5" name="Unifont_8pt_sp1_25__c12.00_t10.08"/>
          <p:cNvSpPr/>
          <p:nvPr/>
        </p:nvSpPr>
        <p:spPr>
          <a:xfrm>
            <a:off x="2346960" y="1005840"/>
            <a:ext cx="152400" cy="1524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u="sng" dirty="0">
                <a:solidFill>
                  <a:srgbClr val="000000"/>
                </a:solidFill>
                <a:latin typeface="Unifont" pitchFamily="34" charset="0"/>
                <a:ea typeface="Unifont" pitchFamily="34" charset="-122"/>
                <a:cs typeface="Unifont" pitchFamily="34" charset="-120"/>
              </a:rPr>
              <a:t>8pt</a:t>
            </a:r>
            <a:endParaRPr lang="en-US" sz="800" dirty="0"/>
          </a:p>
        </p:txBody>
      </p:sp>
      <p:sp>
        <p:nvSpPr>
          <p:cNvPr id="16" name="Unifont_8pt_sp1_25__c12.00_t10.08__textBoxMarker"/>
          <p:cNvSpPr/>
          <p:nvPr/>
        </p:nvSpPr>
        <p:spPr>
          <a:xfrm>
            <a:off x="2346960" y="1127506"/>
            <a:ext cx="1524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7" name="Unifont_8pt_sp1_5__c14.40_t11.88"/>
          <p:cNvSpPr/>
          <p:nvPr/>
        </p:nvSpPr>
        <p:spPr>
          <a:xfrm>
            <a:off x="4328160" y="1005840"/>
            <a:ext cx="152400" cy="1828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800" u="sng" dirty="0">
                <a:solidFill>
                  <a:srgbClr val="000000"/>
                </a:solidFill>
                <a:latin typeface="Unifont" pitchFamily="34" charset="0"/>
                <a:ea typeface="Unifont" pitchFamily="34" charset="-122"/>
                <a:cs typeface="Unifont" pitchFamily="34" charset="-120"/>
              </a:rPr>
              <a:t>8pt</a:t>
            </a:r>
            <a:endParaRPr lang="en-US" sz="800" dirty="0"/>
          </a:p>
        </p:txBody>
      </p:sp>
      <p:sp>
        <p:nvSpPr>
          <p:cNvPr id="18" name="Unifont_8pt_sp1_5__c14.40_t11.88__textBoxMarker"/>
          <p:cNvSpPr/>
          <p:nvPr/>
        </p:nvSpPr>
        <p:spPr>
          <a:xfrm>
            <a:off x="4328160" y="1150366"/>
            <a:ext cx="1524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9" name="Unifont_8pt_sp1_75__c16.80_t13.68"/>
          <p:cNvSpPr/>
          <p:nvPr/>
        </p:nvSpPr>
        <p:spPr>
          <a:xfrm>
            <a:off x="6309360" y="1005840"/>
            <a:ext cx="152400" cy="2133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800" u="sng" dirty="0">
                <a:solidFill>
                  <a:srgbClr val="000000"/>
                </a:solidFill>
                <a:latin typeface="Unifont" pitchFamily="34" charset="0"/>
                <a:ea typeface="Unifont" pitchFamily="34" charset="-122"/>
                <a:cs typeface="Unifont" pitchFamily="34" charset="-120"/>
              </a:rPr>
              <a:t>8pt</a:t>
            </a:r>
            <a:endParaRPr lang="en-US" sz="800" dirty="0"/>
          </a:p>
        </p:txBody>
      </p:sp>
      <p:sp>
        <p:nvSpPr>
          <p:cNvPr id="20" name="Unifont_8pt_sp1_75__c16.80_t13.68__textBoxMarker"/>
          <p:cNvSpPr/>
          <p:nvPr/>
        </p:nvSpPr>
        <p:spPr>
          <a:xfrm>
            <a:off x="6309360" y="1173226"/>
            <a:ext cx="1524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21" name="Unifont_8pt_sp2__c19.20_t15.48"/>
          <p:cNvSpPr/>
          <p:nvPr/>
        </p:nvSpPr>
        <p:spPr>
          <a:xfrm>
            <a:off x="8290560" y="1005840"/>
            <a:ext cx="152400" cy="2438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800" u="sng" dirty="0">
                <a:solidFill>
                  <a:srgbClr val="000000"/>
                </a:solidFill>
                <a:latin typeface="Unifont" pitchFamily="34" charset="0"/>
                <a:ea typeface="Unifont" pitchFamily="34" charset="-122"/>
                <a:cs typeface="Unifont" pitchFamily="34" charset="-120"/>
              </a:rPr>
              <a:t>8pt</a:t>
            </a:r>
            <a:endParaRPr lang="en-US" sz="800" dirty="0"/>
          </a:p>
        </p:txBody>
      </p:sp>
      <p:sp>
        <p:nvSpPr>
          <p:cNvPr id="22" name="Unifont_8pt_sp2__c19.20_t15.48__textBoxMarker"/>
          <p:cNvSpPr/>
          <p:nvPr/>
        </p:nvSpPr>
        <p:spPr>
          <a:xfrm>
            <a:off x="8290560" y="1196086"/>
            <a:ext cx="1524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23" name="Unifont_10pt_sp1__c12.00_t11.85"/>
          <p:cNvSpPr/>
          <p:nvPr/>
        </p:nvSpPr>
        <p:spPr>
          <a:xfrm>
            <a:off x="365760" y="1351280"/>
            <a:ext cx="254000" cy="1524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u="sng" dirty="0">
                <a:solidFill>
                  <a:srgbClr val="000000"/>
                </a:solidFill>
                <a:latin typeface="Unifont" pitchFamily="34" charset="0"/>
                <a:ea typeface="Unifont" pitchFamily="34" charset="-122"/>
                <a:cs typeface="Unifont" pitchFamily="34" charset="-120"/>
              </a:rPr>
              <a:t>10pt</a:t>
            </a:r>
            <a:endParaRPr lang="en-US" sz="1000" dirty="0"/>
          </a:p>
        </p:txBody>
      </p:sp>
      <p:sp>
        <p:nvSpPr>
          <p:cNvPr id="24" name="Unifont_10pt_sp1__c12.00_t11.85__textBoxMarker"/>
          <p:cNvSpPr/>
          <p:nvPr/>
        </p:nvSpPr>
        <p:spPr>
          <a:xfrm>
            <a:off x="365760" y="1495425"/>
            <a:ext cx="2540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25" name="Unifont_10pt_sp1_25__c15.00_t12.60"/>
          <p:cNvSpPr/>
          <p:nvPr/>
        </p:nvSpPr>
        <p:spPr>
          <a:xfrm>
            <a:off x="2346960" y="1351280"/>
            <a:ext cx="254000" cy="1905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u="sng" dirty="0">
                <a:solidFill>
                  <a:srgbClr val="000000"/>
                </a:solidFill>
                <a:latin typeface="Unifont" pitchFamily="34" charset="0"/>
                <a:ea typeface="Unifont" pitchFamily="34" charset="-122"/>
                <a:cs typeface="Unifont" pitchFamily="34" charset="-120"/>
              </a:rPr>
              <a:t>10pt</a:t>
            </a:r>
            <a:endParaRPr lang="en-US" sz="1000" dirty="0"/>
          </a:p>
        </p:txBody>
      </p:sp>
      <p:sp>
        <p:nvSpPr>
          <p:cNvPr id="26" name="Unifont_10pt_sp1_25__c15.00_t12.60__textBoxMarker"/>
          <p:cNvSpPr/>
          <p:nvPr/>
        </p:nvSpPr>
        <p:spPr>
          <a:xfrm>
            <a:off x="2346960" y="1504950"/>
            <a:ext cx="2540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27" name="Unifont_10pt_sp1_5__c18.00_t14.85"/>
          <p:cNvSpPr/>
          <p:nvPr/>
        </p:nvSpPr>
        <p:spPr>
          <a:xfrm>
            <a:off x="4328160" y="1351280"/>
            <a:ext cx="254000" cy="2286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u="sng" dirty="0">
                <a:solidFill>
                  <a:srgbClr val="000000"/>
                </a:solidFill>
                <a:latin typeface="Unifont" pitchFamily="34" charset="0"/>
                <a:ea typeface="Unifont" pitchFamily="34" charset="-122"/>
                <a:cs typeface="Unifont" pitchFamily="34" charset="-120"/>
              </a:rPr>
              <a:t>10pt</a:t>
            </a:r>
            <a:endParaRPr lang="en-US" sz="1000" dirty="0"/>
          </a:p>
        </p:txBody>
      </p:sp>
      <p:sp>
        <p:nvSpPr>
          <p:cNvPr id="28" name="Unifont_10pt_sp1_5__c18.00_t14.85__textBoxMarker"/>
          <p:cNvSpPr/>
          <p:nvPr/>
        </p:nvSpPr>
        <p:spPr>
          <a:xfrm>
            <a:off x="4328160" y="1533525"/>
            <a:ext cx="2540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29" name="Unifont_10pt_sp1_75__c21.00_t17.10"/>
          <p:cNvSpPr/>
          <p:nvPr/>
        </p:nvSpPr>
        <p:spPr>
          <a:xfrm>
            <a:off x="6309360" y="1351280"/>
            <a:ext cx="254000" cy="2667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1000" u="sng" dirty="0">
                <a:solidFill>
                  <a:srgbClr val="000000"/>
                </a:solidFill>
                <a:latin typeface="Unifont" pitchFamily="34" charset="0"/>
                <a:ea typeface="Unifont" pitchFamily="34" charset="-122"/>
                <a:cs typeface="Unifont" pitchFamily="34" charset="-120"/>
              </a:rPr>
              <a:t>10pt</a:t>
            </a:r>
            <a:endParaRPr lang="en-US" sz="1000" dirty="0"/>
          </a:p>
        </p:txBody>
      </p:sp>
      <p:sp>
        <p:nvSpPr>
          <p:cNvPr id="30" name="Unifont_10pt_sp1_75__c21.00_t17.10__textBoxMarker"/>
          <p:cNvSpPr/>
          <p:nvPr/>
        </p:nvSpPr>
        <p:spPr>
          <a:xfrm>
            <a:off x="6309360" y="1562100"/>
            <a:ext cx="2540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31" name="Unifont_10pt_sp2__c24.00_t19.35"/>
          <p:cNvSpPr/>
          <p:nvPr/>
        </p:nvSpPr>
        <p:spPr>
          <a:xfrm>
            <a:off x="8290560" y="1351280"/>
            <a:ext cx="254000" cy="3048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1000" u="sng" dirty="0">
                <a:solidFill>
                  <a:srgbClr val="000000"/>
                </a:solidFill>
                <a:latin typeface="Unifont" pitchFamily="34" charset="0"/>
                <a:ea typeface="Unifont" pitchFamily="34" charset="-122"/>
                <a:cs typeface="Unifont" pitchFamily="34" charset="-120"/>
              </a:rPr>
              <a:t>10pt</a:t>
            </a:r>
            <a:endParaRPr lang="en-US" sz="1000" dirty="0"/>
          </a:p>
        </p:txBody>
      </p:sp>
      <p:sp>
        <p:nvSpPr>
          <p:cNvPr id="32" name="Unifont_10pt_sp2__c24.00_t19.35__textBoxMarker"/>
          <p:cNvSpPr/>
          <p:nvPr/>
        </p:nvSpPr>
        <p:spPr>
          <a:xfrm>
            <a:off x="8290560" y="1590675"/>
            <a:ext cx="2540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33" name="Unifont_12pt_sp1__c14.40_t14.22"/>
          <p:cNvSpPr/>
          <p:nvPr/>
        </p:nvSpPr>
        <p:spPr>
          <a:xfrm>
            <a:off x="365760" y="1757680"/>
            <a:ext cx="304800" cy="1828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u="sng" dirty="0">
                <a:solidFill>
                  <a:srgbClr val="000000"/>
                </a:solidFill>
                <a:latin typeface="Unifont" pitchFamily="34" charset="0"/>
                <a:ea typeface="Unifont" pitchFamily="34" charset="-122"/>
                <a:cs typeface="Unifont" pitchFamily="34" charset="-120"/>
              </a:rPr>
              <a:t>12pt</a:t>
            </a:r>
            <a:endParaRPr lang="en-US" sz="1200" dirty="0"/>
          </a:p>
        </p:txBody>
      </p:sp>
      <p:sp>
        <p:nvSpPr>
          <p:cNvPr id="34" name="Unifont_12pt_sp1__c14.40_t14.22__textBoxMarker"/>
          <p:cNvSpPr/>
          <p:nvPr/>
        </p:nvSpPr>
        <p:spPr>
          <a:xfrm>
            <a:off x="365760" y="1931924"/>
            <a:ext cx="3048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35" name="Unifont_12pt_sp1_25__c18.00_t15.12"/>
          <p:cNvSpPr/>
          <p:nvPr/>
        </p:nvSpPr>
        <p:spPr>
          <a:xfrm>
            <a:off x="2346960" y="1757680"/>
            <a:ext cx="304800" cy="2286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u="sng" dirty="0">
                <a:solidFill>
                  <a:srgbClr val="000000"/>
                </a:solidFill>
                <a:latin typeface="Unifont" pitchFamily="34" charset="0"/>
                <a:ea typeface="Unifont" pitchFamily="34" charset="-122"/>
                <a:cs typeface="Unifont" pitchFamily="34" charset="-120"/>
              </a:rPr>
              <a:t>12pt</a:t>
            </a:r>
            <a:endParaRPr lang="en-US" sz="1200" dirty="0"/>
          </a:p>
        </p:txBody>
      </p:sp>
      <p:sp>
        <p:nvSpPr>
          <p:cNvPr id="36" name="Unifont_12pt_sp1_25__c18.00_t15.12__textBoxMarker"/>
          <p:cNvSpPr/>
          <p:nvPr/>
        </p:nvSpPr>
        <p:spPr>
          <a:xfrm>
            <a:off x="2346960" y="1943354"/>
            <a:ext cx="3048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37" name="Unifont_12pt_sp1_5__c21.60_t17.82"/>
          <p:cNvSpPr/>
          <p:nvPr/>
        </p:nvSpPr>
        <p:spPr>
          <a:xfrm>
            <a:off x="4328160" y="1757680"/>
            <a:ext cx="304800" cy="2743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u="sng" dirty="0">
                <a:solidFill>
                  <a:srgbClr val="000000"/>
                </a:solidFill>
                <a:latin typeface="Unifont" pitchFamily="34" charset="0"/>
                <a:ea typeface="Unifont" pitchFamily="34" charset="-122"/>
                <a:cs typeface="Unifont" pitchFamily="34" charset="-120"/>
              </a:rPr>
              <a:t>12pt</a:t>
            </a:r>
            <a:endParaRPr lang="en-US" sz="1200" dirty="0"/>
          </a:p>
        </p:txBody>
      </p:sp>
      <p:sp>
        <p:nvSpPr>
          <p:cNvPr id="38" name="Unifont_12pt_sp1_5__c21.60_t17.82__textBoxMarker"/>
          <p:cNvSpPr/>
          <p:nvPr/>
        </p:nvSpPr>
        <p:spPr>
          <a:xfrm>
            <a:off x="4328160" y="1977644"/>
            <a:ext cx="3048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39" name="Unifont_12pt_sp1_75__c25.20_t20.52"/>
          <p:cNvSpPr/>
          <p:nvPr/>
        </p:nvSpPr>
        <p:spPr>
          <a:xfrm>
            <a:off x="6309360" y="1757680"/>
            <a:ext cx="304800" cy="3200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1200" u="sng" dirty="0">
                <a:solidFill>
                  <a:srgbClr val="000000"/>
                </a:solidFill>
                <a:latin typeface="Unifont" pitchFamily="34" charset="0"/>
                <a:ea typeface="Unifont" pitchFamily="34" charset="-122"/>
                <a:cs typeface="Unifont" pitchFamily="34" charset="-120"/>
              </a:rPr>
              <a:t>12pt</a:t>
            </a:r>
            <a:endParaRPr lang="en-US" sz="1200" dirty="0"/>
          </a:p>
        </p:txBody>
      </p:sp>
      <p:sp>
        <p:nvSpPr>
          <p:cNvPr id="40" name="Unifont_12pt_sp1_75__c25.20_t20.52__textBoxMarker"/>
          <p:cNvSpPr/>
          <p:nvPr/>
        </p:nvSpPr>
        <p:spPr>
          <a:xfrm>
            <a:off x="6309360" y="2011934"/>
            <a:ext cx="3048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41" name="Unifont_12pt_sp2__c28.80_t23.22"/>
          <p:cNvSpPr/>
          <p:nvPr/>
        </p:nvSpPr>
        <p:spPr>
          <a:xfrm>
            <a:off x="8290560" y="1757680"/>
            <a:ext cx="304800" cy="3657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1200" u="sng" dirty="0">
                <a:solidFill>
                  <a:srgbClr val="000000"/>
                </a:solidFill>
                <a:latin typeface="Unifont" pitchFamily="34" charset="0"/>
                <a:ea typeface="Unifont" pitchFamily="34" charset="-122"/>
                <a:cs typeface="Unifont" pitchFamily="34" charset="-120"/>
              </a:rPr>
              <a:t>12pt</a:t>
            </a:r>
            <a:endParaRPr lang="en-US" sz="1200" dirty="0"/>
          </a:p>
        </p:txBody>
      </p:sp>
      <p:sp>
        <p:nvSpPr>
          <p:cNvPr id="42" name="Unifont_12pt_sp2__c28.80_t23.22__textBoxMarker"/>
          <p:cNvSpPr/>
          <p:nvPr/>
        </p:nvSpPr>
        <p:spPr>
          <a:xfrm>
            <a:off x="8290560" y="2046224"/>
            <a:ext cx="3048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43" name="Unifont_14pt_sp1__c16.80_t16.59"/>
          <p:cNvSpPr/>
          <p:nvPr/>
        </p:nvSpPr>
        <p:spPr>
          <a:xfrm>
            <a:off x="365760" y="2225040"/>
            <a:ext cx="355600" cy="2133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latin typeface="Unifont" pitchFamily="34" charset="0"/>
                <a:ea typeface="Unifont" pitchFamily="34" charset="-122"/>
                <a:cs typeface="Unifont" pitchFamily="34" charset="-120"/>
              </a:rPr>
              <a:t>14pt</a:t>
            </a:r>
            <a:endParaRPr lang="en-US" sz="1400" dirty="0"/>
          </a:p>
        </p:txBody>
      </p:sp>
      <p:sp>
        <p:nvSpPr>
          <p:cNvPr id="44" name="Unifont_14pt_sp1__c16.80_t16.59__textBoxMarker"/>
          <p:cNvSpPr/>
          <p:nvPr/>
        </p:nvSpPr>
        <p:spPr>
          <a:xfrm>
            <a:off x="365760" y="2429383"/>
            <a:ext cx="3556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45" name="Unifont_14pt_sp1_25__c21.00_t17.64"/>
          <p:cNvSpPr/>
          <p:nvPr/>
        </p:nvSpPr>
        <p:spPr>
          <a:xfrm>
            <a:off x="2346960" y="2225040"/>
            <a:ext cx="355600" cy="2667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latin typeface="Unifont" pitchFamily="34" charset="0"/>
                <a:ea typeface="Unifont" pitchFamily="34" charset="-122"/>
                <a:cs typeface="Unifont" pitchFamily="34" charset="-120"/>
              </a:rPr>
              <a:t>14pt</a:t>
            </a:r>
            <a:endParaRPr lang="en-US" sz="1400" dirty="0"/>
          </a:p>
        </p:txBody>
      </p:sp>
      <p:sp>
        <p:nvSpPr>
          <p:cNvPr id="46" name="Unifont_14pt_sp1_25__c21.00_t17.64__textBoxMarker"/>
          <p:cNvSpPr/>
          <p:nvPr/>
        </p:nvSpPr>
        <p:spPr>
          <a:xfrm>
            <a:off x="2346960" y="2442718"/>
            <a:ext cx="3556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47" name="Unifont_14pt_sp1_5__c25.20_t20.79"/>
          <p:cNvSpPr/>
          <p:nvPr/>
        </p:nvSpPr>
        <p:spPr>
          <a:xfrm>
            <a:off x="4328160" y="2225040"/>
            <a:ext cx="355600" cy="3200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latin typeface="Unifont" pitchFamily="34" charset="0"/>
                <a:ea typeface="Unifont" pitchFamily="34" charset="-122"/>
                <a:cs typeface="Unifont" pitchFamily="34" charset="-120"/>
              </a:rPr>
              <a:t>14pt</a:t>
            </a:r>
            <a:endParaRPr lang="en-US" sz="1400" dirty="0"/>
          </a:p>
        </p:txBody>
      </p:sp>
      <p:sp>
        <p:nvSpPr>
          <p:cNvPr id="48" name="Unifont_14pt_sp1_5__c25.20_t20.79__textBoxMarker"/>
          <p:cNvSpPr/>
          <p:nvPr/>
        </p:nvSpPr>
        <p:spPr>
          <a:xfrm>
            <a:off x="4328160" y="2482723"/>
            <a:ext cx="3556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49" name="Unifont_14pt_sp1_75__c29.40_t23.94"/>
          <p:cNvSpPr/>
          <p:nvPr/>
        </p:nvSpPr>
        <p:spPr>
          <a:xfrm>
            <a:off x="6309360" y="2225040"/>
            <a:ext cx="355600" cy="3733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latin typeface="Unifont" pitchFamily="34" charset="0"/>
                <a:ea typeface="Unifont" pitchFamily="34" charset="-122"/>
                <a:cs typeface="Unifont" pitchFamily="34" charset="-120"/>
              </a:rPr>
              <a:t>14pt</a:t>
            </a:r>
            <a:endParaRPr lang="en-US" sz="1400" dirty="0"/>
          </a:p>
        </p:txBody>
      </p:sp>
      <p:sp>
        <p:nvSpPr>
          <p:cNvPr id="50" name="Unifont_14pt_sp1_75__c29.40_t23.94__textBoxMarker"/>
          <p:cNvSpPr/>
          <p:nvPr/>
        </p:nvSpPr>
        <p:spPr>
          <a:xfrm>
            <a:off x="6309360" y="2522728"/>
            <a:ext cx="3556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51" name="Unifont_14pt_sp2__c33.60_t27.09"/>
          <p:cNvSpPr/>
          <p:nvPr/>
        </p:nvSpPr>
        <p:spPr>
          <a:xfrm>
            <a:off x="8290560" y="2225040"/>
            <a:ext cx="355600" cy="4267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latin typeface="Unifont" pitchFamily="34" charset="0"/>
                <a:ea typeface="Unifont" pitchFamily="34" charset="-122"/>
                <a:cs typeface="Unifont" pitchFamily="34" charset="-120"/>
              </a:rPr>
              <a:t>14pt</a:t>
            </a:r>
            <a:endParaRPr lang="en-US" sz="1400" dirty="0"/>
          </a:p>
        </p:txBody>
      </p:sp>
      <p:sp>
        <p:nvSpPr>
          <p:cNvPr id="52" name="Unifont_14pt_sp2__c33.60_t27.09__textBoxMarker"/>
          <p:cNvSpPr/>
          <p:nvPr/>
        </p:nvSpPr>
        <p:spPr>
          <a:xfrm>
            <a:off x="8290560" y="2562733"/>
            <a:ext cx="3556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53" name="Unifont_18pt_sp1__c21.60_t21.33"/>
          <p:cNvSpPr/>
          <p:nvPr/>
        </p:nvSpPr>
        <p:spPr>
          <a:xfrm>
            <a:off x="365760" y="2753360"/>
            <a:ext cx="457200" cy="2743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latin typeface="Unifont" pitchFamily="34" charset="0"/>
                <a:ea typeface="Unifont" pitchFamily="34" charset="-122"/>
                <a:cs typeface="Unifont" pitchFamily="34" charset="-120"/>
              </a:rPr>
              <a:t>18pt</a:t>
            </a:r>
            <a:endParaRPr lang="en-US" sz="1800" dirty="0"/>
          </a:p>
        </p:txBody>
      </p:sp>
      <p:sp>
        <p:nvSpPr>
          <p:cNvPr id="54" name="Unifont_18pt_sp1__c21.60_t21.33__textBoxMarker"/>
          <p:cNvSpPr/>
          <p:nvPr/>
        </p:nvSpPr>
        <p:spPr>
          <a:xfrm>
            <a:off x="365760" y="3017901"/>
            <a:ext cx="4572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55" name="Unifont_18pt_sp1_25__c27.00_t22.68"/>
          <p:cNvSpPr/>
          <p:nvPr/>
        </p:nvSpPr>
        <p:spPr>
          <a:xfrm>
            <a:off x="2346960" y="2753360"/>
            <a:ext cx="457200" cy="3429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latin typeface="Unifont" pitchFamily="34" charset="0"/>
                <a:ea typeface="Unifont" pitchFamily="34" charset="-122"/>
                <a:cs typeface="Unifont" pitchFamily="34" charset="-120"/>
              </a:rPr>
              <a:t>18pt</a:t>
            </a:r>
            <a:endParaRPr lang="en-US" sz="1800" dirty="0"/>
          </a:p>
        </p:txBody>
      </p:sp>
      <p:sp>
        <p:nvSpPr>
          <p:cNvPr id="56" name="Unifont_18pt_sp1_25__c27.00_t22.68__textBoxMarker"/>
          <p:cNvSpPr/>
          <p:nvPr/>
        </p:nvSpPr>
        <p:spPr>
          <a:xfrm>
            <a:off x="2346960" y="3035046"/>
            <a:ext cx="4572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57" name="Unifont_18pt_sp1_5__c32.40_t26.73"/>
          <p:cNvSpPr/>
          <p:nvPr/>
        </p:nvSpPr>
        <p:spPr>
          <a:xfrm>
            <a:off x="4328160" y="2753360"/>
            <a:ext cx="457200" cy="4114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latin typeface="Unifont" pitchFamily="34" charset="0"/>
                <a:ea typeface="Unifont" pitchFamily="34" charset="-122"/>
                <a:cs typeface="Unifont" pitchFamily="34" charset="-120"/>
              </a:rPr>
              <a:t>18pt</a:t>
            </a:r>
            <a:endParaRPr lang="en-US" sz="1800" dirty="0"/>
          </a:p>
        </p:txBody>
      </p:sp>
      <p:sp>
        <p:nvSpPr>
          <p:cNvPr id="58" name="Unifont_18pt_sp1_5__c32.40_t26.73__textBoxMarker"/>
          <p:cNvSpPr/>
          <p:nvPr/>
        </p:nvSpPr>
        <p:spPr>
          <a:xfrm>
            <a:off x="4328160" y="3086481"/>
            <a:ext cx="4572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59" name="Unifont_18pt_sp1_75__c37.80_t30.78"/>
          <p:cNvSpPr/>
          <p:nvPr/>
        </p:nvSpPr>
        <p:spPr>
          <a:xfrm>
            <a:off x="6309360" y="2753360"/>
            <a:ext cx="457200" cy="4800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latin typeface="Unifont" pitchFamily="34" charset="0"/>
                <a:ea typeface="Unifont" pitchFamily="34" charset="-122"/>
                <a:cs typeface="Unifont" pitchFamily="34" charset="-120"/>
              </a:rPr>
              <a:t>18pt</a:t>
            </a:r>
            <a:endParaRPr lang="en-US" sz="1800" dirty="0"/>
          </a:p>
        </p:txBody>
      </p:sp>
      <p:sp>
        <p:nvSpPr>
          <p:cNvPr id="60" name="Unifont_18pt_sp1_75__c37.80_t30.78__textBoxMarker"/>
          <p:cNvSpPr/>
          <p:nvPr/>
        </p:nvSpPr>
        <p:spPr>
          <a:xfrm>
            <a:off x="6309360" y="3137916"/>
            <a:ext cx="4572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61" name="Unifont_18pt_sp2__c43.20_t34.83"/>
          <p:cNvSpPr/>
          <p:nvPr/>
        </p:nvSpPr>
        <p:spPr>
          <a:xfrm>
            <a:off x="8290560" y="2753360"/>
            <a:ext cx="457200" cy="5486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latin typeface="Unifont" pitchFamily="34" charset="0"/>
                <a:ea typeface="Unifont" pitchFamily="34" charset="-122"/>
                <a:cs typeface="Unifont" pitchFamily="34" charset="-120"/>
              </a:rPr>
              <a:t>18pt</a:t>
            </a:r>
            <a:endParaRPr lang="en-US" sz="1800" dirty="0"/>
          </a:p>
        </p:txBody>
      </p:sp>
      <p:sp>
        <p:nvSpPr>
          <p:cNvPr id="62" name="Unifont_18pt_sp2__c43.20_t34.83__textBoxMarker"/>
          <p:cNvSpPr/>
          <p:nvPr/>
        </p:nvSpPr>
        <p:spPr>
          <a:xfrm>
            <a:off x="8290560" y="3189351"/>
            <a:ext cx="4572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63" name="Unifont_24pt_sp1__c28.80_t28.43"/>
          <p:cNvSpPr/>
          <p:nvPr/>
        </p:nvSpPr>
        <p:spPr>
          <a:xfrm>
            <a:off x="365760" y="3403600"/>
            <a:ext cx="609600" cy="3657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u="sng" dirty="0">
                <a:solidFill>
                  <a:srgbClr val="000000"/>
                </a:solidFill>
                <a:latin typeface="Unifont" pitchFamily="34" charset="0"/>
                <a:ea typeface="Unifont" pitchFamily="34" charset="-122"/>
                <a:cs typeface="Unifont" pitchFamily="34" charset="-120"/>
              </a:rPr>
              <a:t>24pt</a:t>
            </a:r>
            <a:endParaRPr lang="en-US" sz="2400" dirty="0"/>
          </a:p>
        </p:txBody>
      </p:sp>
      <p:sp>
        <p:nvSpPr>
          <p:cNvPr id="64" name="Unifont_24pt_sp1__c28.80_t28.43__textBoxMarker"/>
          <p:cNvSpPr/>
          <p:nvPr/>
        </p:nvSpPr>
        <p:spPr>
          <a:xfrm>
            <a:off x="365760" y="3758311"/>
            <a:ext cx="6096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65" name="Unifont_24pt_sp1_25__c36.00_t30.23"/>
          <p:cNvSpPr/>
          <p:nvPr/>
        </p:nvSpPr>
        <p:spPr>
          <a:xfrm>
            <a:off x="2346960" y="3403600"/>
            <a:ext cx="609600" cy="4572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u="sng" dirty="0">
                <a:solidFill>
                  <a:srgbClr val="000000"/>
                </a:solidFill>
                <a:latin typeface="Unifont" pitchFamily="34" charset="0"/>
                <a:ea typeface="Unifont" pitchFamily="34" charset="-122"/>
                <a:cs typeface="Unifont" pitchFamily="34" charset="-120"/>
              </a:rPr>
              <a:t>24pt</a:t>
            </a:r>
            <a:endParaRPr lang="en-US" sz="2400" dirty="0"/>
          </a:p>
        </p:txBody>
      </p:sp>
      <p:sp>
        <p:nvSpPr>
          <p:cNvPr id="66" name="Unifont_24pt_sp1_25__c36.00_t30.23__textBoxMarker"/>
          <p:cNvSpPr/>
          <p:nvPr/>
        </p:nvSpPr>
        <p:spPr>
          <a:xfrm>
            <a:off x="2346960" y="3781171"/>
            <a:ext cx="6096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67" name="Unifont_24pt_sp1_5__c43.20_t35.63"/>
          <p:cNvSpPr/>
          <p:nvPr/>
        </p:nvSpPr>
        <p:spPr>
          <a:xfrm>
            <a:off x="4328160" y="3403600"/>
            <a:ext cx="609600" cy="5486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400" u="sng" dirty="0">
                <a:solidFill>
                  <a:srgbClr val="000000"/>
                </a:solidFill>
                <a:latin typeface="Unifont" pitchFamily="34" charset="0"/>
                <a:ea typeface="Unifont" pitchFamily="34" charset="-122"/>
                <a:cs typeface="Unifont" pitchFamily="34" charset="-120"/>
              </a:rPr>
              <a:t>24pt</a:t>
            </a:r>
            <a:endParaRPr lang="en-US" sz="2400" dirty="0"/>
          </a:p>
        </p:txBody>
      </p:sp>
      <p:sp>
        <p:nvSpPr>
          <p:cNvPr id="68" name="Unifont_24pt_sp1_5__c43.20_t35.63__textBoxMarker"/>
          <p:cNvSpPr/>
          <p:nvPr/>
        </p:nvSpPr>
        <p:spPr>
          <a:xfrm>
            <a:off x="4328160" y="3849751"/>
            <a:ext cx="6096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69" name="Unifont_24pt_sp1_75__c50.40_t41.03"/>
          <p:cNvSpPr/>
          <p:nvPr/>
        </p:nvSpPr>
        <p:spPr>
          <a:xfrm>
            <a:off x="6309360" y="3403600"/>
            <a:ext cx="609600" cy="6400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2400" u="sng" dirty="0">
                <a:solidFill>
                  <a:srgbClr val="000000"/>
                </a:solidFill>
                <a:latin typeface="Unifont" pitchFamily="34" charset="0"/>
                <a:ea typeface="Unifont" pitchFamily="34" charset="-122"/>
                <a:cs typeface="Unifont" pitchFamily="34" charset="-120"/>
              </a:rPr>
              <a:t>24pt</a:t>
            </a:r>
            <a:endParaRPr lang="en-US" sz="2400" dirty="0"/>
          </a:p>
        </p:txBody>
      </p:sp>
      <p:sp>
        <p:nvSpPr>
          <p:cNvPr id="70" name="Unifont_24pt_sp1_75__c50.40_t41.03__textBoxMarker"/>
          <p:cNvSpPr/>
          <p:nvPr/>
        </p:nvSpPr>
        <p:spPr>
          <a:xfrm>
            <a:off x="6309360" y="3918331"/>
            <a:ext cx="6096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71" name="Unifont_24pt_sp2__c57.60_t46.43"/>
          <p:cNvSpPr/>
          <p:nvPr/>
        </p:nvSpPr>
        <p:spPr>
          <a:xfrm>
            <a:off x="8290560" y="3403600"/>
            <a:ext cx="609600" cy="7315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2400" u="sng" dirty="0">
                <a:solidFill>
                  <a:srgbClr val="000000"/>
                </a:solidFill>
                <a:latin typeface="Unifont" pitchFamily="34" charset="0"/>
                <a:ea typeface="Unifont" pitchFamily="34" charset="-122"/>
                <a:cs typeface="Unifont" pitchFamily="34" charset="-120"/>
              </a:rPr>
              <a:t>24pt</a:t>
            </a:r>
            <a:endParaRPr lang="en-US" sz="2400" dirty="0"/>
          </a:p>
        </p:txBody>
      </p:sp>
      <p:sp>
        <p:nvSpPr>
          <p:cNvPr id="72" name="Unifont_24pt_sp2__c57.60_t46.43__textBoxMarker"/>
          <p:cNvSpPr/>
          <p:nvPr/>
        </p:nvSpPr>
        <p:spPr>
          <a:xfrm>
            <a:off x="8290560" y="3986911"/>
            <a:ext cx="6096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73" name="Unifont_32pt_sp1__c38.40_t37.91"/>
          <p:cNvSpPr/>
          <p:nvPr/>
        </p:nvSpPr>
        <p:spPr>
          <a:xfrm>
            <a:off x="365760" y="4236720"/>
            <a:ext cx="812800" cy="4876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200" u="sng" dirty="0">
                <a:solidFill>
                  <a:srgbClr val="000000"/>
                </a:solidFill>
                <a:latin typeface="Unifont" pitchFamily="34" charset="0"/>
                <a:ea typeface="Unifont" pitchFamily="34" charset="-122"/>
                <a:cs typeface="Unifont" pitchFamily="34" charset="-120"/>
              </a:rPr>
              <a:t>32pt</a:t>
            </a:r>
            <a:endParaRPr lang="en-US" sz="3200" dirty="0"/>
          </a:p>
        </p:txBody>
      </p:sp>
      <p:sp>
        <p:nvSpPr>
          <p:cNvPr id="74" name="Unifont_32pt_sp1__c38.40_t37.91__textBoxMarker"/>
          <p:cNvSpPr/>
          <p:nvPr/>
        </p:nvSpPr>
        <p:spPr>
          <a:xfrm>
            <a:off x="365760" y="4711827"/>
            <a:ext cx="8128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75" name="Unifont_32pt_sp1_25__c48.00_t40.31"/>
          <p:cNvSpPr/>
          <p:nvPr/>
        </p:nvSpPr>
        <p:spPr>
          <a:xfrm>
            <a:off x="2346960" y="4236720"/>
            <a:ext cx="812800" cy="6096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3200" u="sng" dirty="0">
                <a:solidFill>
                  <a:srgbClr val="000000"/>
                </a:solidFill>
                <a:latin typeface="Unifont" pitchFamily="34" charset="0"/>
                <a:ea typeface="Unifont" pitchFamily="34" charset="-122"/>
                <a:cs typeface="Unifont" pitchFamily="34" charset="-120"/>
              </a:rPr>
              <a:t>32pt</a:t>
            </a:r>
            <a:endParaRPr lang="en-US" sz="3200" dirty="0"/>
          </a:p>
        </p:txBody>
      </p:sp>
      <p:sp>
        <p:nvSpPr>
          <p:cNvPr id="76" name="Unifont_32pt_sp1_25__c48.00_t40.31__textBoxMarker"/>
          <p:cNvSpPr/>
          <p:nvPr/>
        </p:nvSpPr>
        <p:spPr>
          <a:xfrm>
            <a:off x="2346960" y="4742307"/>
            <a:ext cx="8128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77" name="Unifont_32pt_sp1_5__c57.60_t47.51"/>
          <p:cNvSpPr/>
          <p:nvPr/>
        </p:nvSpPr>
        <p:spPr>
          <a:xfrm>
            <a:off x="4328160" y="4236720"/>
            <a:ext cx="812800" cy="7315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3200" u="sng" dirty="0">
                <a:solidFill>
                  <a:srgbClr val="000000"/>
                </a:solidFill>
                <a:latin typeface="Unifont" pitchFamily="34" charset="0"/>
                <a:ea typeface="Unifont" pitchFamily="34" charset="-122"/>
                <a:cs typeface="Unifont" pitchFamily="34" charset="-120"/>
              </a:rPr>
              <a:t>32pt</a:t>
            </a:r>
            <a:endParaRPr lang="en-US" sz="3200" dirty="0"/>
          </a:p>
        </p:txBody>
      </p:sp>
      <p:sp>
        <p:nvSpPr>
          <p:cNvPr id="78" name="Unifont_32pt_sp1_5__c57.60_t47.51__textBoxMarker"/>
          <p:cNvSpPr/>
          <p:nvPr/>
        </p:nvSpPr>
        <p:spPr>
          <a:xfrm>
            <a:off x="4328160" y="4833747"/>
            <a:ext cx="8128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79" name="Unifont_32pt_sp1_75__c67.20_t54.71"/>
          <p:cNvSpPr/>
          <p:nvPr/>
        </p:nvSpPr>
        <p:spPr>
          <a:xfrm>
            <a:off x="6309360" y="4236720"/>
            <a:ext cx="812800" cy="8534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3200" u="sng" dirty="0">
                <a:solidFill>
                  <a:srgbClr val="000000"/>
                </a:solidFill>
                <a:latin typeface="Unifont" pitchFamily="34" charset="0"/>
                <a:ea typeface="Unifont" pitchFamily="34" charset="-122"/>
                <a:cs typeface="Unifont" pitchFamily="34" charset="-120"/>
              </a:rPr>
              <a:t>32pt</a:t>
            </a:r>
            <a:endParaRPr lang="en-US" sz="3200" dirty="0"/>
          </a:p>
        </p:txBody>
      </p:sp>
      <p:sp>
        <p:nvSpPr>
          <p:cNvPr id="80" name="Unifont_32pt_sp1_75__c67.20_t54.71__textBoxMarker"/>
          <p:cNvSpPr/>
          <p:nvPr/>
        </p:nvSpPr>
        <p:spPr>
          <a:xfrm>
            <a:off x="6309360" y="4925187"/>
            <a:ext cx="8128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81" name="Unifont_32pt_sp2__c76.80_t61.91"/>
          <p:cNvSpPr/>
          <p:nvPr/>
        </p:nvSpPr>
        <p:spPr>
          <a:xfrm>
            <a:off x="8290560" y="4236720"/>
            <a:ext cx="812800" cy="9753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3200" u="sng" dirty="0">
                <a:solidFill>
                  <a:srgbClr val="000000"/>
                </a:solidFill>
                <a:latin typeface="Unifont" pitchFamily="34" charset="0"/>
                <a:ea typeface="Unifont" pitchFamily="34" charset="-122"/>
                <a:cs typeface="Unifont" pitchFamily="34" charset="-120"/>
              </a:rPr>
              <a:t>32pt</a:t>
            </a:r>
            <a:endParaRPr lang="en-US" sz="3200" dirty="0"/>
          </a:p>
        </p:txBody>
      </p:sp>
      <p:sp>
        <p:nvSpPr>
          <p:cNvPr id="82" name="Unifont_32pt_sp2__c76.80_t61.91__textBoxMarker"/>
          <p:cNvSpPr/>
          <p:nvPr/>
        </p:nvSpPr>
        <p:spPr>
          <a:xfrm>
            <a:off x="8290560" y="5016627"/>
            <a:ext cx="8128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83" name="Unifont_40pt_sp1__c48.00_t47.39"/>
          <p:cNvSpPr/>
          <p:nvPr/>
        </p:nvSpPr>
        <p:spPr>
          <a:xfrm>
            <a:off x="365760" y="5313680"/>
            <a:ext cx="1016000" cy="6096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u="sng" dirty="0">
                <a:solidFill>
                  <a:srgbClr val="000000"/>
                </a:solidFill>
                <a:latin typeface="Unifont" pitchFamily="34" charset="0"/>
                <a:ea typeface="Unifont" pitchFamily="34" charset="-122"/>
                <a:cs typeface="Unifont" pitchFamily="34" charset="-120"/>
              </a:rPr>
              <a:t>40pt</a:t>
            </a:r>
            <a:endParaRPr lang="en-US" sz="4000" dirty="0"/>
          </a:p>
        </p:txBody>
      </p:sp>
      <p:sp>
        <p:nvSpPr>
          <p:cNvPr id="84" name="Unifont_40pt_sp1__c48.00_t47.39__textBoxMarker"/>
          <p:cNvSpPr/>
          <p:nvPr/>
        </p:nvSpPr>
        <p:spPr>
          <a:xfrm>
            <a:off x="365760" y="5909183"/>
            <a:ext cx="10160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85" name="Unifont_40pt_sp1_25__c60.00_t50.39"/>
          <p:cNvSpPr/>
          <p:nvPr/>
        </p:nvSpPr>
        <p:spPr>
          <a:xfrm>
            <a:off x="2346960" y="5313680"/>
            <a:ext cx="1016000" cy="7620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4000" u="sng" dirty="0">
                <a:solidFill>
                  <a:srgbClr val="000000"/>
                </a:solidFill>
                <a:latin typeface="Unifont" pitchFamily="34" charset="0"/>
                <a:ea typeface="Unifont" pitchFamily="34" charset="-122"/>
                <a:cs typeface="Unifont" pitchFamily="34" charset="-120"/>
              </a:rPr>
              <a:t>40pt</a:t>
            </a:r>
            <a:endParaRPr lang="en-US" sz="4000" dirty="0"/>
          </a:p>
        </p:txBody>
      </p:sp>
      <p:sp>
        <p:nvSpPr>
          <p:cNvPr id="86" name="Unifont_40pt_sp1_25__c60.00_t50.39__textBoxMarker"/>
          <p:cNvSpPr/>
          <p:nvPr/>
        </p:nvSpPr>
        <p:spPr>
          <a:xfrm>
            <a:off x="2346960" y="5947283"/>
            <a:ext cx="10160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87" name="Unifont_40pt_sp1_5__c72.00_t59.39"/>
          <p:cNvSpPr/>
          <p:nvPr/>
        </p:nvSpPr>
        <p:spPr>
          <a:xfrm>
            <a:off x="4328160" y="5313680"/>
            <a:ext cx="1016000" cy="9144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4000" u="sng" dirty="0">
                <a:solidFill>
                  <a:srgbClr val="000000"/>
                </a:solidFill>
                <a:latin typeface="Unifont" pitchFamily="34" charset="0"/>
                <a:ea typeface="Unifont" pitchFamily="34" charset="-122"/>
                <a:cs typeface="Unifont" pitchFamily="34" charset="-120"/>
              </a:rPr>
              <a:t>40pt</a:t>
            </a:r>
            <a:endParaRPr lang="en-US" sz="4000" dirty="0"/>
          </a:p>
        </p:txBody>
      </p:sp>
      <p:sp>
        <p:nvSpPr>
          <p:cNvPr id="88" name="Unifont_40pt_sp1_5__c72.00_t59.39__textBoxMarker"/>
          <p:cNvSpPr/>
          <p:nvPr/>
        </p:nvSpPr>
        <p:spPr>
          <a:xfrm>
            <a:off x="4328160" y="6061583"/>
            <a:ext cx="10160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89" name="Unifont_40pt_sp1_75__c84.00_t68.39"/>
          <p:cNvSpPr/>
          <p:nvPr/>
        </p:nvSpPr>
        <p:spPr>
          <a:xfrm>
            <a:off x="6309360" y="5313680"/>
            <a:ext cx="1016000" cy="10668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4000" u="sng" dirty="0">
                <a:solidFill>
                  <a:srgbClr val="000000"/>
                </a:solidFill>
                <a:latin typeface="Unifont" pitchFamily="34" charset="0"/>
                <a:ea typeface="Unifont" pitchFamily="34" charset="-122"/>
                <a:cs typeface="Unifont" pitchFamily="34" charset="-120"/>
              </a:rPr>
              <a:t>40pt</a:t>
            </a:r>
            <a:endParaRPr lang="en-US" sz="4000" dirty="0"/>
          </a:p>
        </p:txBody>
      </p:sp>
      <p:sp>
        <p:nvSpPr>
          <p:cNvPr id="90" name="Unifont_40pt_sp1_75__c84.00_t68.39__textBoxMarker"/>
          <p:cNvSpPr/>
          <p:nvPr/>
        </p:nvSpPr>
        <p:spPr>
          <a:xfrm>
            <a:off x="6309360" y="6175883"/>
            <a:ext cx="10160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91" name="Unifont_40pt_sp2__c96.00_t77.39"/>
          <p:cNvSpPr/>
          <p:nvPr/>
        </p:nvSpPr>
        <p:spPr>
          <a:xfrm>
            <a:off x="8290560" y="5313680"/>
            <a:ext cx="1016000" cy="12192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4000" u="sng" dirty="0">
                <a:solidFill>
                  <a:srgbClr val="000000"/>
                </a:solidFill>
                <a:latin typeface="Unifont" pitchFamily="34" charset="0"/>
                <a:ea typeface="Unifont" pitchFamily="34" charset="-122"/>
                <a:cs typeface="Unifont" pitchFamily="34" charset="-120"/>
              </a:rPr>
              <a:t>40pt</a:t>
            </a:r>
            <a:endParaRPr lang="en-US" sz="4000" dirty="0"/>
          </a:p>
        </p:txBody>
      </p:sp>
      <p:sp>
        <p:nvSpPr>
          <p:cNvPr id="92" name="Unifont_40pt_sp2__c96.00_t77.39__textBoxMarker"/>
          <p:cNvSpPr/>
          <p:nvPr/>
        </p:nvSpPr>
        <p:spPr>
          <a:xfrm>
            <a:off x="8290560" y="6290183"/>
            <a:ext cx="10160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93" name="Unifont_56pt_sp1__c67.20_t66.35"/>
          <p:cNvSpPr/>
          <p:nvPr/>
        </p:nvSpPr>
        <p:spPr>
          <a:xfrm>
            <a:off x="365760" y="6634480"/>
            <a:ext cx="1422400" cy="8534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5600" u="sng" dirty="0">
                <a:solidFill>
                  <a:srgbClr val="000000"/>
                </a:solidFill>
                <a:latin typeface="Unifont" pitchFamily="34" charset="0"/>
                <a:ea typeface="Unifont" pitchFamily="34" charset="-122"/>
                <a:cs typeface="Unifont" pitchFamily="34" charset="-120"/>
              </a:rPr>
              <a:t>56pt</a:t>
            </a:r>
            <a:endParaRPr lang="en-US" sz="5600" dirty="0"/>
          </a:p>
        </p:txBody>
      </p:sp>
      <p:sp>
        <p:nvSpPr>
          <p:cNvPr id="94" name="Unifont_56pt_sp1__c67.20_t66.35__textBoxMarker"/>
          <p:cNvSpPr/>
          <p:nvPr/>
        </p:nvSpPr>
        <p:spPr>
          <a:xfrm>
            <a:off x="365760" y="7470775"/>
            <a:ext cx="14224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95" name="Unifont_56pt_sp1_25__c84.00_t70.55"/>
          <p:cNvSpPr/>
          <p:nvPr/>
        </p:nvSpPr>
        <p:spPr>
          <a:xfrm>
            <a:off x="2346960" y="6634480"/>
            <a:ext cx="1422400" cy="10668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5600" u="sng" dirty="0">
                <a:solidFill>
                  <a:srgbClr val="000000"/>
                </a:solidFill>
                <a:latin typeface="Unifont" pitchFamily="34" charset="0"/>
                <a:ea typeface="Unifont" pitchFamily="34" charset="-122"/>
                <a:cs typeface="Unifont" pitchFamily="34" charset="-120"/>
              </a:rPr>
              <a:t>56pt</a:t>
            </a:r>
            <a:endParaRPr lang="en-US" sz="5600" dirty="0"/>
          </a:p>
        </p:txBody>
      </p:sp>
      <p:sp>
        <p:nvSpPr>
          <p:cNvPr id="96" name="Unifont_56pt_sp1_25__c84.00_t70.55__textBoxMarker"/>
          <p:cNvSpPr/>
          <p:nvPr/>
        </p:nvSpPr>
        <p:spPr>
          <a:xfrm>
            <a:off x="2346960" y="7524115"/>
            <a:ext cx="14224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97" name="Unifont_56pt_sp1_5__c100.80_t83.15"/>
          <p:cNvSpPr/>
          <p:nvPr/>
        </p:nvSpPr>
        <p:spPr>
          <a:xfrm>
            <a:off x="4328160" y="6634480"/>
            <a:ext cx="1422400" cy="12801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5600" u="sng" dirty="0">
                <a:solidFill>
                  <a:srgbClr val="000000"/>
                </a:solidFill>
                <a:latin typeface="Unifont" pitchFamily="34" charset="0"/>
                <a:ea typeface="Unifont" pitchFamily="34" charset="-122"/>
                <a:cs typeface="Unifont" pitchFamily="34" charset="-120"/>
              </a:rPr>
              <a:t>56pt</a:t>
            </a:r>
            <a:endParaRPr lang="en-US" sz="5600" dirty="0"/>
          </a:p>
        </p:txBody>
      </p:sp>
      <p:sp>
        <p:nvSpPr>
          <p:cNvPr id="98" name="Unifont_56pt_sp1_5__c100.80_t83.15__textBoxMarker"/>
          <p:cNvSpPr/>
          <p:nvPr/>
        </p:nvSpPr>
        <p:spPr>
          <a:xfrm>
            <a:off x="4328160" y="7684135"/>
            <a:ext cx="14224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99" name="Unifont_56pt_sp1_75__c117.60_t95.75"/>
          <p:cNvSpPr/>
          <p:nvPr/>
        </p:nvSpPr>
        <p:spPr>
          <a:xfrm>
            <a:off x="6309360" y="6634480"/>
            <a:ext cx="1422400" cy="14935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5600" u="sng" dirty="0">
                <a:solidFill>
                  <a:srgbClr val="000000"/>
                </a:solidFill>
                <a:latin typeface="Unifont" pitchFamily="34" charset="0"/>
                <a:ea typeface="Unifont" pitchFamily="34" charset="-122"/>
                <a:cs typeface="Unifont" pitchFamily="34" charset="-120"/>
              </a:rPr>
              <a:t>56pt</a:t>
            </a:r>
            <a:endParaRPr lang="en-US" sz="5600" dirty="0"/>
          </a:p>
        </p:txBody>
      </p:sp>
      <p:sp>
        <p:nvSpPr>
          <p:cNvPr id="100" name="Unifont_56pt_sp1_75__c117.60_t95.75__textBoxMarker"/>
          <p:cNvSpPr/>
          <p:nvPr/>
        </p:nvSpPr>
        <p:spPr>
          <a:xfrm>
            <a:off x="6309360" y="7844155"/>
            <a:ext cx="14224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01" name="Unifont_56pt_sp2__c134.40_t108.35"/>
          <p:cNvSpPr/>
          <p:nvPr/>
        </p:nvSpPr>
        <p:spPr>
          <a:xfrm>
            <a:off x="8290560" y="6634480"/>
            <a:ext cx="1422400" cy="17068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5600" u="sng" dirty="0">
                <a:solidFill>
                  <a:srgbClr val="000000"/>
                </a:solidFill>
                <a:latin typeface="Unifont" pitchFamily="34" charset="0"/>
                <a:ea typeface="Unifont" pitchFamily="34" charset="-122"/>
                <a:cs typeface="Unifont" pitchFamily="34" charset="-120"/>
              </a:rPr>
              <a:t>56pt</a:t>
            </a:r>
            <a:endParaRPr lang="en-US" sz="5600" dirty="0"/>
          </a:p>
        </p:txBody>
      </p:sp>
      <p:sp>
        <p:nvSpPr>
          <p:cNvPr id="102" name="Unifont_56pt_sp2__c134.40_t108.35__textBoxMarker"/>
          <p:cNvSpPr/>
          <p:nvPr/>
        </p:nvSpPr>
        <p:spPr>
          <a:xfrm>
            <a:off x="8290560" y="8004175"/>
            <a:ext cx="14224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03" name="Unifont_70pt_sp1__c84.00_t82.93"/>
          <p:cNvSpPr/>
          <p:nvPr/>
        </p:nvSpPr>
        <p:spPr>
          <a:xfrm>
            <a:off x="365760" y="8442960"/>
            <a:ext cx="1778000" cy="10668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000" u="sng" dirty="0">
                <a:solidFill>
                  <a:srgbClr val="000000"/>
                </a:solidFill>
                <a:latin typeface="Unifont" pitchFamily="34" charset="0"/>
                <a:ea typeface="Unifont" pitchFamily="34" charset="-122"/>
                <a:cs typeface="Unifont" pitchFamily="34" charset="-120"/>
              </a:rPr>
              <a:t>70pt</a:t>
            </a:r>
            <a:endParaRPr lang="en-US" sz="7000" dirty="0"/>
          </a:p>
        </p:txBody>
      </p:sp>
      <p:sp>
        <p:nvSpPr>
          <p:cNvPr id="104" name="Unifont_70pt_sp1__c84.00_t82.93__textBoxMarker"/>
          <p:cNvSpPr/>
          <p:nvPr/>
        </p:nvSpPr>
        <p:spPr>
          <a:xfrm>
            <a:off x="365760" y="9489821"/>
            <a:ext cx="17780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05" name="Unifont_70pt_sp1_25__c105.00_t88.18"/>
          <p:cNvSpPr/>
          <p:nvPr/>
        </p:nvSpPr>
        <p:spPr>
          <a:xfrm>
            <a:off x="2346960" y="8442960"/>
            <a:ext cx="1778000" cy="13335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000" u="sng" dirty="0">
                <a:solidFill>
                  <a:srgbClr val="000000"/>
                </a:solidFill>
                <a:latin typeface="Unifont" pitchFamily="34" charset="0"/>
                <a:ea typeface="Unifont" pitchFamily="34" charset="-122"/>
                <a:cs typeface="Unifont" pitchFamily="34" charset="-120"/>
              </a:rPr>
              <a:t>70pt</a:t>
            </a:r>
            <a:endParaRPr lang="en-US" sz="7000" dirty="0"/>
          </a:p>
        </p:txBody>
      </p:sp>
      <p:sp>
        <p:nvSpPr>
          <p:cNvPr id="106" name="Unifont_70pt_sp1_25__c105.00_t88.18__textBoxMarker"/>
          <p:cNvSpPr/>
          <p:nvPr/>
        </p:nvSpPr>
        <p:spPr>
          <a:xfrm>
            <a:off x="2346960" y="9556496"/>
            <a:ext cx="17780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07" name="Unifont_70pt_sp1_5__c126.00_t103.93"/>
          <p:cNvSpPr/>
          <p:nvPr/>
        </p:nvSpPr>
        <p:spPr>
          <a:xfrm>
            <a:off x="4328160" y="8442960"/>
            <a:ext cx="1778000" cy="16002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7000" u="sng" dirty="0">
                <a:solidFill>
                  <a:srgbClr val="000000"/>
                </a:solidFill>
                <a:latin typeface="Unifont" pitchFamily="34" charset="0"/>
                <a:ea typeface="Unifont" pitchFamily="34" charset="-122"/>
                <a:cs typeface="Unifont" pitchFamily="34" charset="-120"/>
              </a:rPr>
              <a:t>70pt</a:t>
            </a:r>
            <a:endParaRPr lang="en-US" sz="7000" dirty="0"/>
          </a:p>
        </p:txBody>
      </p:sp>
      <p:sp>
        <p:nvSpPr>
          <p:cNvPr id="108" name="Unifont_70pt_sp1_5__c126.00_t103.93__textBoxMarker"/>
          <p:cNvSpPr/>
          <p:nvPr/>
        </p:nvSpPr>
        <p:spPr>
          <a:xfrm>
            <a:off x="4328160" y="9756521"/>
            <a:ext cx="17780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09" name="Unifont_70pt_sp1_75__c147.00_t119.68"/>
          <p:cNvSpPr/>
          <p:nvPr/>
        </p:nvSpPr>
        <p:spPr>
          <a:xfrm>
            <a:off x="6309360" y="8442960"/>
            <a:ext cx="1778000" cy="18669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7000" u="sng" dirty="0">
                <a:solidFill>
                  <a:srgbClr val="000000"/>
                </a:solidFill>
                <a:latin typeface="Unifont" pitchFamily="34" charset="0"/>
                <a:ea typeface="Unifont" pitchFamily="34" charset="-122"/>
                <a:cs typeface="Unifont" pitchFamily="34" charset="-120"/>
              </a:rPr>
              <a:t>70pt</a:t>
            </a:r>
            <a:endParaRPr lang="en-US" sz="7000" dirty="0"/>
          </a:p>
        </p:txBody>
      </p:sp>
      <p:sp>
        <p:nvSpPr>
          <p:cNvPr id="110" name="Unifont_70pt_sp1_75__c147.00_t119.68__textBoxMarker"/>
          <p:cNvSpPr/>
          <p:nvPr/>
        </p:nvSpPr>
        <p:spPr>
          <a:xfrm>
            <a:off x="6309360" y="9956546"/>
            <a:ext cx="17780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11" name="Unifont_70pt_sp2__c168.00_t135.43"/>
          <p:cNvSpPr/>
          <p:nvPr/>
        </p:nvSpPr>
        <p:spPr>
          <a:xfrm>
            <a:off x="8290560" y="8442960"/>
            <a:ext cx="1778000" cy="21336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7000" u="sng" dirty="0">
                <a:solidFill>
                  <a:srgbClr val="000000"/>
                </a:solidFill>
                <a:latin typeface="Unifont" pitchFamily="34" charset="0"/>
                <a:ea typeface="Unifont" pitchFamily="34" charset="-122"/>
                <a:cs typeface="Unifont" pitchFamily="34" charset="-120"/>
              </a:rPr>
              <a:t>70pt</a:t>
            </a:r>
            <a:endParaRPr lang="en-US" sz="7000" dirty="0"/>
          </a:p>
        </p:txBody>
      </p:sp>
      <p:sp>
        <p:nvSpPr>
          <p:cNvPr id="112" name="Unifont_70pt_sp2__c168.00_t135.43__textBoxMarker"/>
          <p:cNvSpPr/>
          <p:nvPr/>
        </p:nvSpPr>
        <p:spPr>
          <a:xfrm>
            <a:off x="8290560" y="10156571"/>
            <a:ext cx="1778000" cy="12700"/>
          </a:xfrm>
          <a:prstGeom prst="rect">
            <a:avLst/>
          </a:prstGeom>
          <a:solidFill>
            <a:srgbClr val="0000FF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76200"/>
            <a:ext cx="548640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Times New Roman</a:t>
            </a:r>
            <a:endParaRPr lang="en-US" sz="1400" dirty="0"/>
          </a:p>
        </p:txBody>
      </p:sp>
      <p:sp>
        <p:nvSpPr>
          <p:cNvPr id="3" name="TimesNewRoman_6pt_sp1__c7.20_t6.89"/>
          <p:cNvSpPr/>
          <p:nvPr/>
        </p:nvSpPr>
        <p:spPr>
          <a:xfrm>
            <a:off x="365760" y="721360"/>
            <a:ext cx="97409" cy="914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00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6pt</a:t>
            </a:r>
            <a:endParaRPr lang="en-US" sz="600" dirty="0"/>
          </a:p>
        </p:txBody>
      </p:sp>
      <p:sp>
        <p:nvSpPr>
          <p:cNvPr id="4" name="TimesNewRoman_6pt_sp1__c7.20_t6.89__textBoxMarker"/>
          <p:cNvSpPr/>
          <p:nvPr/>
        </p:nvSpPr>
        <p:spPr>
          <a:xfrm>
            <a:off x="365760" y="802513"/>
            <a:ext cx="97409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5" name="TimesNewRoman_6pt_sp1_25__c9.00_t8.15"/>
          <p:cNvSpPr/>
          <p:nvPr/>
        </p:nvSpPr>
        <p:spPr>
          <a:xfrm>
            <a:off x="2149475" y="721360"/>
            <a:ext cx="97409" cy="1143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600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6pt</a:t>
            </a:r>
            <a:endParaRPr lang="en-US" sz="600" dirty="0"/>
          </a:p>
        </p:txBody>
      </p:sp>
      <p:sp>
        <p:nvSpPr>
          <p:cNvPr id="6" name="TimesNewRoman_6pt_sp1_25__c9.00_t8.15__textBoxMarker"/>
          <p:cNvSpPr/>
          <p:nvPr/>
        </p:nvSpPr>
        <p:spPr>
          <a:xfrm>
            <a:off x="2149475" y="818515"/>
            <a:ext cx="97409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7" name="TimesNewRoman_6pt_sp1_5__c10.80_t9.50"/>
          <p:cNvSpPr/>
          <p:nvPr/>
        </p:nvSpPr>
        <p:spPr>
          <a:xfrm>
            <a:off x="3933190" y="721360"/>
            <a:ext cx="97409" cy="1371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600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6pt</a:t>
            </a:r>
            <a:endParaRPr lang="en-US" sz="600" dirty="0"/>
          </a:p>
        </p:txBody>
      </p:sp>
      <p:sp>
        <p:nvSpPr>
          <p:cNvPr id="8" name="TimesNewRoman_6pt_sp1_5__c10.80_t9.50__textBoxMarker"/>
          <p:cNvSpPr/>
          <p:nvPr/>
        </p:nvSpPr>
        <p:spPr>
          <a:xfrm>
            <a:off x="3933190" y="835660"/>
            <a:ext cx="97409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9" name="TimesNewRoman_6pt_sp1_75__c12.60_t10.85"/>
          <p:cNvSpPr/>
          <p:nvPr/>
        </p:nvSpPr>
        <p:spPr>
          <a:xfrm>
            <a:off x="5716905" y="721360"/>
            <a:ext cx="97409" cy="1600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600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6pt</a:t>
            </a:r>
            <a:endParaRPr lang="en-US" sz="600" dirty="0"/>
          </a:p>
        </p:txBody>
      </p:sp>
      <p:sp>
        <p:nvSpPr>
          <p:cNvPr id="10" name="TimesNewRoman_6pt_sp1_75__c12.60_t10.85__textBoxMarker"/>
          <p:cNvSpPr/>
          <p:nvPr/>
        </p:nvSpPr>
        <p:spPr>
          <a:xfrm>
            <a:off x="5716905" y="852805"/>
            <a:ext cx="97409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1" name="TimesNewRoman_6pt_sp2__c14.40_t12.20"/>
          <p:cNvSpPr/>
          <p:nvPr/>
        </p:nvSpPr>
        <p:spPr>
          <a:xfrm>
            <a:off x="7500620" y="721360"/>
            <a:ext cx="97409" cy="1828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600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6pt</a:t>
            </a:r>
            <a:endParaRPr lang="en-US" sz="600" dirty="0"/>
          </a:p>
        </p:txBody>
      </p:sp>
      <p:sp>
        <p:nvSpPr>
          <p:cNvPr id="12" name="TimesNewRoman_6pt_sp2__c14.40_t12.20__textBoxMarker"/>
          <p:cNvSpPr/>
          <p:nvPr/>
        </p:nvSpPr>
        <p:spPr>
          <a:xfrm>
            <a:off x="7500620" y="869950"/>
            <a:ext cx="97409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3" name="TimesNewRoman_8pt_sp1__c9.60_t9.19"/>
          <p:cNvSpPr/>
          <p:nvPr/>
        </p:nvSpPr>
        <p:spPr>
          <a:xfrm>
            <a:off x="365760" y="1005840"/>
            <a:ext cx="129794" cy="1219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8pt</a:t>
            </a:r>
            <a:endParaRPr lang="en-US" sz="800" dirty="0"/>
          </a:p>
        </p:txBody>
      </p:sp>
      <p:sp>
        <p:nvSpPr>
          <p:cNvPr id="14" name="TimesNewRoman_8pt_sp1__c9.60_t9.19__textBoxMarker"/>
          <p:cNvSpPr/>
          <p:nvPr/>
        </p:nvSpPr>
        <p:spPr>
          <a:xfrm>
            <a:off x="365760" y="1116203"/>
            <a:ext cx="129794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5" name="TimesNewRoman_8pt_sp1_25__c12.00_t10.87"/>
          <p:cNvSpPr/>
          <p:nvPr/>
        </p:nvSpPr>
        <p:spPr>
          <a:xfrm>
            <a:off x="2149475" y="1005840"/>
            <a:ext cx="129794" cy="1524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8pt</a:t>
            </a:r>
            <a:endParaRPr lang="en-US" sz="800" dirty="0"/>
          </a:p>
        </p:txBody>
      </p:sp>
      <p:sp>
        <p:nvSpPr>
          <p:cNvPr id="16" name="TimesNewRoman_8pt_sp1_25__c12.00_t10.87__textBoxMarker"/>
          <p:cNvSpPr/>
          <p:nvPr/>
        </p:nvSpPr>
        <p:spPr>
          <a:xfrm>
            <a:off x="2149475" y="1137539"/>
            <a:ext cx="129794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7" name="TimesNewRoman_8pt_sp1_5__c14.40_t12.67"/>
          <p:cNvSpPr/>
          <p:nvPr/>
        </p:nvSpPr>
        <p:spPr>
          <a:xfrm>
            <a:off x="3933190" y="1005840"/>
            <a:ext cx="129794" cy="1828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800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8pt</a:t>
            </a:r>
            <a:endParaRPr lang="en-US" sz="800" dirty="0"/>
          </a:p>
        </p:txBody>
      </p:sp>
      <p:sp>
        <p:nvSpPr>
          <p:cNvPr id="18" name="TimesNewRoman_8pt_sp1_5__c14.40_t12.67__textBoxMarker"/>
          <p:cNvSpPr/>
          <p:nvPr/>
        </p:nvSpPr>
        <p:spPr>
          <a:xfrm>
            <a:off x="3933190" y="1160399"/>
            <a:ext cx="129794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9" name="TimesNewRoman_8pt_sp1_75__c16.80_t14.47"/>
          <p:cNvSpPr/>
          <p:nvPr/>
        </p:nvSpPr>
        <p:spPr>
          <a:xfrm>
            <a:off x="5716905" y="1005840"/>
            <a:ext cx="129794" cy="2133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800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8pt</a:t>
            </a:r>
            <a:endParaRPr lang="en-US" sz="800" dirty="0"/>
          </a:p>
        </p:txBody>
      </p:sp>
      <p:sp>
        <p:nvSpPr>
          <p:cNvPr id="20" name="TimesNewRoman_8pt_sp1_75__c16.80_t14.47__textBoxMarker"/>
          <p:cNvSpPr/>
          <p:nvPr/>
        </p:nvSpPr>
        <p:spPr>
          <a:xfrm>
            <a:off x="5716905" y="1183259"/>
            <a:ext cx="129794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21" name="TimesNewRoman_8pt_sp2__c19.20_t16.27"/>
          <p:cNvSpPr/>
          <p:nvPr/>
        </p:nvSpPr>
        <p:spPr>
          <a:xfrm>
            <a:off x="7500620" y="1005840"/>
            <a:ext cx="129794" cy="2438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800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8pt</a:t>
            </a:r>
            <a:endParaRPr lang="en-US" sz="800" dirty="0"/>
          </a:p>
        </p:txBody>
      </p:sp>
      <p:sp>
        <p:nvSpPr>
          <p:cNvPr id="22" name="TimesNewRoman_8pt_sp2__c19.20_t16.27__textBoxMarker"/>
          <p:cNvSpPr/>
          <p:nvPr/>
        </p:nvSpPr>
        <p:spPr>
          <a:xfrm>
            <a:off x="7500620" y="1206119"/>
            <a:ext cx="129794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23" name="TimesNewRoman_10pt_sp1__c12.00_t11.48"/>
          <p:cNvSpPr/>
          <p:nvPr/>
        </p:nvSpPr>
        <p:spPr>
          <a:xfrm>
            <a:off x="365760" y="1351280"/>
            <a:ext cx="225806" cy="1524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10pt</a:t>
            </a:r>
            <a:endParaRPr lang="en-US" sz="1000" dirty="0"/>
          </a:p>
        </p:txBody>
      </p:sp>
      <p:sp>
        <p:nvSpPr>
          <p:cNvPr id="24" name="TimesNewRoman_10pt_sp1__c12.00_t11.48__textBoxMarker"/>
          <p:cNvSpPr/>
          <p:nvPr/>
        </p:nvSpPr>
        <p:spPr>
          <a:xfrm>
            <a:off x="365760" y="1490726"/>
            <a:ext cx="225806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25" name="TimesNewRoman_10pt_sp1_25__c15.00_t13.58"/>
          <p:cNvSpPr/>
          <p:nvPr/>
        </p:nvSpPr>
        <p:spPr>
          <a:xfrm>
            <a:off x="2149475" y="1351280"/>
            <a:ext cx="225806" cy="1905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10pt</a:t>
            </a:r>
            <a:endParaRPr lang="en-US" sz="1000" dirty="0"/>
          </a:p>
        </p:txBody>
      </p:sp>
      <p:sp>
        <p:nvSpPr>
          <p:cNvPr id="26" name="TimesNewRoman_10pt_sp1_25__c15.00_t13.58__textBoxMarker"/>
          <p:cNvSpPr/>
          <p:nvPr/>
        </p:nvSpPr>
        <p:spPr>
          <a:xfrm>
            <a:off x="2149475" y="1517396"/>
            <a:ext cx="225806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27" name="TimesNewRoman_10pt_sp1_5__c18.00_t15.83"/>
          <p:cNvSpPr/>
          <p:nvPr/>
        </p:nvSpPr>
        <p:spPr>
          <a:xfrm>
            <a:off x="3933190" y="1351280"/>
            <a:ext cx="225806" cy="2286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10pt</a:t>
            </a:r>
            <a:endParaRPr lang="en-US" sz="1000" dirty="0"/>
          </a:p>
        </p:txBody>
      </p:sp>
      <p:sp>
        <p:nvSpPr>
          <p:cNvPr id="28" name="TimesNewRoman_10pt_sp1_5__c18.00_t15.83__textBoxMarker"/>
          <p:cNvSpPr/>
          <p:nvPr/>
        </p:nvSpPr>
        <p:spPr>
          <a:xfrm>
            <a:off x="3933190" y="1545971"/>
            <a:ext cx="225806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29" name="TimesNewRoman_10pt_sp1_75__c21.00_t18.08"/>
          <p:cNvSpPr/>
          <p:nvPr/>
        </p:nvSpPr>
        <p:spPr>
          <a:xfrm>
            <a:off x="5716905" y="1351280"/>
            <a:ext cx="225806" cy="2667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1000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10pt</a:t>
            </a:r>
            <a:endParaRPr lang="en-US" sz="1000" dirty="0"/>
          </a:p>
        </p:txBody>
      </p:sp>
      <p:sp>
        <p:nvSpPr>
          <p:cNvPr id="30" name="TimesNewRoman_10pt_sp1_75__c21.00_t18.08__textBoxMarker"/>
          <p:cNvSpPr/>
          <p:nvPr/>
        </p:nvSpPr>
        <p:spPr>
          <a:xfrm>
            <a:off x="5716905" y="1574546"/>
            <a:ext cx="225806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31" name="TimesNewRoman_10pt_sp2__c24.00_t20.33"/>
          <p:cNvSpPr/>
          <p:nvPr/>
        </p:nvSpPr>
        <p:spPr>
          <a:xfrm>
            <a:off x="7500620" y="1351280"/>
            <a:ext cx="225806" cy="3048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1000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10pt</a:t>
            </a:r>
            <a:endParaRPr lang="en-US" sz="1000" dirty="0"/>
          </a:p>
        </p:txBody>
      </p:sp>
      <p:sp>
        <p:nvSpPr>
          <p:cNvPr id="32" name="TimesNewRoman_10pt_sp2__c24.00_t20.33__textBoxMarker"/>
          <p:cNvSpPr/>
          <p:nvPr/>
        </p:nvSpPr>
        <p:spPr>
          <a:xfrm>
            <a:off x="7500620" y="1603121"/>
            <a:ext cx="225806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33" name="TimesNewRoman_12pt_sp1__c14.40_t13.78"/>
          <p:cNvSpPr/>
          <p:nvPr/>
        </p:nvSpPr>
        <p:spPr>
          <a:xfrm>
            <a:off x="365760" y="1757680"/>
            <a:ext cx="270891" cy="1828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12pt</a:t>
            </a:r>
            <a:endParaRPr lang="en-US" sz="1200" dirty="0"/>
          </a:p>
        </p:txBody>
      </p:sp>
      <p:sp>
        <p:nvSpPr>
          <p:cNvPr id="34" name="TimesNewRoman_12pt_sp1__c14.40_t13.78__textBoxMarker"/>
          <p:cNvSpPr/>
          <p:nvPr/>
        </p:nvSpPr>
        <p:spPr>
          <a:xfrm>
            <a:off x="365760" y="1926336"/>
            <a:ext cx="270891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35" name="TimesNewRoman_12pt_sp1_25__c18.00_t16.30"/>
          <p:cNvSpPr/>
          <p:nvPr/>
        </p:nvSpPr>
        <p:spPr>
          <a:xfrm>
            <a:off x="2149475" y="1757680"/>
            <a:ext cx="270891" cy="2286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12pt</a:t>
            </a:r>
            <a:endParaRPr lang="en-US" sz="1200" dirty="0"/>
          </a:p>
        </p:txBody>
      </p:sp>
      <p:sp>
        <p:nvSpPr>
          <p:cNvPr id="36" name="TimesNewRoman_12pt_sp1_25__c18.00_t16.30__textBoxMarker"/>
          <p:cNvSpPr/>
          <p:nvPr/>
        </p:nvSpPr>
        <p:spPr>
          <a:xfrm>
            <a:off x="2149475" y="1958340"/>
            <a:ext cx="270891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37" name="TimesNewRoman_12pt_sp1_5__c21.60_t19.00"/>
          <p:cNvSpPr/>
          <p:nvPr/>
        </p:nvSpPr>
        <p:spPr>
          <a:xfrm>
            <a:off x="3933190" y="1757680"/>
            <a:ext cx="270891" cy="2743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12pt</a:t>
            </a:r>
            <a:endParaRPr lang="en-US" sz="1200" dirty="0"/>
          </a:p>
        </p:txBody>
      </p:sp>
      <p:sp>
        <p:nvSpPr>
          <p:cNvPr id="38" name="TimesNewRoman_12pt_sp1_5__c21.60_t19.00__textBoxMarker"/>
          <p:cNvSpPr/>
          <p:nvPr/>
        </p:nvSpPr>
        <p:spPr>
          <a:xfrm>
            <a:off x="3933190" y="1992630"/>
            <a:ext cx="270891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39" name="TimesNewRoman_12pt_sp1_75__c25.20_t21.70"/>
          <p:cNvSpPr/>
          <p:nvPr/>
        </p:nvSpPr>
        <p:spPr>
          <a:xfrm>
            <a:off x="5716905" y="1757680"/>
            <a:ext cx="270891" cy="3200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1200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12pt</a:t>
            </a:r>
            <a:endParaRPr lang="en-US" sz="1200" dirty="0"/>
          </a:p>
        </p:txBody>
      </p:sp>
      <p:sp>
        <p:nvSpPr>
          <p:cNvPr id="40" name="TimesNewRoman_12pt_sp1_75__c25.20_t21.70__textBoxMarker"/>
          <p:cNvSpPr/>
          <p:nvPr/>
        </p:nvSpPr>
        <p:spPr>
          <a:xfrm>
            <a:off x="5716905" y="2026920"/>
            <a:ext cx="270891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41" name="TimesNewRoman_12pt_sp2__c28.80_t24.40"/>
          <p:cNvSpPr/>
          <p:nvPr/>
        </p:nvSpPr>
        <p:spPr>
          <a:xfrm>
            <a:off x="7500620" y="1757680"/>
            <a:ext cx="270891" cy="3657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1200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12pt</a:t>
            </a:r>
            <a:endParaRPr lang="en-US" sz="1200" dirty="0"/>
          </a:p>
        </p:txBody>
      </p:sp>
      <p:sp>
        <p:nvSpPr>
          <p:cNvPr id="42" name="TimesNewRoman_12pt_sp2__c28.80_t24.40__textBoxMarker"/>
          <p:cNvSpPr/>
          <p:nvPr/>
        </p:nvSpPr>
        <p:spPr>
          <a:xfrm>
            <a:off x="7500620" y="2061210"/>
            <a:ext cx="270891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43" name="TimesNewRoman_14pt_sp1__c16.80_t16.07"/>
          <p:cNvSpPr/>
          <p:nvPr/>
        </p:nvSpPr>
        <p:spPr>
          <a:xfrm>
            <a:off x="365760" y="2225040"/>
            <a:ext cx="316103" cy="2133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14pt</a:t>
            </a:r>
            <a:endParaRPr lang="en-US" sz="1400" dirty="0"/>
          </a:p>
        </p:txBody>
      </p:sp>
      <p:sp>
        <p:nvSpPr>
          <p:cNvPr id="44" name="TimesNewRoman_14pt_sp1__c16.80_t16.07__textBoxMarker"/>
          <p:cNvSpPr/>
          <p:nvPr/>
        </p:nvSpPr>
        <p:spPr>
          <a:xfrm>
            <a:off x="365760" y="2422779"/>
            <a:ext cx="316103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45" name="TimesNewRoman_14pt_sp1_25__c21.00_t19.01"/>
          <p:cNvSpPr/>
          <p:nvPr/>
        </p:nvSpPr>
        <p:spPr>
          <a:xfrm>
            <a:off x="2149475" y="2225040"/>
            <a:ext cx="316103" cy="2667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14pt</a:t>
            </a:r>
            <a:endParaRPr lang="en-US" sz="1400" dirty="0"/>
          </a:p>
        </p:txBody>
      </p:sp>
      <p:sp>
        <p:nvSpPr>
          <p:cNvPr id="46" name="TimesNewRoman_14pt_sp1_25__c21.00_t19.01__textBoxMarker"/>
          <p:cNvSpPr/>
          <p:nvPr/>
        </p:nvSpPr>
        <p:spPr>
          <a:xfrm>
            <a:off x="2149475" y="2460117"/>
            <a:ext cx="316103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47" name="TimesNewRoman_14pt_sp1_5__c25.20_t22.16"/>
          <p:cNvSpPr/>
          <p:nvPr/>
        </p:nvSpPr>
        <p:spPr>
          <a:xfrm>
            <a:off x="3933190" y="2225040"/>
            <a:ext cx="316103" cy="3200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14pt</a:t>
            </a:r>
            <a:endParaRPr lang="en-US" sz="1400" dirty="0"/>
          </a:p>
        </p:txBody>
      </p:sp>
      <p:sp>
        <p:nvSpPr>
          <p:cNvPr id="48" name="TimesNewRoman_14pt_sp1_5__c25.20_t22.16__textBoxMarker"/>
          <p:cNvSpPr/>
          <p:nvPr/>
        </p:nvSpPr>
        <p:spPr>
          <a:xfrm>
            <a:off x="3933190" y="2500122"/>
            <a:ext cx="316103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49" name="TimesNewRoman_14pt_sp1_75__c29.40_t25.31"/>
          <p:cNvSpPr/>
          <p:nvPr/>
        </p:nvSpPr>
        <p:spPr>
          <a:xfrm>
            <a:off x="5716905" y="2225040"/>
            <a:ext cx="316103" cy="3733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14pt</a:t>
            </a:r>
            <a:endParaRPr lang="en-US" sz="1400" dirty="0"/>
          </a:p>
        </p:txBody>
      </p:sp>
      <p:sp>
        <p:nvSpPr>
          <p:cNvPr id="50" name="TimesNewRoman_14pt_sp1_75__c29.40_t25.31__textBoxMarker"/>
          <p:cNvSpPr/>
          <p:nvPr/>
        </p:nvSpPr>
        <p:spPr>
          <a:xfrm>
            <a:off x="5716905" y="2540127"/>
            <a:ext cx="316103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51" name="TimesNewRoman_14pt_sp2__c33.60_t28.46"/>
          <p:cNvSpPr/>
          <p:nvPr/>
        </p:nvSpPr>
        <p:spPr>
          <a:xfrm>
            <a:off x="7500620" y="2225040"/>
            <a:ext cx="316103" cy="4267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14pt</a:t>
            </a:r>
            <a:endParaRPr lang="en-US" sz="1400" dirty="0"/>
          </a:p>
        </p:txBody>
      </p:sp>
      <p:sp>
        <p:nvSpPr>
          <p:cNvPr id="52" name="TimesNewRoman_14pt_sp2__c33.60_t28.46__textBoxMarker"/>
          <p:cNvSpPr/>
          <p:nvPr/>
        </p:nvSpPr>
        <p:spPr>
          <a:xfrm>
            <a:off x="7500620" y="2580132"/>
            <a:ext cx="316103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53" name="TimesNewRoman_18pt_sp1__c21.60_t20.67"/>
          <p:cNvSpPr/>
          <p:nvPr/>
        </p:nvSpPr>
        <p:spPr>
          <a:xfrm>
            <a:off x="365760" y="2753360"/>
            <a:ext cx="406400" cy="2743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18pt</a:t>
            </a:r>
            <a:endParaRPr lang="en-US" sz="1800" dirty="0"/>
          </a:p>
        </p:txBody>
      </p:sp>
      <p:sp>
        <p:nvSpPr>
          <p:cNvPr id="54" name="TimesNewRoman_18pt_sp1__c21.60_t20.67__textBoxMarker"/>
          <p:cNvSpPr/>
          <p:nvPr/>
        </p:nvSpPr>
        <p:spPr>
          <a:xfrm>
            <a:off x="365760" y="3009519"/>
            <a:ext cx="4064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55" name="TimesNewRoman_18pt_sp1_25__c27.00_t24.45"/>
          <p:cNvSpPr/>
          <p:nvPr/>
        </p:nvSpPr>
        <p:spPr>
          <a:xfrm>
            <a:off x="2149475" y="2753360"/>
            <a:ext cx="406400" cy="3429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18pt</a:t>
            </a:r>
            <a:endParaRPr lang="en-US" sz="1800" dirty="0"/>
          </a:p>
        </p:txBody>
      </p:sp>
      <p:sp>
        <p:nvSpPr>
          <p:cNvPr id="56" name="TimesNewRoman_18pt_sp1_25__c27.00_t24.45__textBoxMarker"/>
          <p:cNvSpPr/>
          <p:nvPr/>
        </p:nvSpPr>
        <p:spPr>
          <a:xfrm>
            <a:off x="2149475" y="3057525"/>
            <a:ext cx="4064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57" name="TimesNewRoman_18pt_sp1_5__c32.40_t28.50"/>
          <p:cNvSpPr/>
          <p:nvPr/>
        </p:nvSpPr>
        <p:spPr>
          <a:xfrm>
            <a:off x="3933190" y="2753360"/>
            <a:ext cx="406400" cy="4114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18pt</a:t>
            </a:r>
            <a:endParaRPr lang="en-US" sz="1800" dirty="0"/>
          </a:p>
        </p:txBody>
      </p:sp>
      <p:sp>
        <p:nvSpPr>
          <p:cNvPr id="58" name="TimesNewRoman_18pt_sp1_5__c32.40_t28.50__textBoxMarker"/>
          <p:cNvSpPr/>
          <p:nvPr/>
        </p:nvSpPr>
        <p:spPr>
          <a:xfrm>
            <a:off x="3933190" y="3108960"/>
            <a:ext cx="4064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59" name="TimesNewRoman_18pt_sp1_75__c37.80_t32.55"/>
          <p:cNvSpPr/>
          <p:nvPr/>
        </p:nvSpPr>
        <p:spPr>
          <a:xfrm>
            <a:off x="5716905" y="2753360"/>
            <a:ext cx="406400" cy="4800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18pt</a:t>
            </a:r>
            <a:endParaRPr lang="en-US" sz="1800" dirty="0"/>
          </a:p>
        </p:txBody>
      </p:sp>
      <p:sp>
        <p:nvSpPr>
          <p:cNvPr id="60" name="TimesNewRoman_18pt_sp1_75__c37.80_t32.55__textBoxMarker"/>
          <p:cNvSpPr/>
          <p:nvPr/>
        </p:nvSpPr>
        <p:spPr>
          <a:xfrm>
            <a:off x="5716905" y="3160395"/>
            <a:ext cx="4064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61" name="TimesNewRoman_18pt_sp2__c43.20_t36.60"/>
          <p:cNvSpPr/>
          <p:nvPr/>
        </p:nvSpPr>
        <p:spPr>
          <a:xfrm>
            <a:off x="7500620" y="2753360"/>
            <a:ext cx="406400" cy="5486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18pt</a:t>
            </a:r>
            <a:endParaRPr lang="en-US" sz="1800" dirty="0"/>
          </a:p>
        </p:txBody>
      </p:sp>
      <p:sp>
        <p:nvSpPr>
          <p:cNvPr id="62" name="TimesNewRoman_18pt_sp2__c43.20_t36.60__textBoxMarker"/>
          <p:cNvSpPr/>
          <p:nvPr/>
        </p:nvSpPr>
        <p:spPr>
          <a:xfrm>
            <a:off x="7500620" y="3211830"/>
            <a:ext cx="4064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63" name="TimesNewRoman_24pt_sp1__c28.80_t27.56"/>
          <p:cNvSpPr/>
          <p:nvPr/>
        </p:nvSpPr>
        <p:spPr>
          <a:xfrm>
            <a:off x="365760" y="3403600"/>
            <a:ext cx="541909" cy="3657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24pt</a:t>
            </a:r>
            <a:endParaRPr lang="en-US" sz="2400" dirty="0"/>
          </a:p>
        </p:txBody>
      </p:sp>
      <p:sp>
        <p:nvSpPr>
          <p:cNvPr id="64" name="TimesNewRoman_24pt_sp1__c28.80_t27.56__textBoxMarker"/>
          <p:cNvSpPr/>
          <p:nvPr/>
        </p:nvSpPr>
        <p:spPr>
          <a:xfrm>
            <a:off x="365760" y="3747262"/>
            <a:ext cx="541909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65" name="TimesNewRoman_24pt_sp1_25__c36.00_t32.60"/>
          <p:cNvSpPr/>
          <p:nvPr/>
        </p:nvSpPr>
        <p:spPr>
          <a:xfrm>
            <a:off x="2149475" y="3403600"/>
            <a:ext cx="541909" cy="4572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24pt</a:t>
            </a:r>
            <a:endParaRPr lang="en-US" sz="2400" dirty="0"/>
          </a:p>
        </p:txBody>
      </p:sp>
      <p:sp>
        <p:nvSpPr>
          <p:cNvPr id="66" name="TimesNewRoman_24pt_sp1_25__c36.00_t32.60__textBoxMarker"/>
          <p:cNvSpPr/>
          <p:nvPr/>
        </p:nvSpPr>
        <p:spPr>
          <a:xfrm>
            <a:off x="2149475" y="3811270"/>
            <a:ext cx="541909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67" name="TimesNewRoman_24pt_sp1_5__c43.20_t38.00"/>
          <p:cNvSpPr/>
          <p:nvPr/>
        </p:nvSpPr>
        <p:spPr>
          <a:xfrm>
            <a:off x="3933190" y="3403600"/>
            <a:ext cx="541909" cy="5486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400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24pt</a:t>
            </a:r>
            <a:endParaRPr lang="en-US" sz="2400" dirty="0"/>
          </a:p>
        </p:txBody>
      </p:sp>
      <p:sp>
        <p:nvSpPr>
          <p:cNvPr id="68" name="TimesNewRoman_24pt_sp1_5__c43.20_t38.00__textBoxMarker"/>
          <p:cNvSpPr/>
          <p:nvPr/>
        </p:nvSpPr>
        <p:spPr>
          <a:xfrm>
            <a:off x="3933190" y="3879850"/>
            <a:ext cx="541909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69" name="TimesNewRoman_24pt_sp1_75__c50.40_t43.40"/>
          <p:cNvSpPr/>
          <p:nvPr/>
        </p:nvSpPr>
        <p:spPr>
          <a:xfrm>
            <a:off x="5716905" y="3403600"/>
            <a:ext cx="541909" cy="6400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2400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24pt</a:t>
            </a:r>
            <a:endParaRPr lang="en-US" sz="2400" dirty="0"/>
          </a:p>
        </p:txBody>
      </p:sp>
      <p:sp>
        <p:nvSpPr>
          <p:cNvPr id="70" name="TimesNewRoman_24pt_sp1_75__c50.40_t43.40__textBoxMarker"/>
          <p:cNvSpPr/>
          <p:nvPr/>
        </p:nvSpPr>
        <p:spPr>
          <a:xfrm>
            <a:off x="5716905" y="3948430"/>
            <a:ext cx="541909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71" name="TimesNewRoman_24pt_sp2__c57.60_t48.80"/>
          <p:cNvSpPr/>
          <p:nvPr/>
        </p:nvSpPr>
        <p:spPr>
          <a:xfrm>
            <a:off x="7500620" y="3403600"/>
            <a:ext cx="541909" cy="7315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2400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24pt</a:t>
            </a:r>
            <a:endParaRPr lang="en-US" sz="2400" dirty="0"/>
          </a:p>
        </p:txBody>
      </p:sp>
      <p:sp>
        <p:nvSpPr>
          <p:cNvPr id="72" name="TimesNewRoman_24pt_sp2__c57.60_t48.80__textBoxMarker"/>
          <p:cNvSpPr/>
          <p:nvPr/>
        </p:nvSpPr>
        <p:spPr>
          <a:xfrm>
            <a:off x="7500620" y="4017010"/>
            <a:ext cx="541909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73" name="TimesNewRoman_32pt_sp1__c38.40_t36.74"/>
          <p:cNvSpPr/>
          <p:nvPr/>
        </p:nvSpPr>
        <p:spPr>
          <a:xfrm>
            <a:off x="365760" y="4236720"/>
            <a:ext cx="722503" cy="4876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200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32pt</a:t>
            </a:r>
            <a:endParaRPr lang="en-US" sz="3200" dirty="0"/>
          </a:p>
        </p:txBody>
      </p:sp>
      <p:sp>
        <p:nvSpPr>
          <p:cNvPr id="74" name="TimesNewRoman_32pt_sp1__c38.40_t36.74__textBoxMarker"/>
          <p:cNvSpPr/>
          <p:nvPr/>
        </p:nvSpPr>
        <p:spPr>
          <a:xfrm>
            <a:off x="365760" y="4696968"/>
            <a:ext cx="722503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75" name="TimesNewRoman_32pt_sp1_25__c48.00_t43.46"/>
          <p:cNvSpPr/>
          <p:nvPr/>
        </p:nvSpPr>
        <p:spPr>
          <a:xfrm>
            <a:off x="2149475" y="4236720"/>
            <a:ext cx="722503" cy="6096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3200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32pt</a:t>
            </a:r>
            <a:endParaRPr lang="en-US" sz="3200" dirty="0"/>
          </a:p>
        </p:txBody>
      </p:sp>
      <p:sp>
        <p:nvSpPr>
          <p:cNvPr id="76" name="TimesNewRoman_32pt_sp1_25__c48.00_t43.46__textBoxMarker"/>
          <p:cNvSpPr/>
          <p:nvPr/>
        </p:nvSpPr>
        <p:spPr>
          <a:xfrm>
            <a:off x="2149475" y="4782312"/>
            <a:ext cx="722503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77" name="TimesNewRoman_32pt_sp1_5__c57.60_t50.66"/>
          <p:cNvSpPr/>
          <p:nvPr/>
        </p:nvSpPr>
        <p:spPr>
          <a:xfrm>
            <a:off x="3933190" y="4236720"/>
            <a:ext cx="722503" cy="7315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3200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32pt</a:t>
            </a:r>
            <a:endParaRPr lang="en-US" sz="3200" dirty="0"/>
          </a:p>
        </p:txBody>
      </p:sp>
      <p:sp>
        <p:nvSpPr>
          <p:cNvPr id="78" name="TimesNewRoman_32pt_sp1_5__c57.60_t50.66__textBoxMarker"/>
          <p:cNvSpPr/>
          <p:nvPr/>
        </p:nvSpPr>
        <p:spPr>
          <a:xfrm>
            <a:off x="3933190" y="4873752"/>
            <a:ext cx="722503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79" name="TimesNewRoman_32pt_sp1_75__c67.20_t57.86"/>
          <p:cNvSpPr/>
          <p:nvPr/>
        </p:nvSpPr>
        <p:spPr>
          <a:xfrm>
            <a:off x="5716905" y="4236720"/>
            <a:ext cx="722503" cy="8534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3200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32pt</a:t>
            </a:r>
            <a:endParaRPr lang="en-US" sz="3200" dirty="0"/>
          </a:p>
        </p:txBody>
      </p:sp>
      <p:sp>
        <p:nvSpPr>
          <p:cNvPr id="80" name="TimesNewRoman_32pt_sp1_75__c67.20_t57.86__textBoxMarker"/>
          <p:cNvSpPr/>
          <p:nvPr/>
        </p:nvSpPr>
        <p:spPr>
          <a:xfrm>
            <a:off x="5716905" y="4965192"/>
            <a:ext cx="722503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81" name="TimesNewRoman_32pt_sp2__c76.80_t65.06"/>
          <p:cNvSpPr/>
          <p:nvPr/>
        </p:nvSpPr>
        <p:spPr>
          <a:xfrm>
            <a:off x="7500620" y="4236720"/>
            <a:ext cx="722503" cy="9753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3200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32pt</a:t>
            </a:r>
            <a:endParaRPr lang="en-US" sz="3200" dirty="0"/>
          </a:p>
        </p:txBody>
      </p:sp>
      <p:sp>
        <p:nvSpPr>
          <p:cNvPr id="82" name="TimesNewRoman_32pt_sp2__c76.80_t65.06__textBoxMarker"/>
          <p:cNvSpPr/>
          <p:nvPr/>
        </p:nvSpPr>
        <p:spPr>
          <a:xfrm>
            <a:off x="7500620" y="5056632"/>
            <a:ext cx="722503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83" name="TimesNewRoman_40pt_sp1__c48.00_t45.94"/>
          <p:cNvSpPr/>
          <p:nvPr/>
        </p:nvSpPr>
        <p:spPr>
          <a:xfrm>
            <a:off x="365760" y="5313680"/>
            <a:ext cx="903097" cy="6096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40pt</a:t>
            </a:r>
            <a:endParaRPr lang="en-US" sz="4000" dirty="0"/>
          </a:p>
        </p:txBody>
      </p:sp>
      <p:sp>
        <p:nvSpPr>
          <p:cNvPr id="84" name="TimesNewRoman_40pt_sp1__c48.00_t45.94__textBoxMarker"/>
          <p:cNvSpPr/>
          <p:nvPr/>
        </p:nvSpPr>
        <p:spPr>
          <a:xfrm>
            <a:off x="365760" y="5890768"/>
            <a:ext cx="903097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85" name="TimesNewRoman_40pt_sp1_25__c60.00_t54.33"/>
          <p:cNvSpPr/>
          <p:nvPr/>
        </p:nvSpPr>
        <p:spPr>
          <a:xfrm>
            <a:off x="2149475" y="5313680"/>
            <a:ext cx="903097" cy="7620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4000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40pt</a:t>
            </a:r>
            <a:endParaRPr lang="en-US" sz="4000" dirty="0"/>
          </a:p>
        </p:txBody>
      </p:sp>
      <p:sp>
        <p:nvSpPr>
          <p:cNvPr id="86" name="TimesNewRoman_40pt_sp1_25__c60.00_t54.33__textBoxMarker"/>
          <p:cNvSpPr/>
          <p:nvPr/>
        </p:nvSpPr>
        <p:spPr>
          <a:xfrm>
            <a:off x="2149475" y="5997321"/>
            <a:ext cx="903097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87" name="TimesNewRoman_40pt_sp1_5__c72.00_t63.33"/>
          <p:cNvSpPr/>
          <p:nvPr/>
        </p:nvSpPr>
        <p:spPr>
          <a:xfrm>
            <a:off x="3933190" y="5313680"/>
            <a:ext cx="903097" cy="9144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4000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40pt</a:t>
            </a:r>
            <a:endParaRPr lang="en-US" sz="4000" dirty="0"/>
          </a:p>
        </p:txBody>
      </p:sp>
      <p:sp>
        <p:nvSpPr>
          <p:cNvPr id="88" name="TimesNewRoman_40pt_sp1_5__c72.00_t63.33__textBoxMarker"/>
          <p:cNvSpPr/>
          <p:nvPr/>
        </p:nvSpPr>
        <p:spPr>
          <a:xfrm>
            <a:off x="3933190" y="6111621"/>
            <a:ext cx="903097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89" name="TimesNewRoman_40pt_sp1_75__c84.00_t72.33"/>
          <p:cNvSpPr/>
          <p:nvPr/>
        </p:nvSpPr>
        <p:spPr>
          <a:xfrm>
            <a:off x="5716905" y="5313680"/>
            <a:ext cx="903097" cy="10668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4000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40pt</a:t>
            </a:r>
            <a:endParaRPr lang="en-US" sz="4000" dirty="0"/>
          </a:p>
        </p:txBody>
      </p:sp>
      <p:sp>
        <p:nvSpPr>
          <p:cNvPr id="90" name="TimesNewRoman_40pt_sp1_75__c84.00_t72.33__textBoxMarker"/>
          <p:cNvSpPr/>
          <p:nvPr/>
        </p:nvSpPr>
        <p:spPr>
          <a:xfrm>
            <a:off x="5716905" y="6225921"/>
            <a:ext cx="903097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91" name="TimesNewRoman_40pt_sp2__c96.00_t81.33"/>
          <p:cNvSpPr/>
          <p:nvPr/>
        </p:nvSpPr>
        <p:spPr>
          <a:xfrm>
            <a:off x="7500620" y="5313680"/>
            <a:ext cx="903097" cy="12192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4000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40pt</a:t>
            </a:r>
            <a:endParaRPr lang="en-US" sz="4000" dirty="0"/>
          </a:p>
        </p:txBody>
      </p:sp>
      <p:sp>
        <p:nvSpPr>
          <p:cNvPr id="92" name="TimesNewRoman_40pt_sp2__c96.00_t81.33__textBoxMarker"/>
          <p:cNvSpPr/>
          <p:nvPr/>
        </p:nvSpPr>
        <p:spPr>
          <a:xfrm>
            <a:off x="7500620" y="6340221"/>
            <a:ext cx="903097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93" name="TimesNewRoman_56pt_sp1__c67.20_t64.31"/>
          <p:cNvSpPr/>
          <p:nvPr/>
        </p:nvSpPr>
        <p:spPr>
          <a:xfrm>
            <a:off x="365760" y="6634480"/>
            <a:ext cx="1264412" cy="8534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5600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56pt</a:t>
            </a:r>
            <a:endParaRPr lang="en-US" sz="5600" dirty="0"/>
          </a:p>
        </p:txBody>
      </p:sp>
      <p:sp>
        <p:nvSpPr>
          <p:cNvPr id="94" name="TimesNewRoman_56pt_sp1__c67.20_t64.31__textBoxMarker"/>
          <p:cNvSpPr/>
          <p:nvPr/>
        </p:nvSpPr>
        <p:spPr>
          <a:xfrm>
            <a:off x="365760" y="7444867"/>
            <a:ext cx="1264412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95" name="TimesNewRoman_56pt_sp1_25__c84.00_t76.06"/>
          <p:cNvSpPr/>
          <p:nvPr/>
        </p:nvSpPr>
        <p:spPr>
          <a:xfrm>
            <a:off x="2149475" y="6634480"/>
            <a:ext cx="1264412" cy="10668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5600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56pt</a:t>
            </a:r>
            <a:endParaRPr lang="en-US" sz="5600" dirty="0"/>
          </a:p>
        </p:txBody>
      </p:sp>
      <p:sp>
        <p:nvSpPr>
          <p:cNvPr id="96" name="TimesNewRoman_56pt_sp1_25__c84.00_t76.06__textBoxMarker"/>
          <p:cNvSpPr/>
          <p:nvPr/>
        </p:nvSpPr>
        <p:spPr>
          <a:xfrm>
            <a:off x="2149475" y="7594092"/>
            <a:ext cx="1264412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97" name="TimesNewRoman_56pt_sp1_5__c100.80_t88.66"/>
          <p:cNvSpPr/>
          <p:nvPr/>
        </p:nvSpPr>
        <p:spPr>
          <a:xfrm>
            <a:off x="3933190" y="6634480"/>
            <a:ext cx="1264412" cy="12801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5600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56pt</a:t>
            </a:r>
            <a:endParaRPr lang="en-US" sz="5600" dirty="0"/>
          </a:p>
        </p:txBody>
      </p:sp>
      <p:sp>
        <p:nvSpPr>
          <p:cNvPr id="98" name="TimesNewRoman_56pt_sp1_5__c100.80_t88.66__textBoxMarker"/>
          <p:cNvSpPr/>
          <p:nvPr/>
        </p:nvSpPr>
        <p:spPr>
          <a:xfrm>
            <a:off x="3933190" y="7754112"/>
            <a:ext cx="1264412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99" name="TimesNewRoman_56pt_sp1_75__c117.60_t101.26"/>
          <p:cNvSpPr/>
          <p:nvPr/>
        </p:nvSpPr>
        <p:spPr>
          <a:xfrm>
            <a:off x="5716905" y="6634480"/>
            <a:ext cx="1264412" cy="14935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5600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56pt</a:t>
            </a:r>
            <a:endParaRPr lang="en-US" sz="5600" dirty="0"/>
          </a:p>
        </p:txBody>
      </p:sp>
      <p:sp>
        <p:nvSpPr>
          <p:cNvPr id="100" name="TimesNewRoman_56pt_sp1_75__c117.60_t101.26__textBoxMarker"/>
          <p:cNvSpPr/>
          <p:nvPr/>
        </p:nvSpPr>
        <p:spPr>
          <a:xfrm>
            <a:off x="5716905" y="7914132"/>
            <a:ext cx="1264412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01" name="TimesNewRoman_56pt_sp2__c134.40_t113.86"/>
          <p:cNvSpPr/>
          <p:nvPr/>
        </p:nvSpPr>
        <p:spPr>
          <a:xfrm>
            <a:off x="7500620" y="6634480"/>
            <a:ext cx="1264412" cy="17068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5600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56pt</a:t>
            </a:r>
            <a:endParaRPr lang="en-US" sz="5600" dirty="0"/>
          </a:p>
        </p:txBody>
      </p:sp>
      <p:sp>
        <p:nvSpPr>
          <p:cNvPr id="102" name="TimesNewRoman_56pt_sp2__c134.40_t113.86__textBoxMarker"/>
          <p:cNvSpPr/>
          <p:nvPr/>
        </p:nvSpPr>
        <p:spPr>
          <a:xfrm>
            <a:off x="7500620" y="8074152"/>
            <a:ext cx="1264412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03" name="TimesNewRoman_70pt_sp1__c84.00_t80.38"/>
          <p:cNvSpPr/>
          <p:nvPr/>
        </p:nvSpPr>
        <p:spPr>
          <a:xfrm>
            <a:off x="365760" y="8442960"/>
            <a:ext cx="1580515" cy="10668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000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70pt</a:t>
            </a:r>
            <a:endParaRPr lang="en-US" sz="7000" dirty="0"/>
          </a:p>
        </p:txBody>
      </p:sp>
      <p:sp>
        <p:nvSpPr>
          <p:cNvPr id="104" name="TimesNewRoman_70pt_sp1__c84.00_t80.38__textBoxMarker"/>
          <p:cNvSpPr/>
          <p:nvPr/>
        </p:nvSpPr>
        <p:spPr>
          <a:xfrm>
            <a:off x="365760" y="9457436"/>
            <a:ext cx="1580515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05" name="TimesNewRoman_70pt_sp1_25__c105.00_t95.07"/>
          <p:cNvSpPr/>
          <p:nvPr/>
        </p:nvSpPr>
        <p:spPr>
          <a:xfrm>
            <a:off x="2149475" y="8442960"/>
            <a:ext cx="1580515" cy="13335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000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70pt</a:t>
            </a:r>
            <a:endParaRPr lang="en-US" sz="7000" dirty="0"/>
          </a:p>
        </p:txBody>
      </p:sp>
      <p:sp>
        <p:nvSpPr>
          <p:cNvPr id="106" name="TimesNewRoman_70pt_sp1_25__c105.00_t95.07__textBoxMarker"/>
          <p:cNvSpPr/>
          <p:nvPr/>
        </p:nvSpPr>
        <p:spPr>
          <a:xfrm>
            <a:off x="2149475" y="9643999"/>
            <a:ext cx="1580515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07" name="TimesNewRoman_70pt_sp1_5__c126.00_t110.82"/>
          <p:cNvSpPr/>
          <p:nvPr/>
        </p:nvSpPr>
        <p:spPr>
          <a:xfrm>
            <a:off x="3933190" y="8442960"/>
            <a:ext cx="1580515" cy="16002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7000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70pt</a:t>
            </a:r>
            <a:endParaRPr lang="en-US" sz="7000" dirty="0"/>
          </a:p>
        </p:txBody>
      </p:sp>
      <p:sp>
        <p:nvSpPr>
          <p:cNvPr id="108" name="TimesNewRoman_70pt_sp1_5__c126.00_t110.82__textBoxMarker"/>
          <p:cNvSpPr/>
          <p:nvPr/>
        </p:nvSpPr>
        <p:spPr>
          <a:xfrm>
            <a:off x="3933190" y="9844024"/>
            <a:ext cx="1580515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09" name="TimesNewRoman_70pt_sp1_75__c147.00_t126.57"/>
          <p:cNvSpPr/>
          <p:nvPr/>
        </p:nvSpPr>
        <p:spPr>
          <a:xfrm>
            <a:off x="5716905" y="8442960"/>
            <a:ext cx="1580515" cy="18669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7000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70pt</a:t>
            </a:r>
            <a:endParaRPr lang="en-US" sz="7000" dirty="0"/>
          </a:p>
        </p:txBody>
      </p:sp>
      <p:sp>
        <p:nvSpPr>
          <p:cNvPr id="110" name="TimesNewRoman_70pt_sp1_75__c147.00_t126.57__textBoxMarker"/>
          <p:cNvSpPr/>
          <p:nvPr/>
        </p:nvSpPr>
        <p:spPr>
          <a:xfrm>
            <a:off x="5716905" y="10044049"/>
            <a:ext cx="1580515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11" name="TimesNewRoman_70pt_sp2__c168.00_t142.32"/>
          <p:cNvSpPr/>
          <p:nvPr/>
        </p:nvSpPr>
        <p:spPr>
          <a:xfrm>
            <a:off x="7500620" y="8442960"/>
            <a:ext cx="1580515" cy="21336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7000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70pt</a:t>
            </a:r>
            <a:endParaRPr lang="en-US" sz="7000" dirty="0"/>
          </a:p>
        </p:txBody>
      </p:sp>
      <p:sp>
        <p:nvSpPr>
          <p:cNvPr id="112" name="TimesNewRoman_70pt_sp2__c168.00_t142.32__textBoxMarker"/>
          <p:cNvSpPr/>
          <p:nvPr/>
        </p:nvSpPr>
        <p:spPr>
          <a:xfrm>
            <a:off x="7500620" y="10244074"/>
            <a:ext cx="1580515" cy="12700"/>
          </a:xfrm>
          <a:prstGeom prst="rect">
            <a:avLst/>
          </a:prstGeom>
          <a:solidFill>
            <a:srgbClr val="0000F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2026-09-17T06:40:47Z</dcterms:created>
  <dcterms:modified xsi:type="dcterms:W3CDTF">2026-09-17T06:40:47Z</dcterms:modified>
</cp:coreProperties>
</file>