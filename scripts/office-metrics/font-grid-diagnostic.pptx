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6200"/>
            <a:ext cx="5486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Roboto</a:t>
            </a:r>
            <a:endParaRPr lang="en-US" sz="1400" dirty="0"/>
          </a:p>
        </p:txBody>
      </p:sp>
      <p:sp>
        <p:nvSpPr>
          <p:cNvPr id="3" name="Roboto_6pt_sp1__c7.20_t7.17"/>
          <p:cNvSpPr/>
          <p:nvPr/>
        </p:nvSpPr>
        <p:spPr>
          <a:xfrm>
            <a:off x="365760" y="721360"/>
            <a:ext cx="111125" cy="9105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6pt</a:t>
            </a:r>
            <a:endParaRPr lang="en-US" sz="600" dirty="0"/>
          </a:p>
        </p:txBody>
      </p:sp>
      <p:sp>
        <p:nvSpPr>
          <p:cNvPr id="4" name="Roboto_6pt_sp1_25__c9.00_t8.37"/>
          <p:cNvSpPr/>
          <p:nvPr/>
        </p:nvSpPr>
        <p:spPr>
          <a:xfrm>
            <a:off x="2358136" y="721360"/>
            <a:ext cx="111125" cy="10629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6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6pt</a:t>
            </a:r>
            <a:endParaRPr lang="en-US" sz="600" dirty="0"/>
          </a:p>
        </p:txBody>
      </p:sp>
      <p:sp>
        <p:nvSpPr>
          <p:cNvPr id="5" name="Roboto_6pt_sp1_5__c10.80_t9.72"/>
          <p:cNvSpPr/>
          <p:nvPr/>
        </p:nvSpPr>
        <p:spPr>
          <a:xfrm>
            <a:off x="4350512" y="721360"/>
            <a:ext cx="111125" cy="12344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6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6pt</a:t>
            </a:r>
            <a:endParaRPr lang="en-US" sz="600" dirty="0"/>
          </a:p>
        </p:txBody>
      </p:sp>
      <p:sp>
        <p:nvSpPr>
          <p:cNvPr id="6" name="Roboto_6pt_sp1_75__c12.60_t11.07"/>
          <p:cNvSpPr/>
          <p:nvPr/>
        </p:nvSpPr>
        <p:spPr>
          <a:xfrm>
            <a:off x="6342888" y="721360"/>
            <a:ext cx="111125" cy="14058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6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6pt</a:t>
            </a:r>
            <a:endParaRPr lang="en-US" sz="600" dirty="0"/>
          </a:p>
        </p:txBody>
      </p:sp>
      <p:sp>
        <p:nvSpPr>
          <p:cNvPr id="7" name="Roboto_6pt_sp2__c14.40_t12.42"/>
          <p:cNvSpPr/>
          <p:nvPr/>
        </p:nvSpPr>
        <p:spPr>
          <a:xfrm>
            <a:off x="8335264" y="721360"/>
            <a:ext cx="111125" cy="15773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6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6pt</a:t>
            </a:r>
            <a:endParaRPr lang="en-US" sz="600" dirty="0"/>
          </a:p>
        </p:txBody>
      </p:sp>
      <p:sp>
        <p:nvSpPr>
          <p:cNvPr id="8" name="Roboto_8pt_sp1__c9.60_t9.56"/>
          <p:cNvSpPr/>
          <p:nvPr/>
        </p:nvSpPr>
        <p:spPr>
          <a:xfrm>
            <a:off x="365760" y="980694"/>
            <a:ext cx="147701" cy="12141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8pt</a:t>
            </a:r>
            <a:endParaRPr lang="en-US" sz="800" dirty="0"/>
          </a:p>
        </p:txBody>
      </p:sp>
      <p:sp>
        <p:nvSpPr>
          <p:cNvPr id="9" name="Roboto_8pt_sp1_25__c12.00_t11.16"/>
          <p:cNvSpPr/>
          <p:nvPr/>
        </p:nvSpPr>
        <p:spPr>
          <a:xfrm>
            <a:off x="2358136" y="980694"/>
            <a:ext cx="147701" cy="14173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8pt</a:t>
            </a:r>
            <a:endParaRPr lang="en-US" sz="800" dirty="0"/>
          </a:p>
        </p:txBody>
      </p:sp>
      <p:sp>
        <p:nvSpPr>
          <p:cNvPr id="10" name="Roboto_8pt_sp1_5__c14.40_t12.96"/>
          <p:cNvSpPr/>
          <p:nvPr/>
        </p:nvSpPr>
        <p:spPr>
          <a:xfrm>
            <a:off x="4350512" y="980694"/>
            <a:ext cx="147701" cy="16459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8pt</a:t>
            </a:r>
            <a:endParaRPr lang="en-US" sz="800" dirty="0"/>
          </a:p>
        </p:txBody>
      </p:sp>
      <p:sp>
        <p:nvSpPr>
          <p:cNvPr id="11" name="Roboto_8pt_sp1_75__c16.80_t14.76"/>
          <p:cNvSpPr/>
          <p:nvPr/>
        </p:nvSpPr>
        <p:spPr>
          <a:xfrm>
            <a:off x="6342888" y="980694"/>
            <a:ext cx="147701" cy="18745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8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8pt</a:t>
            </a:r>
            <a:endParaRPr lang="en-US" sz="800" dirty="0"/>
          </a:p>
        </p:txBody>
      </p:sp>
      <p:sp>
        <p:nvSpPr>
          <p:cNvPr id="12" name="Roboto_8pt_sp2__c19.20_t16.56"/>
          <p:cNvSpPr/>
          <p:nvPr/>
        </p:nvSpPr>
        <p:spPr>
          <a:xfrm>
            <a:off x="8335264" y="980694"/>
            <a:ext cx="147701" cy="21031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8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8pt</a:t>
            </a:r>
            <a:endParaRPr lang="en-US" sz="800" dirty="0"/>
          </a:p>
        </p:txBody>
      </p:sp>
      <p:sp>
        <p:nvSpPr>
          <p:cNvPr id="13" name="Roboto_10pt_sp1__c12.00_t11.95"/>
          <p:cNvSpPr/>
          <p:nvPr/>
        </p:nvSpPr>
        <p:spPr>
          <a:xfrm>
            <a:off x="365760" y="1292606"/>
            <a:ext cx="255651" cy="15176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10pt</a:t>
            </a:r>
            <a:endParaRPr lang="en-US" sz="1000" dirty="0"/>
          </a:p>
        </p:txBody>
      </p:sp>
      <p:sp>
        <p:nvSpPr>
          <p:cNvPr id="14" name="Roboto_10pt_sp1_25__c15.00_t13.95"/>
          <p:cNvSpPr/>
          <p:nvPr/>
        </p:nvSpPr>
        <p:spPr>
          <a:xfrm>
            <a:off x="2358136" y="1292606"/>
            <a:ext cx="255651" cy="17716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10pt</a:t>
            </a:r>
            <a:endParaRPr lang="en-US" sz="1000" dirty="0"/>
          </a:p>
        </p:txBody>
      </p:sp>
      <p:sp>
        <p:nvSpPr>
          <p:cNvPr id="15" name="Roboto_10pt_sp1_5__c18.00_t16.20"/>
          <p:cNvSpPr/>
          <p:nvPr/>
        </p:nvSpPr>
        <p:spPr>
          <a:xfrm>
            <a:off x="4350512" y="1292606"/>
            <a:ext cx="255651" cy="2057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10pt</a:t>
            </a:r>
            <a:endParaRPr lang="en-US" sz="1000" dirty="0"/>
          </a:p>
        </p:txBody>
      </p:sp>
      <p:sp>
        <p:nvSpPr>
          <p:cNvPr id="16" name="Roboto_10pt_sp1_75__c21.00_t18.45"/>
          <p:cNvSpPr/>
          <p:nvPr/>
        </p:nvSpPr>
        <p:spPr>
          <a:xfrm>
            <a:off x="6342888" y="1292606"/>
            <a:ext cx="255651" cy="23431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10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10pt</a:t>
            </a:r>
            <a:endParaRPr lang="en-US" sz="1000" dirty="0"/>
          </a:p>
        </p:txBody>
      </p:sp>
      <p:sp>
        <p:nvSpPr>
          <p:cNvPr id="17" name="Roboto_10pt_sp2__c24.00_t20.70"/>
          <p:cNvSpPr/>
          <p:nvPr/>
        </p:nvSpPr>
        <p:spPr>
          <a:xfrm>
            <a:off x="8335264" y="1292606"/>
            <a:ext cx="255651" cy="26289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10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10pt</a:t>
            </a:r>
            <a:endParaRPr lang="en-US" sz="1000" dirty="0"/>
          </a:p>
        </p:txBody>
      </p:sp>
      <p:sp>
        <p:nvSpPr>
          <p:cNvPr id="18" name="Roboto_12pt_sp1__c14.40_t14.33"/>
          <p:cNvSpPr/>
          <p:nvPr/>
        </p:nvSpPr>
        <p:spPr>
          <a:xfrm>
            <a:off x="365760" y="1657096"/>
            <a:ext cx="306451" cy="18199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12pt</a:t>
            </a:r>
            <a:endParaRPr lang="en-US" sz="1200" dirty="0"/>
          </a:p>
        </p:txBody>
      </p:sp>
      <p:sp>
        <p:nvSpPr>
          <p:cNvPr id="19" name="Roboto_12pt_sp1_25__c18.00_t16.73"/>
          <p:cNvSpPr/>
          <p:nvPr/>
        </p:nvSpPr>
        <p:spPr>
          <a:xfrm>
            <a:off x="2358136" y="1657096"/>
            <a:ext cx="306451" cy="21247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12pt</a:t>
            </a:r>
            <a:endParaRPr lang="en-US" sz="1200" dirty="0"/>
          </a:p>
        </p:txBody>
      </p:sp>
      <p:sp>
        <p:nvSpPr>
          <p:cNvPr id="20" name="Roboto_12pt_sp1_5__c21.60_t19.43"/>
          <p:cNvSpPr/>
          <p:nvPr/>
        </p:nvSpPr>
        <p:spPr>
          <a:xfrm>
            <a:off x="4350512" y="1657096"/>
            <a:ext cx="306451" cy="24676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12pt</a:t>
            </a:r>
            <a:endParaRPr lang="en-US" sz="1200" dirty="0"/>
          </a:p>
        </p:txBody>
      </p:sp>
      <p:sp>
        <p:nvSpPr>
          <p:cNvPr id="21" name="Roboto_12pt_sp1_75__c25.20_t22.13"/>
          <p:cNvSpPr/>
          <p:nvPr/>
        </p:nvSpPr>
        <p:spPr>
          <a:xfrm>
            <a:off x="6342888" y="1657096"/>
            <a:ext cx="306451" cy="28105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12pt</a:t>
            </a:r>
            <a:endParaRPr lang="en-US" sz="1200" dirty="0"/>
          </a:p>
        </p:txBody>
      </p:sp>
      <p:sp>
        <p:nvSpPr>
          <p:cNvPr id="22" name="Roboto_12pt_sp2__c28.80_t24.83"/>
          <p:cNvSpPr/>
          <p:nvPr/>
        </p:nvSpPr>
        <p:spPr>
          <a:xfrm>
            <a:off x="8335264" y="1657096"/>
            <a:ext cx="306451" cy="31534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12pt</a:t>
            </a:r>
            <a:endParaRPr lang="en-US" sz="1200" dirty="0"/>
          </a:p>
        </p:txBody>
      </p:sp>
      <p:sp>
        <p:nvSpPr>
          <p:cNvPr id="23" name="Roboto_14pt_sp1__c16.80_t16.72"/>
          <p:cNvSpPr/>
          <p:nvPr/>
        </p:nvSpPr>
        <p:spPr>
          <a:xfrm>
            <a:off x="365760" y="2074037"/>
            <a:ext cx="358775" cy="21234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14pt</a:t>
            </a:r>
            <a:endParaRPr lang="en-US" sz="1400" dirty="0"/>
          </a:p>
        </p:txBody>
      </p:sp>
      <p:sp>
        <p:nvSpPr>
          <p:cNvPr id="24" name="Roboto_14pt_sp1_25__c21.00_t19.52"/>
          <p:cNvSpPr/>
          <p:nvPr/>
        </p:nvSpPr>
        <p:spPr>
          <a:xfrm>
            <a:off x="2358136" y="2074037"/>
            <a:ext cx="358775" cy="24790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14pt</a:t>
            </a:r>
            <a:endParaRPr lang="en-US" sz="1400" dirty="0"/>
          </a:p>
        </p:txBody>
      </p:sp>
      <p:sp>
        <p:nvSpPr>
          <p:cNvPr id="25" name="Roboto_14pt_sp1_5__c25.20_t22.67"/>
          <p:cNvSpPr/>
          <p:nvPr/>
        </p:nvSpPr>
        <p:spPr>
          <a:xfrm>
            <a:off x="4350512" y="2074037"/>
            <a:ext cx="358775" cy="28790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14pt</a:t>
            </a:r>
            <a:endParaRPr lang="en-US" sz="1400" dirty="0"/>
          </a:p>
        </p:txBody>
      </p:sp>
      <p:sp>
        <p:nvSpPr>
          <p:cNvPr id="26" name="Roboto_14pt_sp1_75__c29.40_t25.82"/>
          <p:cNvSpPr/>
          <p:nvPr/>
        </p:nvSpPr>
        <p:spPr>
          <a:xfrm>
            <a:off x="6342888" y="2074037"/>
            <a:ext cx="358775" cy="32791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14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14pt</a:t>
            </a:r>
            <a:endParaRPr lang="en-US" sz="1400" dirty="0"/>
          </a:p>
        </p:txBody>
      </p:sp>
      <p:sp>
        <p:nvSpPr>
          <p:cNvPr id="27" name="Roboto_14pt_sp2__c33.60_t28.97"/>
          <p:cNvSpPr/>
          <p:nvPr/>
        </p:nvSpPr>
        <p:spPr>
          <a:xfrm>
            <a:off x="8335264" y="2074037"/>
            <a:ext cx="358775" cy="36791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14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14pt</a:t>
            </a:r>
            <a:endParaRPr lang="en-US" sz="1400" dirty="0"/>
          </a:p>
        </p:txBody>
      </p:sp>
      <p:sp>
        <p:nvSpPr>
          <p:cNvPr id="28" name="Roboto_18pt_sp1__c21.60_t21.50"/>
          <p:cNvSpPr/>
          <p:nvPr/>
        </p:nvSpPr>
        <p:spPr>
          <a:xfrm>
            <a:off x="365760" y="2543556"/>
            <a:ext cx="460375" cy="27305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18pt</a:t>
            </a:r>
            <a:endParaRPr lang="en-US" sz="1800" dirty="0"/>
          </a:p>
        </p:txBody>
      </p:sp>
      <p:sp>
        <p:nvSpPr>
          <p:cNvPr id="29" name="Roboto_18pt_sp1_25__c27.00_t25.10"/>
          <p:cNvSpPr/>
          <p:nvPr/>
        </p:nvSpPr>
        <p:spPr>
          <a:xfrm>
            <a:off x="2358136" y="2543556"/>
            <a:ext cx="460375" cy="31877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18pt</a:t>
            </a:r>
            <a:endParaRPr lang="en-US" sz="1800" dirty="0"/>
          </a:p>
        </p:txBody>
      </p:sp>
      <p:sp>
        <p:nvSpPr>
          <p:cNvPr id="30" name="Roboto_18pt_sp1_5__c32.40_t29.15"/>
          <p:cNvSpPr/>
          <p:nvPr/>
        </p:nvSpPr>
        <p:spPr>
          <a:xfrm>
            <a:off x="4350512" y="2543556"/>
            <a:ext cx="460375" cy="37020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18pt</a:t>
            </a:r>
            <a:endParaRPr lang="en-US" sz="1800" dirty="0"/>
          </a:p>
        </p:txBody>
      </p:sp>
      <p:sp>
        <p:nvSpPr>
          <p:cNvPr id="31" name="Roboto_18pt_sp1_75__c37.80_t33.20"/>
          <p:cNvSpPr/>
          <p:nvPr/>
        </p:nvSpPr>
        <p:spPr>
          <a:xfrm>
            <a:off x="6342888" y="2543556"/>
            <a:ext cx="460375" cy="4216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18pt</a:t>
            </a:r>
            <a:endParaRPr lang="en-US" sz="1800" dirty="0"/>
          </a:p>
        </p:txBody>
      </p:sp>
      <p:sp>
        <p:nvSpPr>
          <p:cNvPr id="32" name="Roboto_18pt_sp2__c43.20_t37.25"/>
          <p:cNvSpPr/>
          <p:nvPr/>
        </p:nvSpPr>
        <p:spPr>
          <a:xfrm>
            <a:off x="8335264" y="2543556"/>
            <a:ext cx="460375" cy="47307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18pt</a:t>
            </a:r>
            <a:endParaRPr lang="en-US" sz="1800" dirty="0"/>
          </a:p>
        </p:txBody>
      </p:sp>
      <p:sp>
        <p:nvSpPr>
          <p:cNvPr id="33" name="Roboto_24pt_sp1__c28.80_t28.67"/>
          <p:cNvSpPr/>
          <p:nvPr/>
        </p:nvSpPr>
        <p:spPr>
          <a:xfrm>
            <a:off x="365760" y="3118231"/>
            <a:ext cx="614426" cy="36410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24pt</a:t>
            </a:r>
            <a:endParaRPr lang="en-US" sz="2400" dirty="0"/>
          </a:p>
        </p:txBody>
      </p:sp>
      <p:sp>
        <p:nvSpPr>
          <p:cNvPr id="34" name="Roboto_24pt_sp1_25__c36.00_t33.47"/>
          <p:cNvSpPr/>
          <p:nvPr/>
        </p:nvSpPr>
        <p:spPr>
          <a:xfrm>
            <a:off x="2358136" y="3118231"/>
            <a:ext cx="614426" cy="42506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24pt</a:t>
            </a:r>
            <a:endParaRPr lang="en-US" sz="2400" dirty="0"/>
          </a:p>
        </p:txBody>
      </p:sp>
      <p:sp>
        <p:nvSpPr>
          <p:cNvPr id="35" name="Roboto_24pt_sp1_5__c43.20_t38.87"/>
          <p:cNvSpPr/>
          <p:nvPr/>
        </p:nvSpPr>
        <p:spPr>
          <a:xfrm>
            <a:off x="4350512" y="3118231"/>
            <a:ext cx="614426" cy="49364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24pt</a:t>
            </a:r>
            <a:endParaRPr lang="en-US" sz="2400" dirty="0"/>
          </a:p>
        </p:txBody>
      </p:sp>
      <p:sp>
        <p:nvSpPr>
          <p:cNvPr id="36" name="Roboto_24pt_sp1_75__c50.40_t44.27"/>
          <p:cNvSpPr/>
          <p:nvPr/>
        </p:nvSpPr>
        <p:spPr>
          <a:xfrm>
            <a:off x="6342888" y="3118231"/>
            <a:ext cx="614426" cy="56222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24pt</a:t>
            </a:r>
            <a:endParaRPr lang="en-US" sz="2400" dirty="0"/>
          </a:p>
        </p:txBody>
      </p:sp>
      <p:sp>
        <p:nvSpPr>
          <p:cNvPr id="37" name="Roboto_24pt_sp2__c57.60_t49.67"/>
          <p:cNvSpPr/>
          <p:nvPr/>
        </p:nvSpPr>
        <p:spPr>
          <a:xfrm>
            <a:off x="8335264" y="3118231"/>
            <a:ext cx="614426" cy="63080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24pt</a:t>
            </a:r>
            <a:endParaRPr lang="en-US" sz="2400" dirty="0"/>
          </a:p>
        </p:txBody>
      </p:sp>
      <p:sp>
        <p:nvSpPr>
          <p:cNvPr id="38" name="Roboto_32pt_sp1__c38.40_t38.22"/>
          <p:cNvSpPr/>
          <p:nvPr/>
        </p:nvSpPr>
        <p:spPr>
          <a:xfrm>
            <a:off x="365760" y="3850640"/>
            <a:ext cx="819150" cy="48539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32pt</a:t>
            </a:r>
            <a:endParaRPr lang="en-US" sz="3200" dirty="0"/>
          </a:p>
        </p:txBody>
      </p:sp>
      <p:sp>
        <p:nvSpPr>
          <p:cNvPr id="39" name="Roboto_32pt_sp1_25__c48.00_t44.62"/>
          <p:cNvSpPr/>
          <p:nvPr/>
        </p:nvSpPr>
        <p:spPr>
          <a:xfrm>
            <a:off x="2358136" y="3850640"/>
            <a:ext cx="819150" cy="56667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32pt</a:t>
            </a:r>
            <a:endParaRPr lang="en-US" sz="3200" dirty="0"/>
          </a:p>
        </p:txBody>
      </p:sp>
      <p:sp>
        <p:nvSpPr>
          <p:cNvPr id="40" name="Roboto_32pt_sp1_5__c57.60_t51.82"/>
          <p:cNvSpPr/>
          <p:nvPr/>
        </p:nvSpPr>
        <p:spPr>
          <a:xfrm>
            <a:off x="4350512" y="3850640"/>
            <a:ext cx="819150" cy="65811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32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32pt</a:t>
            </a:r>
            <a:endParaRPr lang="en-US" sz="3200" dirty="0"/>
          </a:p>
        </p:txBody>
      </p:sp>
      <p:sp>
        <p:nvSpPr>
          <p:cNvPr id="41" name="Roboto_32pt_sp1_75__c67.20_t59.02"/>
          <p:cNvSpPr/>
          <p:nvPr/>
        </p:nvSpPr>
        <p:spPr>
          <a:xfrm>
            <a:off x="6342888" y="3850640"/>
            <a:ext cx="819150" cy="74955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32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32pt</a:t>
            </a:r>
            <a:endParaRPr lang="en-US" sz="3200" dirty="0"/>
          </a:p>
        </p:txBody>
      </p:sp>
      <p:sp>
        <p:nvSpPr>
          <p:cNvPr id="42" name="Roboto_32pt_sp2__c76.80_t66.22"/>
          <p:cNvSpPr/>
          <p:nvPr/>
        </p:nvSpPr>
        <p:spPr>
          <a:xfrm>
            <a:off x="8335264" y="3850640"/>
            <a:ext cx="819150" cy="84099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32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32pt</a:t>
            </a:r>
            <a:endParaRPr lang="en-US" sz="3200" dirty="0"/>
          </a:p>
        </p:txBody>
      </p:sp>
      <p:sp>
        <p:nvSpPr>
          <p:cNvPr id="43" name="Roboto_40pt_sp1__c48.00_t47.78"/>
          <p:cNvSpPr/>
          <p:nvPr/>
        </p:nvSpPr>
        <p:spPr>
          <a:xfrm>
            <a:off x="365760" y="4793234"/>
            <a:ext cx="1024001" cy="60680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40pt</a:t>
            </a:r>
            <a:endParaRPr lang="en-US" sz="4000" dirty="0"/>
          </a:p>
        </p:txBody>
      </p:sp>
      <p:sp>
        <p:nvSpPr>
          <p:cNvPr id="44" name="Roboto_40pt_sp1_25__c60.00_t55.78"/>
          <p:cNvSpPr/>
          <p:nvPr/>
        </p:nvSpPr>
        <p:spPr>
          <a:xfrm>
            <a:off x="2358136" y="4793234"/>
            <a:ext cx="1024001" cy="70840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40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40pt</a:t>
            </a:r>
            <a:endParaRPr lang="en-US" sz="4000" dirty="0"/>
          </a:p>
        </p:txBody>
      </p:sp>
      <p:sp>
        <p:nvSpPr>
          <p:cNvPr id="45" name="Roboto_40pt_sp1_5__c72.00_t64.78"/>
          <p:cNvSpPr/>
          <p:nvPr/>
        </p:nvSpPr>
        <p:spPr>
          <a:xfrm>
            <a:off x="4350512" y="4793234"/>
            <a:ext cx="1024001" cy="82270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40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40pt</a:t>
            </a:r>
            <a:endParaRPr lang="en-US" sz="4000" dirty="0"/>
          </a:p>
        </p:txBody>
      </p:sp>
      <p:sp>
        <p:nvSpPr>
          <p:cNvPr id="46" name="Roboto_40pt_sp1_75__c84.00_t73.78"/>
          <p:cNvSpPr/>
          <p:nvPr/>
        </p:nvSpPr>
        <p:spPr>
          <a:xfrm>
            <a:off x="6342888" y="4793234"/>
            <a:ext cx="1024001" cy="93700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40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40pt</a:t>
            </a:r>
            <a:endParaRPr lang="en-US" sz="4000" dirty="0"/>
          </a:p>
        </p:txBody>
      </p:sp>
      <p:sp>
        <p:nvSpPr>
          <p:cNvPr id="47" name="Roboto_40pt_sp2__c96.00_t82.78"/>
          <p:cNvSpPr/>
          <p:nvPr/>
        </p:nvSpPr>
        <p:spPr>
          <a:xfrm>
            <a:off x="8335264" y="4793234"/>
            <a:ext cx="1024001" cy="105130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40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40pt</a:t>
            </a:r>
            <a:endParaRPr lang="en-US" sz="4000" dirty="0"/>
          </a:p>
        </p:txBody>
      </p:sp>
      <p:sp>
        <p:nvSpPr>
          <p:cNvPr id="48" name="Roboto_56pt_sp1__c67.20_t66.89"/>
          <p:cNvSpPr/>
          <p:nvPr/>
        </p:nvSpPr>
        <p:spPr>
          <a:xfrm>
            <a:off x="365760" y="5946140"/>
            <a:ext cx="1433576" cy="84950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6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56pt</a:t>
            </a:r>
            <a:endParaRPr lang="en-US" sz="5600" dirty="0"/>
          </a:p>
        </p:txBody>
      </p:sp>
      <p:sp>
        <p:nvSpPr>
          <p:cNvPr id="49" name="Roboto_56pt_sp1_25__c84.00_t78.09"/>
          <p:cNvSpPr/>
          <p:nvPr/>
        </p:nvSpPr>
        <p:spPr>
          <a:xfrm>
            <a:off x="2358136" y="5946140"/>
            <a:ext cx="1433576" cy="99174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56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56pt</a:t>
            </a:r>
            <a:endParaRPr lang="en-US" sz="5600" dirty="0"/>
          </a:p>
        </p:txBody>
      </p:sp>
      <p:sp>
        <p:nvSpPr>
          <p:cNvPr id="50" name="Roboto_56pt_sp1_5__c100.80_t90.69"/>
          <p:cNvSpPr/>
          <p:nvPr/>
        </p:nvSpPr>
        <p:spPr>
          <a:xfrm>
            <a:off x="4350512" y="5946140"/>
            <a:ext cx="1433576" cy="115176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56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56pt</a:t>
            </a:r>
            <a:endParaRPr lang="en-US" sz="5600" dirty="0"/>
          </a:p>
        </p:txBody>
      </p:sp>
      <p:sp>
        <p:nvSpPr>
          <p:cNvPr id="51" name="Roboto_56pt_sp1_75__c117.60_t103.29"/>
          <p:cNvSpPr/>
          <p:nvPr/>
        </p:nvSpPr>
        <p:spPr>
          <a:xfrm>
            <a:off x="6342888" y="5946140"/>
            <a:ext cx="1433576" cy="131178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56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56pt</a:t>
            </a:r>
            <a:endParaRPr lang="en-US" sz="5600" dirty="0"/>
          </a:p>
        </p:txBody>
      </p:sp>
      <p:sp>
        <p:nvSpPr>
          <p:cNvPr id="52" name="Roboto_56pt_sp2__c134.40_t115.89"/>
          <p:cNvSpPr/>
          <p:nvPr/>
        </p:nvSpPr>
        <p:spPr>
          <a:xfrm>
            <a:off x="8335264" y="5946140"/>
            <a:ext cx="1433576" cy="147180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56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56pt</a:t>
            </a:r>
            <a:endParaRPr lang="en-US" sz="5600" dirty="0"/>
          </a:p>
        </p:txBody>
      </p:sp>
      <p:sp>
        <p:nvSpPr>
          <p:cNvPr id="53" name="Roboto_70pt_sp1__c84.00_t83.62"/>
          <p:cNvSpPr/>
          <p:nvPr/>
        </p:nvSpPr>
        <p:spPr>
          <a:xfrm>
            <a:off x="365760" y="7519543"/>
            <a:ext cx="1789176" cy="106197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0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70pt</a:t>
            </a:r>
            <a:endParaRPr lang="en-US" sz="7000" dirty="0"/>
          </a:p>
        </p:txBody>
      </p:sp>
      <p:sp>
        <p:nvSpPr>
          <p:cNvPr id="54" name="Roboto_70pt_sp1_25__c105.00_t97.62"/>
          <p:cNvSpPr/>
          <p:nvPr/>
        </p:nvSpPr>
        <p:spPr>
          <a:xfrm>
            <a:off x="2358136" y="7519543"/>
            <a:ext cx="1789176" cy="123977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70pt</a:t>
            </a:r>
            <a:endParaRPr lang="en-US" sz="7000" dirty="0"/>
          </a:p>
        </p:txBody>
      </p:sp>
      <p:sp>
        <p:nvSpPr>
          <p:cNvPr id="55" name="Roboto_70pt_sp1_5__c126.00_t113.37"/>
          <p:cNvSpPr/>
          <p:nvPr/>
        </p:nvSpPr>
        <p:spPr>
          <a:xfrm>
            <a:off x="4350512" y="7519543"/>
            <a:ext cx="1789176" cy="143979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70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70pt</a:t>
            </a:r>
            <a:endParaRPr lang="en-US" sz="7000" dirty="0"/>
          </a:p>
        </p:txBody>
      </p:sp>
      <p:sp>
        <p:nvSpPr>
          <p:cNvPr id="56" name="Roboto_70pt_sp1_75__c147.00_t129.12"/>
          <p:cNvSpPr/>
          <p:nvPr/>
        </p:nvSpPr>
        <p:spPr>
          <a:xfrm>
            <a:off x="6342888" y="7519543"/>
            <a:ext cx="1789176" cy="163982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70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70pt</a:t>
            </a:r>
            <a:endParaRPr lang="en-US" sz="7000" dirty="0"/>
          </a:p>
        </p:txBody>
      </p:sp>
      <p:sp>
        <p:nvSpPr>
          <p:cNvPr id="57" name="Roboto_70pt_sp2__c168.00_t144.87"/>
          <p:cNvSpPr/>
          <p:nvPr/>
        </p:nvSpPr>
        <p:spPr>
          <a:xfrm>
            <a:off x="8335264" y="7519543"/>
            <a:ext cx="1789176" cy="183984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7000" u="sng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70pt</a:t>
            </a:r>
            <a:endParaRPr lang="en-US" sz="7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6200"/>
            <a:ext cx="5486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</a:t>
            </a:r>
            <a:endParaRPr lang="en-US" sz="1400" dirty="0"/>
          </a:p>
        </p:txBody>
      </p:sp>
      <p:sp>
        <p:nvSpPr>
          <p:cNvPr id="3" name="Arial_6pt_sp1__c7.20_t7.08"/>
          <p:cNvSpPr/>
          <p:nvPr/>
        </p:nvSpPr>
        <p:spPr>
          <a:xfrm>
            <a:off x="365760" y="721360"/>
            <a:ext cx="106426" cy="8991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6pt</a:t>
            </a:r>
            <a:endParaRPr lang="en-US" sz="600" dirty="0"/>
          </a:p>
        </p:txBody>
      </p:sp>
      <p:sp>
        <p:nvSpPr>
          <p:cNvPr id="4" name="Arial_6pt_sp1_25__c9.00_t8.12"/>
          <p:cNvSpPr/>
          <p:nvPr/>
        </p:nvSpPr>
        <p:spPr>
          <a:xfrm>
            <a:off x="2297811" y="721360"/>
            <a:ext cx="106426" cy="10312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6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6pt</a:t>
            </a:r>
            <a:endParaRPr lang="en-US" sz="600" dirty="0"/>
          </a:p>
        </p:txBody>
      </p:sp>
      <p:sp>
        <p:nvSpPr>
          <p:cNvPr id="5" name="Arial_6pt_sp1_5__c10.80_t9.47"/>
          <p:cNvSpPr/>
          <p:nvPr/>
        </p:nvSpPr>
        <p:spPr>
          <a:xfrm>
            <a:off x="4229862" y="721360"/>
            <a:ext cx="106426" cy="12026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6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6pt</a:t>
            </a:r>
            <a:endParaRPr lang="en-US" sz="600" dirty="0"/>
          </a:p>
        </p:txBody>
      </p:sp>
      <p:sp>
        <p:nvSpPr>
          <p:cNvPr id="6" name="Arial_6pt_sp1_75__c12.60_t10.82"/>
          <p:cNvSpPr/>
          <p:nvPr/>
        </p:nvSpPr>
        <p:spPr>
          <a:xfrm>
            <a:off x="6161913" y="721360"/>
            <a:ext cx="106426" cy="13741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6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6pt</a:t>
            </a:r>
            <a:endParaRPr lang="en-US" sz="600" dirty="0"/>
          </a:p>
        </p:txBody>
      </p:sp>
      <p:sp>
        <p:nvSpPr>
          <p:cNvPr id="7" name="Arial_6pt_sp2__c14.40_t12.17"/>
          <p:cNvSpPr/>
          <p:nvPr/>
        </p:nvSpPr>
        <p:spPr>
          <a:xfrm>
            <a:off x="8093964" y="721360"/>
            <a:ext cx="106426" cy="15455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6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6pt</a:t>
            </a:r>
            <a:endParaRPr lang="en-US" sz="600" dirty="0"/>
          </a:p>
        </p:txBody>
      </p:sp>
      <p:sp>
        <p:nvSpPr>
          <p:cNvPr id="8" name="Arial_8pt_sp1__c9.60_t9.44"/>
          <p:cNvSpPr/>
          <p:nvPr/>
        </p:nvSpPr>
        <p:spPr>
          <a:xfrm>
            <a:off x="365760" y="977519"/>
            <a:ext cx="142875" cy="11988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8pt</a:t>
            </a:r>
            <a:endParaRPr lang="en-US" sz="800" dirty="0"/>
          </a:p>
        </p:txBody>
      </p:sp>
      <p:sp>
        <p:nvSpPr>
          <p:cNvPr id="9" name="Arial_8pt_sp1_25__c12.00_t10.83"/>
          <p:cNvSpPr/>
          <p:nvPr/>
        </p:nvSpPr>
        <p:spPr>
          <a:xfrm>
            <a:off x="2297811" y="977519"/>
            <a:ext cx="142875" cy="13754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8pt</a:t>
            </a:r>
            <a:endParaRPr lang="en-US" sz="800" dirty="0"/>
          </a:p>
        </p:txBody>
      </p:sp>
      <p:sp>
        <p:nvSpPr>
          <p:cNvPr id="10" name="Arial_8pt_sp1_5__c14.40_t12.63"/>
          <p:cNvSpPr/>
          <p:nvPr/>
        </p:nvSpPr>
        <p:spPr>
          <a:xfrm>
            <a:off x="4229862" y="977519"/>
            <a:ext cx="142875" cy="16040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8pt</a:t>
            </a:r>
            <a:endParaRPr lang="en-US" sz="800" dirty="0"/>
          </a:p>
        </p:txBody>
      </p:sp>
      <p:sp>
        <p:nvSpPr>
          <p:cNvPr id="11" name="Arial_8pt_sp1_75__c16.80_t14.43"/>
          <p:cNvSpPr/>
          <p:nvPr/>
        </p:nvSpPr>
        <p:spPr>
          <a:xfrm>
            <a:off x="6161913" y="977519"/>
            <a:ext cx="142875" cy="18326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8pt</a:t>
            </a:r>
            <a:endParaRPr lang="en-US" sz="800" dirty="0"/>
          </a:p>
        </p:txBody>
      </p:sp>
      <p:sp>
        <p:nvSpPr>
          <p:cNvPr id="12" name="Arial_8pt_sp2__c19.20_t16.23"/>
          <p:cNvSpPr/>
          <p:nvPr/>
        </p:nvSpPr>
        <p:spPr>
          <a:xfrm>
            <a:off x="8093964" y="977519"/>
            <a:ext cx="142875" cy="20612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8pt</a:t>
            </a:r>
            <a:endParaRPr lang="en-US" sz="800" dirty="0"/>
          </a:p>
        </p:txBody>
      </p:sp>
      <p:sp>
        <p:nvSpPr>
          <p:cNvPr id="13" name="Arial_10pt_sp1__c12.00_t11.80"/>
          <p:cNvSpPr/>
          <p:nvPr/>
        </p:nvSpPr>
        <p:spPr>
          <a:xfrm>
            <a:off x="365760" y="1285240"/>
            <a:ext cx="244475" cy="14986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10pt</a:t>
            </a:r>
            <a:endParaRPr lang="en-US" sz="1000" dirty="0"/>
          </a:p>
        </p:txBody>
      </p:sp>
      <p:sp>
        <p:nvSpPr>
          <p:cNvPr id="14" name="Arial_10pt_sp1_25__c15.00_t13.53"/>
          <p:cNvSpPr/>
          <p:nvPr/>
        </p:nvSpPr>
        <p:spPr>
          <a:xfrm>
            <a:off x="2297811" y="1285240"/>
            <a:ext cx="244475" cy="17183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10pt</a:t>
            </a:r>
            <a:endParaRPr lang="en-US" sz="1000" dirty="0"/>
          </a:p>
        </p:txBody>
      </p:sp>
      <p:sp>
        <p:nvSpPr>
          <p:cNvPr id="15" name="Arial_10pt_sp1_5__c18.00_t15.78"/>
          <p:cNvSpPr/>
          <p:nvPr/>
        </p:nvSpPr>
        <p:spPr>
          <a:xfrm>
            <a:off x="4229862" y="1285240"/>
            <a:ext cx="244475" cy="20040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10pt</a:t>
            </a:r>
            <a:endParaRPr lang="en-US" sz="1000" dirty="0"/>
          </a:p>
        </p:txBody>
      </p:sp>
      <p:sp>
        <p:nvSpPr>
          <p:cNvPr id="16" name="Arial_10pt_sp1_75__c21.00_t18.03"/>
          <p:cNvSpPr/>
          <p:nvPr/>
        </p:nvSpPr>
        <p:spPr>
          <a:xfrm>
            <a:off x="6161913" y="1285240"/>
            <a:ext cx="244475" cy="22898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10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10pt</a:t>
            </a:r>
            <a:endParaRPr lang="en-US" sz="1000" dirty="0"/>
          </a:p>
        </p:txBody>
      </p:sp>
      <p:sp>
        <p:nvSpPr>
          <p:cNvPr id="17" name="Arial_10pt_sp2__c24.00_t20.28"/>
          <p:cNvSpPr/>
          <p:nvPr/>
        </p:nvSpPr>
        <p:spPr>
          <a:xfrm>
            <a:off x="8093964" y="1285240"/>
            <a:ext cx="244475" cy="25755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10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10pt</a:t>
            </a:r>
            <a:endParaRPr lang="en-US" sz="1000" dirty="0"/>
          </a:p>
        </p:txBody>
      </p:sp>
      <p:sp>
        <p:nvSpPr>
          <p:cNvPr id="18" name="Arial_12pt_sp1__c14.40_t14.16"/>
          <p:cNvSpPr/>
          <p:nvPr/>
        </p:nvSpPr>
        <p:spPr>
          <a:xfrm>
            <a:off x="365760" y="1644396"/>
            <a:ext cx="295275" cy="17983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12pt</a:t>
            </a:r>
            <a:endParaRPr lang="en-US" sz="1200" dirty="0"/>
          </a:p>
        </p:txBody>
      </p:sp>
      <p:sp>
        <p:nvSpPr>
          <p:cNvPr id="19" name="Arial_12pt_sp1_25__c18.00_t16.24"/>
          <p:cNvSpPr/>
          <p:nvPr/>
        </p:nvSpPr>
        <p:spPr>
          <a:xfrm>
            <a:off x="2297811" y="1644396"/>
            <a:ext cx="295275" cy="20624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12pt</a:t>
            </a:r>
            <a:endParaRPr lang="en-US" sz="1200" dirty="0"/>
          </a:p>
        </p:txBody>
      </p:sp>
      <p:sp>
        <p:nvSpPr>
          <p:cNvPr id="20" name="Arial_12pt_sp1_5__c21.60_t18.94"/>
          <p:cNvSpPr/>
          <p:nvPr/>
        </p:nvSpPr>
        <p:spPr>
          <a:xfrm>
            <a:off x="4229862" y="1644396"/>
            <a:ext cx="295275" cy="24053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12pt</a:t>
            </a:r>
            <a:endParaRPr lang="en-US" sz="1200" dirty="0"/>
          </a:p>
        </p:txBody>
      </p:sp>
      <p:sp>
        <p:nvSpPr>
          <p:cNvPr id="21" name="Arial_12pt_sp1_75__c25.20_t21.64"/>
          <p:cNvSpPr/>
          <p:nvPr/>
        </p:nvSpPr>
        <p:spPr>
          <a:xfrm>
            <a:off x="6161913" y="1644396"/>
            <a:ext cx="295275" cy="27482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12pt</a:t>
            </a:r>
            <a:endParaRPr lang="en-US" sz="1200" dirty="0"/>
          </a:p>
        </p:txBody>
      </p:sp>
      <p:sp>
        <p:nvSpPr>
          <p:cNvPr id="22" name="Arial_12pt_sp2__c28.80_t24.34"/>
          <p:cNvSpPr/>
          <p:nvPr/>
        </p:nvSpPr>
        <p:spPr>
          <a:xfrm>
            <a:off x="8093964" y="1644396"/>
            <a:ext cx="295275" cy="30911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12pt</a:t>
            </a:r>
            <a:endParaRPr lang="en-US" sz="1200" dirty="0"/>
          </a:p>
        </p:txBody>
      </p:sp>
      <p:sp>
        <p:nvSpPr>
          <p:cNvPr id="23" name="Arial_14pt_sp1__c16.80_t16.52"/>
          <p:cNvSpPr/>
          <p:nvPr/>
        </p:nvSpPr>
        <p:spPr>
          <a:xfrm>
            <a:off x="365760" y="2055114"/>
            <a:ext cx="344551" cy="20980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14pt</a:t>
            </a:r>
            <a:endParaRPr lang="en-US" sz="1400" dirty="0"/>
          </a:p>
        </p:txBody>
      </p:sp>
      <p:sp>
        <p:nvSpPr>
          <p:cNvPr id="24" name="Arial_14pt_sp1_25__c21.00_t18.95"/>
          <p:cNvSpPr/>
          <p:nvPr/>
        </p:nvSpPr>
        <p:spPr>
          <a:xfrm>
            <a:off x="2297811" y="2055114"/>
            <a:ext cx="344551" cy="24066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14pt</a:t>
            </a:r>
            <a:endParaRPr lang="en-US" sz="1400" dirty="0"/>
          </a:p>
        </p:txBody>
      </p:sp>
      <p:sp>
        <p:nvSpPr>
          <p:cNvPr id="25" name="Arial_14pt_sp1_5__c25.20_t22.10"/>
          <p:cNvSpPr/>
          <p:nvPr/>
        </p:nvSpPr>
        <p:spPr>
          <a:xfrm>
            <a:off x="4229862" y="2055114"/>
            <a:ext cx="344551" cy="28067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14pt</a:t>
            </a:r>
            <a:endParaRPr lang="en-US" sz="1400" dirty="0"/>
          </a:p>
        </p:txBody>
      </p:sp>
      <p:sp>
        <p:nvSpPr>
          <p:cNvPr id="26" name="Arial_14pt_sp1_75__c29.40_t25.25"/>
          <p:cNvSpPr/>
          <p:nvPr/>
        </p:nvSpPr>
        <p:spPr>
          <a:xfrm>
            <a:off x="6161913" y="2055114"/>
            <a:ext cx="344551" cy="32067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14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14pt</a:t>
            </a:r>
            <a:endParaRPr lang="en-US" sz="1400" dirty="0"/>
          </a:p>
        </p:txBody>
      </p:sp>
      <p:sp>
        <p:nvSpPr>
          <p:cNvPr id="27" name="Arial_14pt_sp2__c33.60_t28.40"/>
          <p:cNvSpPr/>
          <p:nvPr/>
        </p:nvSpPr>
        <p:spPr>
          <a:xfrm>
            <a:off x="8093964" y="2055114"/>
            <a:ext cx="344551" cy="3606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14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14pt</a:t>
            </a:r>
            <a:endParaRPr lang="en-US" sz="1400" dirty="0"/>
          </a:p>
        </p:txBody>
      </p:sp>
      <p:sp>
        <p:nvSpPr>
          <p:cNvPr id="28" name="Arial_18pt_sp1__c21.60_t21.24"/>
          <p:cNvSpPr/>
          <p:nvPr/>
        </p:nvSpPr>
        <p:spPr>
          <a:xfrm>
            <a:off x="365760" y="2517394"/>
            <a:ext cx="444500" cy="26974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18pt</a:t>
            </a:r>
            <a:endParaRPr lang="en-US" sz="1800" dirty="0"/>
          </a:p>
        </p:txBody>
      </p:sp>
      <p:sp>
        <p:nvSpPr>
          <p:cNvPr id="29" name="Arial_18pt_sp1_25__c27.00_t24.36"/>
          <p:cNvSpPr/>
          <p:nvPr/>
        </p:nvSpPr>
        <p:spPr>
          <a:xfrm>
            <a:off x="2297811" y="2517394"/>
            <a:ext cx="444500" cy="30937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18pt</a:t>
            </a:r>
            <a:endParaRPr lang="en-US" sz="1800" dirty="0"/>
          </a:p>
        </p:txBody>
      </p:sp>
      <p:sp>
        <p:nvSpPr>
          <p:cNvPr id="30" name="Arial_18pt_sp1_5__c32.40_t28.41"/>
          <p:cNvSpPr/>
          <p:nvPr/>
        </p:nvSpPr>
        <p:spPr>
          <a:xfrm>
            <a:off x="4229862" y="2517394"/>
            <a:ext cx="444500" cy="36080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18pt</a:t>
            </a:r>
            <a:endParaRPr lang="en-US" sz="1800" dirty="0"/>
          </a:p>
        </p:txBody>
      </p:sp>
      <p:sp>
        <p:nvSpPr>
          <p:cNvPr id="31" name="Arial_18pt_sp1_75__c37.80_t32.46"/>
          <p:cNvSpPr/>
          <p:nvPr/>
        </p:nvSpPr>
        <p:spPr>
          <a:xfrm>
            <a:off x="6161913" y="2517394"/>
            <a:ext cx="444500" cy="41224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18pt</a:t>
            </a:r>
            <a:endParaRPr lang="en-US" sz="1800" dirty="0"/>
          </a:p>
        </p:txBody>
      </p:sp>
      <p:sp>
        <p:nvSpPr>
          <p:cNvPr id="32" name="Arial_18pt_sp2__c43.20_t36.51"/>
          <p:cNvSpPr/>
          <p:nvPr/>
        </p:nvSpPr>
        <p:spPr>
          <a:xfrm>
            <a:off x="8093964" y="2517394"/>
            <a:ext cx="444500" cy="46367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18pt</a:t>
            </a:r>
            <a:endParaRPr lang="en-US" sz="1800" dirty="0"/>
          </a:p>
        </p:txBody>
      </p:sp>
      <p:sp>
        <p:nvSpPr>
          <p:cNvPr id="33" name="Arial_24pt_sp1__c28.80_t28.32"/>
          <p:cNvSpPr/>
          <p:nvPr/>
        </p:nvSpPr>
        <p:spPr>
          <a:xfrm>
            <a:off x="365760" y="3082671"/>
            <a:ext cx="593725" cy="35966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24pt</a:t>
            </a:r>
            <a:endParaRPr lang="en-US" sz="2400" dirty="0"/>
          </a:p>
        </p:txBody>
      </p:sp>
      <p:sp>
        <p:nvSpPr>
          <p:cNvPr id="34" name="Arial_24pt_sp1_25__c36.00_t32.48"/>
          <p:cNvSpPr/>
          <p:nvPr/>
        </p:nvSpPr>
        <p:spPr>
          <a:xfrm>
            <a:off x="2297811" y="3082671"/>
            <a:ext cx="593725" cy="41249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24pt</a:t>
            </a:r>
            <a:endParaRPr lang="en-US" sz="2400" dirty="0"/>
          </a:p>
        </p:txBody>
      </p:sp>
      <p:sp>
        <p:nvSpPr>
          <p:cNvPr id="35" name="Arial_24pt_sp1_5__c43.20_t37.88"/>
          <p:cNvSpPr/>
          <p:nvPr/>
        </p:nvSpPr>
        <p:spPr>
          <a:xfrm>
            <a:off x="4229862" y="3082671"/>
            <a:ext cx="593725" cy="48107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24pt</a:t>
            </a:r>
            <a:endParaRPr lang="en-US" sz="2400" dirty="0"/>
          </a:p>
        </p:txBody>
      </p:sp>
      <p:sp>
        <p:nvSpPr>
          <p:cNvPr id="36" name="Arial_24pt_sp1_75__c50.40_t43.28"/>
          <p:cNvSpPr/>
          <p:nvPr/>
        </p:nvSpPr>
        <p:spPr>
          <a:xfrm>
            <a:off x="6161913" y="3082671"/>
            <a:ext cx="593725" cy="54965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24pt</a:t>
            </a:r>
            <a:endParaRPr lang="en-US" sz="2400" dirty="0"/>
          </a:p>
        </p:txBody>
      </p:sp>
      <p:sp>
        <p:nvSpPr>
          <p:cNvPr id="37" name="Arial_24pt_sp2__c57.60_t48.68"/>
          <p:cNvSpPr/>
          <p:nvPr/>
        </p:nvSpPr>
        <p:spPr>
          <a:xfrm>
            <a:off x="8093964" y="3082671"/>
            <a:ext cx="593725" cy="61823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24pt</a:t>
            </a:r>
            <a:endParaRPr lang="en-US" sz="2400" dirty="0"/>
          </a:p>
        </p:txBody>
      </p:sp>
      <p:sp>
        <p:nvSpPr>
          <p:cNvPr id="38" name="Arial_32pt_sp1__c38.40_t37.76"/>
          <p:cNvSpPr/>
          <p:nvPr/>
        </p:nvSpPr>
        <p:spPr>
          <a:xfrm>
            <a:off x="365760" y="3802507"/>
            <a:ext cx="789051" cy="47955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32pt</a:t>
            </a:r>
            <a:endParaRPr lang="en-US" sz="3200" dirty="0"/>
          </a:p>
        </p:txBody>
      </p:sp>
      <p:sp>
        <p:nvSpPr>
          <p:cNvPr id="39" name="Arial_32pt_sp1_25__c48.00_t43.31"/>
          <p:cNvSpPr/>
          <p:nvPr/>
        </p:nvSpPr>
        <p:spPr>
          <a:xfrm>
            <a:off x="2297811" y="3802507"/>
            <a:ext cx="789051" cy="55003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32pt</a:t>
            </a:r>
            <a:endParaRPr lang="en-US" sz="3200" dirty="0"/>
          </a:p>
        </p:txBody>
      </p:sp>
      <p:sp>
        <p:nvSpPr>
          <p:cNvPr id="40" name="Arial_32pt_sp1_5__c57.60_t50.51"/>
          <p:cNvSpPr/>
          <p:nvPr/>
        </p:nvSpPr>
        <p:spPr>
          <a:xfrm>
            <a:off x="4229862" y="3802507"/>
            <a:ext cx="789051" cy="64147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32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32pt</a:t>
            </a:r>
            <a:endParaRPr lang="en-US" sz="3200" dirty="0"/>
          </a:p>
        </p:txBody>
      </p:sp>
      <p:sp>
        <p:nvSpPr>
          <p:cNvPr id="41" name="Arial_32pt_sp1_75__c67.20_t57.71"/>
          <p:cNvSpPr/>
          <p:nvPr/>
        </p:nvSpPr>
        <p:spPr>
          <a:xfrm>
            <a:off x="6161913" y="3802507"/>
            <a:ext cx="789051" cy="73291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32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32pt</a:t>
            </a:r>
            <a:endParaRPr lang="en-US" sz="3200" dirty="0"/>
          </a:p>
        </p:txBody>
      </p:sp>
      <p:sp>
        <p:nvSpPr>
          <p:cNvPr id="42" name="Arial_32pt_sp2__c76.80_t64.91"/>
          <p:cNvSpPr/>
          <p:nvPr/>
        </p:nvSpPr>
        <p:spPr>
          <a:xfrm>
            <a:off x="8093964" y="3802507"/>
            <a:ext cx="789051" cy="82435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32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32pt</a:t>
            </a:r>
            <a:endParaRPr lang="en-US" sz="3200" dirty="0"/>
          </a:p>
        </p:txBody>
      </p:sp>
      <p:sp>
        <p:nvSpPr>
          <p:cNvPr id="43" name="Arial_40pt_sp1__c48.00_t47.21"/>
          <p:cNvSpPr/>
          <p:nvPr/>
        </p:nvSpPr>
        <p:spPr>
          <a:xfrm>
            <a:off x="365760" y="4728464"/>
            <a:ext cx="989076" cy="59956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40pt</a:t>
            </a:r>
            <a:endParaRPr lang="en-US" sz="4000" dirty="0"/>
          </a:p>
        </p:txBody>
      </p:sp>
      <p:sp>
        <p:nvSpPr>
          <p:cNvPr id="44" name="Arial_40pt_sp1_25__c60.00_t54.14"/>
          <p:cNvSpPr/>
          <p:nvPr/>
        </p:nvSpPr>
        <p:spPr>
          <a:xfrm>
            <a:off x="2297811" y="4728464"/>
            <a:ext cx="989076" cy="68757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40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40pt</a:t>
            </a:r>
            <a:endParaRPr lang="en-US" sz="4000" dirty="0"/>
          </a:p>
        </p:txBody>
      </p:sp>
      <p:sp>
        <p:nvSpPr>
          <p:cNvPr id="45" name="Arial_40pt_sp1_5__c72.00_t63.14"/>
          <p:cNvSpPr/>
          <p:nvPr/>
        </p:nvSpPr>
        <p:spPr>
          <a:xfrm>
            <a:off x="4229862" y="4728464"/>
            <a:ext cx="989076" cy="80187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40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40pt</a:t>
            </a:r>
            <a:endParaRPr lang="en-US" sz="4000" dirty="0"/>
          </a:p>
        </p:txBody>
      </p:sp>
      <p:sp>
        <p:nvSpPr>
          <p:cNvPr id="46" name="Arial_40pt_sp1_75__c84.00_t72.14"/>
          <p:cNvSpPr/>
          <p:nvPr/>
        </p:nvSpPr>
        <p:spPr>
          <a:xfrm>
            <a:off x="6161913" y="4728464"/>
            <a:ext cx="989076" cy="91617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40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40pt</a:t>
            </a:r>
            <a:endParaRPr lang="en-US" sz="4000" dirty="0"/>
          </a:p>
        </p:txBody>
      </p:sp>
      <p:sp>
        <p:nvSpPr>
          <p:cNvPr id="47" name="Arial_40pt_sp2__c96.00_t81.14"/>
          <p:cNvSpPr/>
          <p:nvPr/>
        </p:nvSpPr>
        <p:spPr>
          <a:xfrm>
            <a:off x="8093964" y="4728464"/>
            <a:ext cx="989076" cy="103047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40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40pt</a:t>
            </a:r>
            <a:endParaRPr lang="en-US" sz="4000" dirty="0"/>
          </a:p>
        </p:txBody>
      </p:sp>
      <p:sp>
        <p:nvSpPr>
          <p:cNvPr id="48" name="Arial_56pt_sp1__c67.20_t66.08"/>
          <p:cNvSpPr/>
          <p:nvPr/>
        </p:nvSpPr>
        <p:spPr>
          <a:xfrm>
            <a:off x="365760" y="5860542"/>
            <a:ext cx="1382776" cy="83921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6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56pt</a:t>
            </a:r>
            <a:endParaRPr lang="en-US" sz="5600" dirty="0"/>
          </a:p>
        </p:txBody>
      </p:sp>
      <p:sp>
        <p:nvSpPr>
          <p:cNvPr id="49" name="Arial_56pt_sp1_25__c84.00_t75.79"/>
          <p:cNvSpPr/>
          <p:nvPr/>
        </p:nvSpPr>
        <p:spPr>
          <a:xfrm>
            <a:off x="2297811" y="5860542"/>
            <a:ext cx="1382776" cy="96253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56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56pt</a:t>
            </a:r>
            <a:endParaRPr lang="en-US" sz="5600" dirty="0"/>
          </a:p>
        </p:txBody>
      </p:sp>
      <p:sp>
        <p:nvSpPr>
          <p:cNvPr id="50" name="Arial_56pt_sp1_5__c100.80_t88.39"/>
          <p:cNvSpPr/>
          <p:nvPr/>
        </p:nvSpPr>
        <p:spPr>
          <a:xfrm>
            <a:off x="4229862" y="5860542"/>
            <a:ext cx="1382776" cy="112255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56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56pt</a:t>
            </a:r>
            <a:endParaRPr lang="en-US" sz="5600" dirty="0"/>
          </a:p>
        </p:txBody>
      </p:sp>
      <p:sp>
        <p:nvSpPr>
          <p:cNvPr id="51" name="Arial_56pt_sp1_75__c117.60_t100.99"/>
          <p:cNvSpPr/>
          <p:nvPr/>
        </p:nvSpPr>
        <p:spPr>
          <a:xfrm>
            <a:off x="6161913" y="5860542"/>
            <a:ext cx="1382776" cy="128257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56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56pt</a:t>
            </a:r>
            <a:endParaRPr lang="en-US" sz="5600" dirty="0"/>
          </a:p>
        </p:txBody>
      </p:sp>
      <p:sp>
        <p:nvSpPr>
          <p:cNvPr id="52" name="Arial_56pt_sp2__c134.40_t113.59"/>
          <p:cNvSpPr/>
          <p:nvPr/>
        </p:nvSpPr>
        <p:spPr>
          <a:xfrm>
            <a:off x="8093964" y="5860542"/>
            <a:ext cx="1382776" cy="144259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56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56pt</a:t>
            </a:r>
            <a:endParaRPr lang="en-US" sz="5600" dirty="0"/>
          </a:p>
        </p:txBody>
      </p:sp>
      <p:sp>
        <p:nvSpPr>
          <p:cNvPr id="53" name="Arial_70pt_sp1__c84.00_t82.60"/>
          <p:cNvSpPr/>
          <p:nvPr/>
        </p:nvSpPr>
        <p:spPr>
          <a:xfrm>
            <a:off x="365760" y="7404735"/>
            <a:ext cx="1728851" cy="10490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0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70pt</a:t>
            </a:r>
            <a:endParaRPr lang="en-US" sz="7000" dirty="0"/>
          </a:p>
        </p:txBody>
      </p:sp>
      <p:sp>
        <p:nvSpPr>
          <p:cNvPr id="54" name="Arial_70pt_sp1_25__c105.00_t94.74"/>
          <p:cNvSpPr/>
          <p:nvPr/>
        </p:nvSpPr>
        <p:spPr>
          <a:xfrm>
            <a:off x="2297811" y="7404735"/>
            <a:ext cx="1728851" cy="120319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70pt</a:t>
            </a:r>
            <a:endParaRPr lang="en-US" sz="7000" dirty="0"/>
          </a:p>
        </p:txBody>
      </p:sp>
      <p:sp>
        <p:nvSpPr>
          <p:cNvPr id="55" name="Arial_70pt_sp1_5__c126.00_t110.49"/>
          <p:cNvSpPr/>
          <p:nvPr/>
        </p:nvSpPr>
        <p:spPr>
          <a:xfrm>
            <a:off x="4229862" y="7404735"/>
            <a:ext cx="1728851" cy="140322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70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70pt</a:t>
            </a:r>
            <a:endParaRPr lang="en-US" sz="7000" dirty="0"/>
          </a:p>
        </p:txBody>
      </p:sp>
      <p:sp>
        <p:nvSpPr>
          <p:cNvPr id="56" name="Arial_70pt_sp1_75__c147.00_t126.24"/>
          <p:cNvSpPr/>
          <p:nvPr/>
        </p:nvSpPr>
        <p:spPr>
          <a:xfrm>
            <a:off x="6161913" y="7404735"/>
            <a:ext cx="1728851" cy="160324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70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70pt</a:t>
            </a:r>
            <a:endParaRPr lang="en-US" sz="7000" dirty="0"/>
          </a:p>
        </p:txBody>
      </p:sp>
      <p:sp>
        <p:nvSpPr>
          <p:cNvPr id="57" name="Arial_70pt_sp2__c168.00_t141.99"/>
          <p:cNvSpPr/>
          <p:nvPr/>
        </p:nvSpPr>
        <p:spPr>
          <a:xfrm>
            <a:off x="8093964" y="7404735"/>
            <a:ext cx="1728851" cy="180327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7000" u="sng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70pt</a:t>
            </a:r>
            <a:endParaRPr lang="en-US" sz="7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6200"/>
            <a:ext cx="5486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Unifont</a:t>
            </a:r>
            <a:endParaRPr lang="en-US" sz="1400" dirty="0"/>
          </a:p>
        </p:txBody>
      </p:sp>
      <p:sp>
        <p:nvSpPr>
          <p:cNvPr id="3" name="Unifont_6pt_sp1__c7.20_t6.21"/>
          <p:cNvSpPr/>
          <p:nvPr/>
        </p:nvSpPr>
        <p:spPr>
          <a:xfrm>
            <a:off x="365760" y="721360"/>
            <a:ext cx="114300" cy="7886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6pt</a:t>
            </a:r>
            <a:endParaRPr lang="en-US" sz="600" dirty="0"/>
          </a:p>
        </p:txBody>
      </p:sp>
      <p:sp>
        <p:nvSpPr>
          <p:cNvPr id="4" name="Unifont_6pt_sp1_25__c9.00_t7.56"/>
          <p:cNvSpPr/>
          <p:nvPr/>
        </p:nvSpPr>
        <p:spPr>
          <a:xfrm>
            <a:off x="2346960" y="721360"/>
            <a:ext cx="114300" cy="9601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6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6pt</a:t>
            </a:r>
            <a:endParaRPr lang="en-US" sz="600" dirty="0"/>
          </a:p>
        </p:txBody>
      </p:sp>
      <p:sp>
        <p:nvSpPr>
          <p:cNvPr id="5" name="Unifont_6pt_sp1_5__c10.80_t8.91"/>
          <p:cNvSpPr/>
          <p:nvPr/>
        </p:nvSpPr>
        <p:spPr>
          <a:xfrm>
            <a:off x="4328160" y="721360"/>
            <a:ext cx="114300" cy="11315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6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6pt</a:t>
            </a:r>
            <a:endParaRPr lang="en-US" sz="600" dirty="0"/>
          </a:p>
        </p:txBody>
      </p:sp>
      <p:sp>
        <p:nvSpPr>
          <p:cNvPr id="6" name="Unifont_6pt_sp1_75__c12.60_t10.26"/>
          <p:cNvSpPr/>
          <p:nvPr/>
        </p:nvSpPr>
        <p:spPr>
          <a:xfrm>
            <a:off x="6309360" y="721360"/>
            <a:ext cx="114300" cy="13030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6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6pt</a:t>
            </a:r>
            <a:endParaRPr lang="en-US" sz="600" dirty="0"/>
          </a:p>
        </p:txBody>
      </p:sp>
      <p:sp>
        <p:nvSpPr>
          <p:cNvPr id="7" name="Unifont_6pt_sp2__c14.40_t11.61"/>
          <p:cNvSpPr/>
          <p:nvPr/>
        </p:nvSpPr>
        <p:spPr>
          <a:xfrm>
            <a:off x="8290560" y="721360"/>
            <a:ext cx="114300" cy="14744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6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6pt</a:t>
            </a:r>
            <a:endParaRPr lang="en-US" sz="600" dirty="0"/>
          </a:p>
        </p:txBody>
      </p:sp>
      <p:sp>
        <p:nvSpPr>
          <p:cNvPr id="8" name="Unifont_8pt_sp1__c9.60_t8.28"/>
          <p:cNvSpPr/>
          <p:nvPr/>
        </p:nvSpPr>
        <p:spPr>
          <a:xfrm>
            <a:off x="365760" y="970407"/>
            <a:ext cx="152400" cy="10515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8pt</a:t>
            </a:r>
            <a:endParaRPr lang="en-US" sz="800" dirty="0"/>
          </a:p>
        </p:txBody>
      </p:sp>
      <p:sp>
        <p:nvSpPr>
          <p:cNvPr id="9" name="Unifont_8pt_sp1_25__c12.00_t10.08"/>
          <p:cNvSpPr/>
          <p:nvPr/>
        </p:nvSpPr>
        <p:spPr>
          <a:xfrm>
            <a:off x="2346960" y="970407"/>
            <a:ext cx="152400" cy="12801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8pt</a:t>
            </a:r>
            <a:endParaRPr lang="en-US" sz="800" dirty="0"/>
          </a:p>
        </p:txBody>
      </p:sp>
      <p:sp>
        <p:nvSpPr>
          <p:cNvPr id="10" name="Unifont_8pt_sp1_5__c14.40_t11.88"/>
          <p:cNvSpPr/>
          <p:nvPr/>
        </p:nvSpPr>
        <p:spPr>
          <a:xfrm>
            <a:off x="4328160" y="970407"/>
            <a:ext cx="152400" cy="15087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8pt</a:t>
            </a:r>
            <a:endParaRPr lang="en-US" sz="800" dirty="0"/>
          </a:p>
        </p:txBody>
      </p:sp>
      <p:sp>
        <p:nvSpPr>
          <p:cNvPr id="11" name="Unifont_8pt_sp1_75__c16.80_t13.68"/>
          <p:cNvSpPr/>
          <p:nvPr/>
        </p:nvSpPr>
        <p:spPr>
          <a:xfrm>
            <a:off x="6309360" y="970407"/>
            <a:ext cx="152400" cy="17373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8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8pt</a:t>
            </a:r>
            <a:endParaRPr lang="en-US" sz="800" dirty="0"/>
          </a:p>
        </p:txBody>
      </p:sp>
      <p:sp>
        <p:nvSpPr>
          <p:cNvPr id="12" name="Unifont_8pt_sp2__c19.20_t15.48"/>
          <p:cNvSpPr/>
          <p:nvPr/>
        </p:nvSpPr>
        <p:spPr>
          <a:xfrm>
            <a:off x="8290560" y="970407"/>
            <a:ext cx="152400" cy="19659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8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8pt</a:t>
            </a:r>
            <a:endParaRPr lang="en-US" sz="800" dirty="0"/>
          </a:p>
        </p:txBody>
      </p:sp>
      <p:sp>
        <p:nvSpPr>
          <p:cNvPr id="13" name="Unifont_10pt_sp1__c12.00_t10.35"/>
          <p:cNvSpPr/>
          <p:nvPr/>
        </p:nvSpPr>
        <p:spPr>
          <a:xfrm>
            <a:off x="365760" y="1268603"/>
            <a:ext cx="254000" cy="13144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10pt</a:t>
            </a:r>
            <a:endParaRPr lang="en-US" sz="1000" dirty="0"/>
          </a:p>
        </p:txBody>
      </p:sp>
      <p:sp>
        <p:nvSpPr>
          <p:cNvPr id="14" name="Unifont_10pt_sp1_25__c15.00_t12.60"/>
          <p:cNvSpPr/>
          <p:nvPr/>
        </p:nvSpPr>
        <p:spPr>
          <a:xfrm>
            <a:off x="2346960" y="1268603"/>
            <a:ext cx="254000" cy="1600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10pt</a:t>
            </a:r>
            <a:endParaRPr lang="en-US" sz="1000" dirty="0"/>
          </a:p>
        </p:txBody>
      </p:sp>
      <p:sp>
        <p:nvSpPr>
          <p:cNvPr id="15" name="Unifont_10pt_sp1_5__c18.00_t14.85"/>
          <p:cNvSpPr/>
          <p:nvPr/>
        </p:nvSpPr>
        <p:spPr>
          <a:xfrm>
            <a:off x="4328160" y="1268603"/>
            <a:ext cx="254000" cy="18859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10pt</a:t>
            </a:r>
            <a:endParaRPr lang="en-US" sz="1000" dirty="0"/>
          </a:p>
        </p:txBody>
      </p:sp>
      <p:sp>
        <p:nvSpPr>
          <p:cNvPr id="16" name="Unifont_10pt_sp1_75__c21.00_t17.10"/>
          <p:cNvSpPr/>
          <p:nvPr/>
        </p:nvSpPr>
        <p:spPr>
          <a:xfrm>
            <a:off x="6309360" y="1268603"/>
            <a:ext cx="254000" cy="21717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10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10pt</a:t>
            </a:r>
            <a:endParaRPr lang="en-US" sz="1000" dirty="0"/>
          </a:p>
        </p:txBody>
      </p:sp>
      <p:sp>
        <p:nvSpPr>
          <p:cNvPr id="17" name="Unifont_10pt_sp2__c24.00_t19.35"/>
          <p:cNvSpPr/>
          <p:nvPr/>
        </p:nvSpPr>
        <p:spPr>
          <a:xfrm>
            <a:off x="8290560" y="1268603"/>
            <a:ext cx="254000" cy="24574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10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10pt</a:t>
            </a:r>
            <a:endParaRPr lang="en-US" sz="1000" dirty="0"/>
          </a:p>
        </p:txBody>
      </p:sp>
      <p:sp>
        <p:nvSpPr>
          <p:cNvPr id="18" name="Unifont_12pt_sp1__c14.40_t12.42"/>
          <p:cNvSpPr/>
          <p:nvPr/>
        </p:nvSpPr>
        <p:spPr>
          <a:xfrm>
            <a:off x="365760" y="1615948"/>
            <a:ext cx="304800" cy="15773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12pt</a:t>
            </a:r>
            <a:endParaRPr lang="en-US" sz="1200" dirty="0"/>
          </a:p>
        </p:txBody>
      </p:sp>
      <p:sp>
        <p:nvSpPr>
          <p:cNvPr id="19" name="Unifont_12pt_sp1_25__c18.00_t15.12"/>
          <p:cNvSpPr/>
          <p:nvPr/>
        </p:nvSpPr>
        <p:spPr>
          <a:xfrm>
            <a:off x="2346960" y="1615948"/>
            <a:ext cx="304800" cy="19202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12pt</a:t>
            </a:r>
            <a:endParaRPr lang="en-US" sz="1200" dirty="0"/>
          </a:p>
        </p:txBody>
      </p:sp>
      <p:sp>
        <p:nvSpPr>
          <p:cNvPr id="20" name="Unifont_12pt_sp1_5__c21.60_t17.82"/>
          <p:cNvSpPr/>
          <p:nvPr/>
        </p:nvSpPr>
        <p:spPr>
          <a:xfrm>
            <a:off x="4328160" y="1615948"/>
            <a:ext cx="304800" cy="22631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12pt</a:t>
            </a:r>
            <a:endParaRPr lang="en-US" sz="1200" dirty="0"/>
          </a:p>
        </p:txBody>
      </p:sp>
      <p:sp>
        <p:nvSpPr>
          <p:cNvPr id="21" name="Unifont_12pt_sp1_75__c25.20_t20.52"/>
          <p:cNvSpPr/>
          <p:nvPr/>
        </p:nvSpPr>
        <p:spPr>
          <a:xfrm>
            <a:off x="6309360" y="1615948"/>
            <a:ext cx="304800" cy="26060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12pt</a:t>
            </a:r>
            <a:endParaRPr lang="en-US" sz="1200" dirty="0"/>
          </a:p>
        </p:txBody>
      </p:sp>
      <p:sp>
        <p:nvSpPr>
          <p:cNvPr id="22" name="Unifont_12pt_sp2__c28.80_t23.22"/>
          <p:cNvSpPr/>
          <p:nvPr/>
        </p:nvSpPr>
        <p:spPr>
          <a:xfrm>
            <a:off x="8290560" y="1615948"/>
            <a:ext cx="304800" cy="29489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12pt</a:t>
            </a:r>
            <a:endParaRPr lang="en-US" sz="1200" dirty="0"/>
          </a:p>
        </p:txBody>
      </p:sp>
      <p:sp>
        <p:nvSpPr>
          <p:cNvPr id="23" name="Unifont_14pt_sp1__c16.80_t14.49"/>
          <p:cNvSpPr/>
          <p:nvPr/>
        </p:nvSpPr>
        <p:spPr>
          <a:xfrm>
            <a:off x="365760" y="2012442"/>
            <a:ext cx="355600" cy="18402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14pt</a:t>
            </a:r>
            <a:endParaRPr lang="en-US" sz="1400" dirty="0"/>
          </a:p>
        </p:txBody>
      </p:sp>
      <p:sp>
        <p:nvSpPr>
          <p:cNvPr id="24" name="Unifont_14pt_sp1_25__c21.00_t17.64"/>
          <p:cNvSpPr/>
          <p:nvPr/>
        </p:nvSpPr>
        <p:spPr>
          <a:xfrm>
            <a:off x="2346960" y="2012442"/>
            <a:ext cx="355600" cy="22402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14pt</a:t>
            </a:r>
            <a:endParaRPr lang="en-US" sz="1400" dirty="0"/>
          </a:p>
        </p:txBody>
      </p:sp>
      <p:sp>
        <p:nvSpPr>
          <p:cNvPr id="25" name="Unifont_14pt_sp1_5__c25.20_t20.79"/>
          <p:cNvSpPr/>
          <p:nvPr/>
        </p:nvSpPr>
        <p:spPr>
          <a:xfrm>
            <a:off x="4328160" y="2012442"/>
            <a:ext cx="355600" cy="26403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14pt</a:t>
            </a:r>
            <a:endParaRPr lang="en-US" sz="1400" dirty="0"/>
          </a:p>
        </p:txBody>
      </p:sp>
      <p:sp>
        <p:nvSpPr>
          <p:cNvPr id="26" name="Unifont_14pt_sp1_75__c29.40_t23.94"/>
          <p:cNvSpPr/>
          <p:nvPr/>
        </p:nvSpPr>
        <p:spPr>
          <a:xfrm>
            <a:off x="6309360" y="2012442"/>
            <a:ext cx="355600" cy="30403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14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14pt</a:t>
            </a:r>
            <a:endParaRPr lang="en-US" sz="1400" dirty="0"/>
          </a:p>
        </p:txBody>
      </p:sp>
      <p:sp>
        <p:nvSpPr>
          <p:cNvPr id="27" name="Unifont_14pt_sp2__c33.60_t27.09"/>
          <p:cNvSpPr/>
          <p:nvPr/>
        </p:nvSpPr>
        <p:spPr>
          <a:xfrm>
            <a:off x="8290560" y="2012442"/>
            <a:ext cx="355600" cy="34404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14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14pt</a:t>
            </a:r>
            <a:endParaRPr lang="en-US" sz="1400" dirty="0"/>
          </a:p>
        </p:txBody>
      </p:sp>
      <p:sp>
        <p:nvSpPr>
          <p:cNvPr id="28" name="Unifont_18pt_sp1__c21.60_t18.63"/>
          <p:cNvSpPr/>
          <p:nvPr/>
        </p:nvSpPr>
        <p:spPr>
          <a:xfrm>
            <a:off x="365760" y="2458085"/>
            <a:ext cx="457200" cy="23660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18pt</a:t>
            </a:r>
            <a:endParaRPr lang="en-US" sz="1800" dirty="0"/>
          </a:p>
        </p:txBody>
      </p:sp>
      <p:sp>
        <p:nvSpPr>
          <p:cNvPr id="29" name="Unifont_18pt_sp1_25__c27.00_t22.68"/>
          <p:cNvSpPr/>
          <p:nvPr/>
        </p:nvSpPr>
        <p:spPr>
          <a:xfrm>
            <a:off x="2346960" y="2458085"/>
            <a:ext cx="457200" cy="28803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18pt</a:t>
            </a:r>
            <a:endParaRPr lang="en-US" sz="1800" dirty="0"/>
          </a:p>
        </p:txBody>
      </p:sp>
      <p:sp>
        <p:nvSpPr>
          <p:cNvPr id="30" name="Unifont_18pt_sp1_5__c32.40_t26.73"/>
          <p:cNvSpPr/>
          <p:nvPr/>
        </p:nvSpPr>
        <p:spPr>
          <a:xfrm>
            <a:off x="4328160" y="2458085"/>
            <a:ext cx="457200" cy="33947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18pt</a:t>
            </a:r>
            <a:endParaRPr lang="en-US" sz="1800" dirty="0"/>
          </a:p>
        </p:txBody>
      </p:sp>
      <p:sp>
        <p:nvSpPr>
          <p:cNvPr id="31" name="Unifont_18pt_sp1_75__c37.80_t30.78"/>
          <p:cNvSpPr/>
          <p:nvPr/>
        </p:nvSpPr>
        <p:spPr>
          <a:xfrm>
            <a:off x="6309360" y="2458085"/>
            <a:ext cx="457200" cy="39090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18pt</a:t>
            </a:r>
            <a:endParaRPr lang="en-US" sz="1800" dirty="0"/>
          </a:p>
        </p:txBody>
      </p:sp>
      <p:sp>
        <p:nvSpPr>
          <p:cNvPr id="32" name="Unifont_18pt_sp2__c43.20_t34.83"/>
          <p:cNvSpPr/>
          <p:nvPr/>
        </p:nvSpPr>
        <p:spPr>
          <a:xfrm>
            <a:off x="8290560" y="2458085"/>
            <a:ext cx="457200" cy="44234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18pt</a:t>
            </a:r>
            <a:endParaRPr lang="en-US" sz="1800" dirty="0"/>
          </a:p>
        </p:txBody>
      </p:sp>
      <p:sp>
        <p:nvSpPr>
          <p:cNvPr id="33" name="Unifont_24pt_sp1__c28.80_t24.83"/>
          <p:cNvSpPr/>
          <p:nvPr/>
        </p:nvSpPr>
        <p:spPr>
          <a:xfrm>
            <a:off x="365760" y="3002026"/>
            <a:ext cx="609600" cy="31534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24pt</a:t>
            </a:r>
            <a:endParaRPr lang="en-US" sz="2400" dirty="0"/>
          </a:p>
        </p:txBody>
      </p:sp>
      <p:sp>
        <p:nvSpPr>
          <p:cNvPr id="34" name="Unifont_24pt_sp1_25__c36.00_t30.23"/>
          <p:cNvSpPr/>
          <p:nvPr/>
        </p:nvSpPr>
        <p:spPr>
          <a:xfrm>
            <a:off x="2346960" y="3002026"/>
            <a:ext cx="609600" cy="38392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24pt</a:t>
            </a:r>
            <a:endParaRPr lang="en-US" sz="2400" dirty="0"/>
          </a:p>
        </p:txBody>
      </p:sp>
      <p:sp>
        <p:nvSpPr>
          <p:cNvPr id="35" name="Unifont_24pt_sp1_5__c43.20_t35.63"/>
          <p:cNvSpPr/>
          <p:nvPr/>
        </p:nvSpPr>
        <p:spPr>
          <a:xfrm>
            <a:off x="4328160" y="3002026"/>
            <a:ext cx="609600" cy="45250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24pt</a:t>
            </a:r>
            <a:endParaRPr lang="en-US" sz="2400" dirty="0"/>
          </a:p>
        </p:txBody>
      </p:sp>
      <p:sp>
        <p:nvSpPr>
          <p:cNvPr id="36" name="Unifont_24pt_sp1_75__c50.40_t41.03"/>
          <p:cNvSpPr/>
          <p:nvPr/>
        </p:nvSpPr>
        <p:spPr>
          <a:xfrm>
            <a:off x="6309360" y="3002026"/>
            <a:ext cx="609600" cy="52108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24pt</a:t>
            </a:r>
            <a:endParaRPr lang="en-US" sz="2400" dirty="0"/>
          </a:p>
        </p:txBody>
      </p:sp>
      <p:sp>
        <p:nvSpPr>
          <p:cNvPr id="37" name="Unifont_24pt_sp2__c57.60_t46.43"/>
          <p:cNvSpPr/>
          <p:nvPr/>
        </p:nvSpPr>
        <p:spPr>
          <a:xfrm>
            <a:off x="8290560" y="3002026"/>
            <a:ext cx="609600" cy="58966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24pt</a:t>
            </a:r>
            <a:endParaRPr lang="en-US" sz="2400" dirty="0"/>
          </a:p>
        </p:txBody>
      </p:sp>
      <p:sp>
        <p:nvSpPr>
          <p:cNvPr id="38" name="Unifont_32pt_sp1__c38.40_t33.11"/>
          <p:cNvSpPr/>
          <p:nvPr/>
        </p:nvSpPr>
        <p:spPr>
          <a:xfrm>
            <a:off x="365760" y="3693287"/>
            <a:ext cx="812800" cy="42049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32pt</a:t>
            </a:r>
            <a:endParaRPr lang="en-US" sz="3200" dirty="0"/>
          </a:p>
        </p:txBody>
      </p:sp>
      <p:sp>
        <p:nvSpPr>
          <p:cNvPr id="39" name="Unifont_32pt_sp1_25__c48.00_t40.31"/>
          <p:cNvSpPr/>
          <p:nvPr/>
        </p:nvSpPr>
        <p:spPr>
          <a:xfrm>
            <a:off x="2346960" y="3693287"/>
            <a:ext cx="812800" cy="51193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32pt</a:t>
            </a:r>
            <a:endParaRPr lang="en-US" sz="3200" dirty="0"/>
          </a:p>
        </p:txBody>
      </p:sp>
      <p:sp>
        <p:nvSpPr>
          <p:cNvPr id="40" name="Unifont_32pt_sp1_5__c57.60_t47.51"/>
          <p:cNvSpPr/>
          <p:nvPr/>
        </p:nvSpPr>
        <p:spPr>
          <a:xfrm>
            <a:off x="4328160" y="3693287"/>
            <a:ext cx="812800" cy="60337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32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32pt</a:t>
            </a:r>
            <a:endParaRPr lang="en-US" sz="3200" dirty="0"/>
          </a:p>
        </p:txBody>
      </p:sp>
      <p:sp>
        <p:nvSpPr>
          <p:cNvPr id="41" name="Unifont_32pt_sp1_75__c67.20_t54.71"/>
          <p:cNvSpPr/>
          <p:nvPr/>
        </p:nvSpPr>
        <p:spPr>
          <a:xfrm>
            <a:off x="6309360" y="3693287"/>
            <a:ext cx="812800" cy="69481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32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32pt</a:t>
            </a:r>
            <a:endParaRPr lang="en-US" sz="3200" dirty="0"/>
          </a:p>
        </p:txBody>
      </p:sp>
      <p:sp>
        <p:nvSpPr>
          <p:cNvPr id="42" name="Unifont_32pt_sp2__c76.80_t61.91"/>
          <p:cNvSpPr/>
          <p:nvPr/>
        </p:nvSpPr>
        <p:spPr>
          <a:xfrm>
            <a:off x="8290560" y="3693287"/>
            <a:ext cx="812800" cy="78625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32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32pt</a:t>
            </a:r>
            <a:endParaRPr lang="en-US" sz="3200" dirty="0"/>
          </a:p>
        </p:txBody>
      </p:sp>
      <p:sp>
        <p:nvSpPr>
          <p:cNvPr id="43" name="Unifont_40pt_sp1__c48.00_t41.39"/>
          <p:cNvSpPr/>
          <p:nvPr/>
        </p:nvSpPr>
        <p:spPr>
          <a:xfrm>
            <a:off x="365760" y="4581144"/>
            <a:ext cx="1016000" cy="52565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40pt</a:t>
            </a:r>
            <a:endParaRPr lang="en-US" sz="4000" dirty="0"/>
          </a:p>
        </p:txBody>
      </p:sp>
      <p:sp>
        <p:nvSpPr>
          <p:cNvPr id="44" name="Unifont_40pt_sp1_25__c60.00_t50.39"/>
          <p:cNvSpPr/>
          <p:nvPr/>
        </p:nvSpPr>
        <p:spPr>
          <a:xfrm>
            <a:off x="2346960" y="4581144"/>
            <a:ext cx="1016000" cy="63995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40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40pt</a:t>
            </a:r>
            <a:endParaRPr lang="en-US" sz="4000" dirty="0"/>
          </a:p>
        </p:txBody>
      </p:sp>
      <p:sp>
        <p:nvSpPr>
          <p:cNvPr id="45" name="Unifont_40pt_sp1_5__c72.00_t59.39"/>
          <p:cNvSpPr/>
          <p:nvPr/>
        </p:nvSpPr>
        <p:spPr>
          <a:xfrm>
            <a:off x="4328160" y="4581144"/>
            <a:ext cx="1016000" cy="75425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40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40pt</a:t>
            </a:r>
            <a:endParaRPr lang="en-US" sz="4000" dirty="0"/>
          </a:p>
        </p:txBody>
      </p:sp>
      <p:sp>
        <p:nvSpPr>
          <p:cNvPr id="46" name="Unifont_40pt_sp1_75__c84.00_t68.39"/>
          <p:cNvSpPr/>
          <p:nvPr/>
        </p:nvSpPr>
        <p:spPr>
          <a:xfrm>
            <a:off x="6309360" y="4581144"/>
            <a:ext cx="1016000" cy="86855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40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40pt</a:t>
            </a:r>
            <a:endParaRPr lang="en-US" sz="4000" dirty="0"/>
          </a:p>
        </p:txBody>
      </p:sp>
      <p:sp>
        <p:nvSpPr>
          <p:cNvPr id="47" name="Unifont_40pt_sp2__c96.00_t77.39"/>
          <p:cNvSpPr/>
          <p:nvPr/>
        </p:nvSpPr>
        <p:spPr>
          <a:xfrm>
            <a:off x="8290560" y="4581144"/>
            <a:ext cx="1016000" cy="98285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40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40pt</a:t>
            </a:r>
            <a:endParaRPr lang="en-US" sz="4000" dirty="0"/>
          </a:p>
        </p:txBody>
      </p:sp>
      <p:sp>
        <p:nvSpPr>
          <p:cNvPr id="48" name="Unifont_56pt_sp1__c67.20_t57.95"/>
          <p:cNvSpPr/>
          <p:nvPr/>
        </p:nvSpPr>
        <p:spPr>
          <a:xfrm>
            <a:off x="365760" y="5665597"/>
            <a:ext cx="1422400" cy="73596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6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56pt</a:t>
            </a:r>
            <a:endParaRPr lang="en-US" sz="5600" dirty="0"/>
          </a:p>
        </p:txBody>
      </p:sp>
      <p:sp>
        <p:nvSpPr>
          <p:cNvPr id="49" name="Unifont_56pt_sp1_25__c84.00_t70.55"/>
          <p:cNvSpPr/>
          <p:nvPr/>
        </p:nvSpPr>
        <p:spPr>
          <a:xfrm>
            <a:off x="2346960" y="5665597"/>
            <a:ext cx="1422400" cy="89598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56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56pt</a:t>
            </a:r>
            <a:endParaRPr lang="en-US" sz="5600" dirty="0"/>
          </a:p>
        </p:txBody>
      </p:sp>
      <p:sp>
        <p:nvSpPr>
          <p:cNvPr id="50" name="Unifont_56pt_sp1_5__c100.80_t83.15"/>
          <p:cNvSpPr/>
          <p:nvPr/>
        </p:nvSpPr>
        <p:spPr>
          <a:xfrm>
            <a:off x="4328160" y="5665597"/>
            <a:ext cx="1422400" cy="105600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56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56pt</a:t>
            </a:r>
            <a:endParaRPr lang="en-US" sz="5600" dirty="0"/>
          </a:p>
        </p:txBody>
      </p:sp>
      <p:sp>
        <p:nvSpPr>
          <p:cNvPr id="51" name="Unifont_56pt_sp1_75__c117.60_t95.75"/>
          <p:cNvSpPr/>
          <p:nvPr/>
        </p:nvSpPr>
        <p:spPr>
          <a:xfrm>
            <a:off x="6309360" y="5665597"/>
            <a:ext cx="1422400" cy="121602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56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56pt</a:t>
            </a:r>
            <a:endParaRPr lang="en-US" sz="5600" dirty="0"/>
          </a:p>
        </p:txBody>
      </p:sp>
      <p:sp>
        <p:nvSpPr>
          <p:cNvPr id="52" name="Unifont_56pt_sp2__c134.40_t108.35"/>
          <p:cNvSpPr/>
          <p:nvPr/>
        </p:nvSpPr>
        <p:spPr>
          <a:xfrm>
            <a:off x="8290560" y="5665597"/>
            <a:ext cx="1422400" cy="137604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56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56pt</a:t>
            </a:r>
            <a:endParaRPr lang="en-US" sz="5600" dirty="0"/>
          </a:p>
        </p:txBody>
      </p:sp>
      <p:sp>
        <p:nvSpPr>
          <p:cNvPr id="53" name="Unifont_70pt_sp1__c84.00_t72.43"/>
          <p:cNvSpPr/>
          <p:nvPr/>
        </p:nvSpPr>
        <p:spPr>
          <a:xfrm>
            <a:off x="365760" y="7143242"/>
            <a:ext cx="1778000" cy="91986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0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70pt</a:t>
            </a:r>
            <a:endParaRPr lang="en-US" sz="7000" dirty="0"/>
          </a:p>
        </p:txBody>
      </p:sp>
      <p:sp>
        <p:nvSpPr>
          <p:cNvPr id="54" name="Unifont_70pt_sp1_25__c105.00_t88.18"/>
          <p:cNvSpPr/>
          <p:nvPr/>
        </p:nvSpPr>
        <p:spPr>
          <a:xfrm>
            <a:off x="2346960" y="7143242"/>
            <a:ext cx="1778000" cy="111988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70pt</a:t>
            </a:r>
            <a:endParaRPr lang="en-US" sz="7000" dirty="0"/>
          </a:p>
        </p:txBody>
      </p:sp>
      <p:sp>
        <p:nvSpPr>
          <p:cNvPr id="55" name="Unifont_70pt_sp1_5__c126.00_t103.93"/>
          <p:cNvSpPr/>
          <p:nvPr/>
        </p:nvSpPr>
        <p:spPr>
          <a:xfrm>
            <a:off x="4328160" y="7143242"/>
            <a:ext cx="1778000" cy="131991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70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70pt</a:t>
            </a:r>
            <a:endParaRPr lang="en-US" sz="7000" dirty="0"/>
          </a:p>
        </p:txBody>
      </p:sp>
      <p:sp>
        <p:nvSpPr>
          <p:cNvPr id="56" name="Unifont_70pt_sp1_75__c147.00_t119.68"/>
          <p:cNvSpPr/>
          <p:nvPr/>
        </p:nvSpPr>
        <p:spPr>
          <a:xfrm>
            <a:off x="6309360" y="7143242"/>
            <a:ext cx="1778000" cy="151993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70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70pt</a:t>
            </a:r>
            <a:endParaRPr lang="en-US" sz="7000" dirty="0"/>
          </a:p>
        </p:txBody>
      </p:sp>
      <p:sp>
        <p:nvSpPr>
          <p:cNvPr id="57" name="Unifont_70pt_sp2__c168.00_t135.43"/>
          <p:cNvSpPr/>
          <p:nvPr/>
        </p:nvSpPr>
        <p:spPr>
          <a:xfrm>
            <a:off x="8290560" y="7143242"/>
            <a:ext cx="1778000" cy="171996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7000" u="sng" dirty="0">
                <a:solidFill>
                  <a:srgbClr val="000000"/>
                </a:solidFill>
                <a:highlight>
                  <a:srgbClr val="FFFF00"/>
                </a:highlight>
                <a:latin typeface="Unifont" pitchFamily="34" charset="0"/>
                <a:ea typeface="Unifont" pitchFamily="34" charset="-122"/>
                <a:cs typeface="Unifont" pitchFamily="34" charset="-120"/>
              </a:rPr>
              <a:t>70pt</a:t>
            </a:r>
            <a:endParaRPr lang="en-US" sz="7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6200"/>
            <a:ext cx="54864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 New Roman</a:t>
            </a:r>
            <a:endParaRPr lang="en-US" sz="1400" dirty="0"/>
          </a:p>
        </p:txBody>
      </p:sp>
      <p:sp>
        <p:nvSpPr>
          <p:cNvPr id="3" name="TimesNewRoman_6pt_sp1__c7.20_t7.04"/>
          <p:cNvSpPr/>
          <p:nvPr/>
        </p:nvSpPr>
        <p:spPr>
          <a:xfrm>
            <a:off x="365760" y="721360"/>
            <a:ext cx="96901" cy="8940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6pt</a:t>
            </a:r>
            <a:endParaRPr lang="en-US" sz="600" dirty="0"/>
          </a:p>
        </p:txBody>
      </p:sp>
      <p:sp>
        <p:nvSpPr>
          <p:cNvPr id="4" name="TimesNewRoman_6pt_sp1_25__c9.00_t8.15"/>
          <p:cNvSpPr/>
          <p:nvPr/>
        </p:nvSpPr>
        <p:spPr>
          <a:xfrm>
            <a:off x="2150110" y="721360"/>
            <a:ext cx="96901" cy="10350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6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6pt</a:t>
            </a:r>
            <a:endParaRPr lang="en-US" sz="600" dirty="0"/>
          </a:p>
        </p:txBody>
      </p:sp>
      <p:sp>
        <p:nvSpPr>
          <p:cNvPr id="5" name="TimesNewRoman_6pt_sp1_5__c10.80_t9.50"/>
          <p:cNvSpPr/>
          <p:nvPr/>
        </p:nvSpPr>
        <p:spPr>
          <a:xfrm>
            <a:off x="3934460" y="721360"/>
            <a:ext cx="96901" cy="12065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6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6pt</a:t>
            </a:r>
            <a:endParaRPr lang="en-US" sz="600" dirty="0"/>
          </a:p>
        </p:txBody>
      </p:sp>
      <p:sp>
        <p:nvSpPr>
          <p:cNvPr id="6" name="TimesNewRoman_6pt_sp1_75__c12.60_t10.85"/>
          <p:cNvSpPr/>
          <p:nvPr/>
        </p:nvSpPr>
        <p:spPr>
          <a:xfrm>
            <a:off x="5718810" y="721360"/>
            <a:ext cx="96901" cy="13779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6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6pt</a:t>
            </a:r>
            <a:endParaRPr lang="en-US" sz="600" dirty="0"/>
          </a:p>
        </p:txBody>
      </p:sp>
      <p:sp>
        <p:nvSpPr>
          <p:cNvPr id="7" name="TimesNewRoman_6pt_sp2__c14.40_t12.20"/>
          <p:cNvSpPr/>
          <p:nvPr/>
        </p:nvSpPr>
        <p:spPr>
          <a:xfrm>
            <a:off x="7503160" y="721360"/>
            <a:ext cx="96901" cy="15494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6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6pt</a:t>
            </a:r>
            <a:endParaRPr lang="en-US" sz="600" dirty="0"/>
          </a:p>
        </p:txBody>
      </p:sp>
      <p:sp>
        <p:nvSpPr>
          <p:cNvPr id="8" name="TimesNewRoman_8pt_sp1__c9.60_t9.39"/>
          <p:cNvSpPr/>
          <p:nvPr/>
        </p:nvSpPr>
        <p:spPr>
          <a:xfrm>
            <a:off x="365760" y="977900"/>
            <a:ext cx="130175" cy="119253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8pt</a:t>
            </a:r>
            <a:endParaRPr lang="en-US" sz="800" dirty="0"/>
          </a:p>
        </p:txBody>
      </p:sp>
      <p:sp>
        <p:nvSpPr>
          <p:cNvPr id="9" name="TimesNewRoman_8pt_sp1_25__c12.00_t10.87"/>
          <p:cNvSpPr/>
          <p:nvPr/>
        </p:nvSpPr>
        <p:spPr>
          <a:xfrm>
            <a:off x="2150110" y="977900"/>
            <a:ext cx="130175" cy="13804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8pt</a:t>
            </a:r>
            <a:endParaRPr lang="en-US" sz="800" dirty="0"/>
          </a:p>
        </p:txBody>
      </p:sp>
      <p:sp>
        <p:nvSpPr>
          <p:cNvPr id="10" name="TimesNewRoman_8pt_sp1_5__c14.40_t12.67"/>
          <p:cNvSpPr/>
          <p:nvPr/>
        </p:nvSpPr>
        <p:spPr>
          <a:xfrm>
            <a:off x="3934460" y="977900"/>
            <a:ext cx="130175" cy="16090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8pt</a:t>
            </a:r>
            <a:endParaRPr lang="en-US" sz="800" dirty="0"/>
          </a:p>
        </p:txBody>
      </p:sp>
      <p:sp>
        <p:nvSpPr>
          <p:cNvPr id="11" name="TimesNewRoman_8pt_sp1_75__c16.80_t14.47"/>
          <p:cNvSpPr/>
          <p:nvPr/>
        </p:nvSpPr>
        <p:spPr>
          <a:xfrm>
            <a:off x="5718810" y="977900"/>
            <a:ext cx="130175" cy="18376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8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8pt</a:t>
            </a:r>
            <a:endParaRPr lang="en-US" sz="800" dirty="0"/>
          </a:p>
        </p:txBody>
      </p:sp>
      <p:sp>
        <p:nvSpPr>
          <p:cNvPr id="12" name="TimesNewRoman_8pt_sp2__c19.20_t16.27"/>
          <p:cNvSpPr/>
          <p:nvPr/>
        </p:nvSpPr>
        <p:spPr>
          <a:xfrm>
            <a:off x="7503160" y="977900"/>
            <a:ext cx="130175" cy="20662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8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8pt</a:t>
            </a:r>
            <a:endParaRPr lang="en-US" sz="800" dirty="0"/>
          </a:p>
        </p:txBody>
      </p:sp>
      <p:sp>
        <p:nvSpPr>
          <p:cNvPr id="13" name="TimesNewRoman_10pt_sp1__c12.00_t11.73"/>
          <p:cNvSpPr/>
          <p:nvPr/>
        </p:nvSpPr>
        <p:spPr>
          <a:xfrm>
            <a:off x="365760" y="1286129"/>
            <a:ext cx="225425" cy="14897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10pt</a:t>
            </a:r>
            <a:endParaRPr lang="en-US" sz="1000" dirty="0"/>
          </a:p>
        </p:txBody>
      </p:sp>
      <p:sp>
        <p:nvSpPr>
          <p:cNvPr id="14" name="TimesNewRoman_10pt_sp1_25__c15.00_t13.58"/>
          <p:cNvSpPr/>
          <p:nvPr/>
        </p:nvSpPr>
        <p:spPr>
          <a:xfrm>
            <a:off x="2150110" y="1286129"/>
            <a:ext cx="225425" cy="17246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10pt</a:t>
            </a:r>
            <a:endParaRPr lang="en-US" sz="1000" dirty="0"/>
          </a:p>
        </p:txBody>
      </p:sp>
      <p:sp>
        <p:nvSpPr>
          <p:cNvPr id="15" name="TimesNewRoman_10pt_sp1_5__c18.00_t15.83"/>
          <p:cNvSpPr/>
          <p:nvPr/>
        </p:nvSpPr>
        <p:spPr>
          <a:xfrm>
            <a:off x="3934460" y="1286129"/>
            <a:ext cx="225425" cy="20104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10pt</a:t>
            </a:r>
            <a:endParaRPr lang="en-US" sz="1000" dirty="0"/>
          </a:p>
        </p:txBody>
      </p:sp>
      <p:sp>
        <p:nvSpPr>
          <p:cNvPr id="16" name="TimesNewRoman_10pt_sp1_75__c21.00_t18.08"/>
          <p:cNvSpPr/>
          <p:nvPr/>
        </p:nvSpPr>
        <p:spPr>
          <a:xfrm>
            <a:off x="5718810" y="1286129"/>
            <a:ext cx="225425" cy="22961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10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10pt</a:t>
            </a:r>
            <a:endParaRPr lang="en-US" sz="1000" dirty="0"/>
          </a:p>
        </p:txBody>
      </p:sp>
      <p:sp>
        <p:nvSpPr>
          <p:cNvPr id="17" name="TimesNewRoman_10pt_sp2__c24.00_t20.33"/>
          <p:cNvSpPr/>
          <p:nvPr/>
        </p:nvSpPr>
        <p:spPr>
          <a:xfrm>
            <a:off x="7503160" y="1286129"/>
            <a:ext cx="225425" cy="25819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10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10pt</a:t>
            </a:r>
            <a:endParaRPr lang="en-US" sz="1000" dirty="0"/>
          </a:p>
        </p:txBody>
      </p:sp>
      <p:sp>
        <p:nvSpPr>
          <p:cNvPr id="18" name="TimesNewRoman_12pt_sp1__c14.40_t14.08"/>
          <p:cNvSpPr/>
          <p:nvPr/>
        </p:nvSpPr>
        <p:spPr>
          <a:xfrm>
            <a:off x="365760" y="1645920"/>
            <a:ext cx="271526" cy="178816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12pt</a:t>
            </a:r>
            <a:endParaRPr lang="en-US" sz="1200" dirty="0"/>
          </a:p>
        </p:txBody>
      </p:sp>
      <p:sp>
        <p:nvSpPr>
          <p:cNvPr id="19" name="TimesNewRoman_12pt_sp1_25__c18.00_t16.30"/>
          <p:cNvSpPr/>
          <p:nvPr/>
        </p:nvSpPr>
        <p:spPr>
          <a:xfrm>
            <a:off x="2150110" y="1645920"/>
            <a:ext cx="271526" cy="20701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12pt</a:t>
            </a:r>
            <a:endParaRPr lang="en-US" sz="1200" dirty="0"/>
          </a:p>
        </p:txBody>
      </p:sp>
      <p:sp>
        <p:nvSpPr>
          <p:cNvPr id="20" name="TimesNewRoman_12pt_sp1_5__c21.60_t19.00"/>
          <p:cNvSpPr/>
          <p:nvPr/>
        </p:nvSpPr>
        <p:spPr>
          <a:xfrm>
            <a:off x="3934460" y="1645920"/>
            <a:ext cx="271526" cy="2413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12pt</a:t>
            </a:r>
            <a:endParaRPr lang="en-US" sz="1200" dirty="0"/>
          </a:p>
        </p:txBody>
      </p:sp>
      <p:sp>
        <p:nvSpPr>
          <p:cNvPr id="21" name="TimesNewRoman_12pt_sp1_75__c25.20_t21.70"/>
          <p:cNvSpPr/>
          <p:nvPr/>
        </p:nvSpPr>
        <p:spPr>
          <a:xfrm>
            <a:off x="5718810" y="1645920"/>
            <a:ext cx="271526" cy="27559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12pt</a:t>
            </a:r>
            <a:endParaRPr lang="en-US" sz="1200" dirty="0"/>
          </a:p>
        </p:txBody>
      </p:sp>
      <p:sp>
        <p:nvSpPr>
          <p:cNvPr id="22" name="TimesNewRoman_12pt_sp2__c28.80_t24.40"/>
          <p:cNvSpPr/>
          <p:nvPr/>
        </p:nvSpPr>
        <p:spPr>
          <a:xfrm>
            <a:off x="7503160" y="1645920"/>
            <a:ext cx="271526" cy="3098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12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12pt</a:t>
            </a:r>
            <a:endParaRPr lang="en-US" sz="1200" dirty="0"/>
          </a:p>
        </p:txBody>
      </p:sp>
      <p:sp>
        <p:nvSpPr>
          <p:cNvPr id="23" name="TimesNewRoman_14pt_sp1__c16.80_t16.43"/>
          <p:cNvSpPr/>
          <p:nvPr/>
        </p:nvSpPr>
        <p:spPr>
          <a:xfrm>
            <a:off x="365760" y="2057400"/>
            <a:ext cx="315976" cy="20866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14pt</a:t>
            </a:r>
            <a:endParaRPr lang="en-US" sz="1400" dirty="0"/>
          </a:p>
        </p:txBody>
      </p:sp>
      <p:sp>
        <p:nvSpPr>
          <p:cNvPr id="24" name="TimesNewRoman_14pt_sp1_25__c21.00_t19.01"/>
          <p:cNvSpPr/>
          <p:nvPr/>
        </p:nvSpPr>
        <p:spPr>
          <a:xfrm>
            <a:off x="2150110" y="2057400"/>
            <a:ext cx="315976" cy="24142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14pt</a:t>
            </a:r>
            <a:endParaRPr lang="en-US" sz="1400" dirty="0"/>
          </a:p>
        </p:txBody>
      </p:sp>
      <p:sp>
        <p:nvSpPr>
          <p:cNvPr id="25" name="TimesNewRoman_14pt_sp1_5__c25.20_t22.16"/>
          <p:cNvSpPr/>
          <p:nvPr/>
        </p:nvSpPr>
        <p:spPr>
          <a:xfrm>
            <a:off x="3934460" y="2057400"/>
            <a:ext cx="315976" cy="28143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14pt</a:t>
            </a:r>
            <a:endParaRPr lang="en-US" sz="1400" dirty="0"/>
          </a:p>
        </p:txBody>
      </p:sp>
      <p:sp>
        <p:nvSpPr>
          <p:cNvPr id="26" name="TimesNewRoman_14pt_sp1_75__c29.40_t25.31"/>
          <p:cNvSpPr/>
          <p:nvPr/>
        </p:nvSpPr>
        <p:spPr>
          <a:xfrm>
            <a:off x="5718810" y="2057400"/>
            <a:ext cx="315976" cy="32143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14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14pt</a:t>
            </a:r>
            <a:endParaRPr lang="en-US" sz="1400" dirty="0"/>
          </a:p>
        </p:txBody>
      </p:sp>
      <p:sp>
        <p:nvSpPr>
          <p:cNvPr id="27" name="TimesNewRoman_14pt_sp2__c33.60_t28.46"/>
          <p:cNvSpPr/>
          <p:nvPr/>
        </p:nvSpPr>
        <p:spPr>
          <a:xfrm>
            <a:off x="7503160" y="2057400"/>
            <a:ext cx="315976" cy="36144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14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14pt</a:t>
            </a:r>
            <a:endParaRPr lang="en-US" sz="1400" dirty="0"/>
          </a:p>
        </p:txBody>
      </p:sp>
      <p:sp>
        <p:nvSpPr>
          <p:cNvPr id="28" name="TimesNewRoman_18pt_sp1__c21.60_t21.13"/>
          <p:cNvSpPr/>
          <p:nvPr/>
        </p:nvSpPr>
        <p:spPr>
          <a:xfrm>
            <a:off x="365760" y="2520442"/>
            <a:ext cx="406400" cy="26835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18pt</a:t>
            </a:r>
            <a:endParaRPr lang="en-US" sz="1800" dirty="0"/>
          </a:p>
        </p:txBody>
      </p:sp>
      <p:sp>
        <p:nvSpPr>
          <p:cNvPr id="29" name="TimesNewRoman_18pt_sp1_25__c27.00_t24.45"/>
          <p:cNvSpPr/>
          <p:nvPr/>
        </p:nvSpPr>
        <p:spPr>
          <a:xfrm>
            <a:off x="2150110" y="2520442"/>
            <a:ext cx="406400" cy="31051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18pt</a:t>
            </a:r>
            <a:endParaRPr lang="en-US" sz="1800" dirty="0"/>
          </a:p>
        </p:txBody>
      </p:sp>
      <p:sp>
        <p:nvSpPr>
          <p:cNvPr id="30" name="TimesNewRoman_18pt_sp1_5__c32.40_t28.50"/>
          <p:cNvSpPr/>
          <p:nvPr/>
        </p:nvSpPr>
        <p:spPr>
          <a:xfrm>
            <a:off x="3934460" y="2520442"/>
            <a:ext cx="406400" cy="36195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18pt</a:t>
            </a:r>
            <a:endParaRPr lang="en-US" sz="1800" dirty="0"/>
          </a:p>
        </p:txBody>
      </p:sp>
      <p:sp>
        <p:nvSpPr>
          <p:cNvPr id="31" name="TimesNewRoman_18pt_sp1_75__c37.80_t32.55"/>
          <p:cNvSpPr/>
          <p:nvPr/>
        </p:nvSpPr>
        <p:spPr>
          <a:xfrm>
            <a:off x="5718810" y="2520442"/>
            <a:ext cx="406400" cy="41338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18pt</a:t>
            </a:r>
            <a:endParaRPr lang="en-US" sz="1800" dirty="0"/>
          </a:p>
        </p:txBody>
      </p:sp>
      <p:sp>
        <p:nvSpPr>
          <p:cNvPr id="32" name="TimesNewRoman_18pt_sp2__c43.20_t36.60"/>
          <p:cNvSpPr/>
          <p:nvPr/>
        </p:nvSpPr>
        <p:spPr>
          <a:xfrm>
            <a:off x="7503160" y="2520442"/>
            <a:ext cx="406400" cy="4648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18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18pt</a:t>
            </a:r>
            <a:endParaRPr lang="en-US" sz="1800" dirty="0"/>
          </a:p>
        </p:txBody>
      </p:sp>
      <p:sp>
        <p:nvSpPr>
          <p:cNvPr id="33" name="TimesNewRoman_24pt_sp1__c28.80_t28.17"/>
          <p:cNvSpPr/>
          <p:nvPr/>
        </p:nvSpPr>
        <p:spPr>
          <a:xfrm>
            <a:off x="365760" y="3086862"/>
            <a:ext cx="541401" cy="35775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24pt</a:t>
            </a:r>
            <a:endParaRPr lang="en-US" sz="2400" dirty="0"/>
          </a:p>
        </p:txBody>
      </p:sp>
      <p:sp>
        <p:nvSpPr>
          <p:cNvPr id="34" name="TimesNewRoman_24pt_sp1_25__c36.00_t32.60"/>
          <p:cNvSpPr/>
          <p:nvPr/>
        </p:nvSpPr>
        <p:spPr>
          <a:xfrm>
            <a:off x="2150110" y="3086862"/>
            <a:ext cx="541401" cy="41402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24pt</a:t>
            </a:r>
            <a:endParaRPr lang="en-US" sz="2400" dirty="0"/>
          </a:p>
        </p:txBody>
      </p:sp>
      <p:sp>
        <p:nvSpPr>
          <p:cNvPr id="35" name="TimesNewRoman_24pt_sp1_5__c43.20_t38.00"/>
          <p:cNvSpPr/>
          <p:nvPr/>
        </p:nvSpPr>
        <p:spPr>
          <a:xfrm>
            <a:off x="3934460" y="3086862"/>
            <a:ext cx="541401" cy="48260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24pt</a:t>
            </a:r>
            <a:endParaRPr lang="en-US" sz="2400" dirty="0"/>
          </a:p>
        </p:txBody>
      </p:sp>
      <p:sp>
        <p:nvSpPr>
          <p:cNvPr id="36" name="TimesNewRoman_24pt_sp1_75__c50.40_t43.40"/>
          <p:cNvSpPr/>
          <p:nvPr/>
        </p:nvSpPr>
        <p:spPr>
          <a:xfrm>
            <a:off x="5718810" y="3086862"/>
            <a:ext cx="541401" cy="55118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24pt</a:t>
            </a:r>
            <a:endParaRPr lang="en-US" sz="2400" dirty="0"/>
          </a:p>
        </p:txBody>
      </p:sp>
      <p:sp>
        <p:nvSpPr>
          <p:cNvPr id="37" name="TimesNewRoman_24pt_sp2__c57.60_t48.80"/>
          <p:cNvSpPr/>
          <p:nvPr/>
        </p:nvSpPr>
        <p:spPr>
          <a:xfrm>
            <a:off x="7503160" y="3086862"/>
            <a:ext cx="541401" cy="61976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24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24pt</a:t>
            </a:r>
            <a:endParaRPr lang="en-US" sz="2400" dirty="0"/>
          </a:p>
        </p:txBody>
      </p:sp>
      <p:sp>
        <p:nvSpPr>
          <p:cNvPr id="38" name="TimesNewRoman_32pt_sp1__c38.40_t37.55"/>
          <p:cNvSpPr/>
          <p:nvPr/>
        </p:nvSpPr>
        <p:spPr>
          <a:xfrm>
            <a:off x="365760" y="3808222"/>
            <a:ext cx="722376" cy="47688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32pt</a:t>
            </a:r>
            <a:endParaRPr lang="en-US" sz="3200" dirty="0"/>
          </a:p>
        </p:txBody>
      </p:sp>
      <p:sp>
        <p:nvSpPr>
          <p:cNvPr id="39" name="TimesNewRoman_32pt_sp1_25__c48.00_t43.46"/>
          <p:cNvSpPr/>
          <p:nvPr/>
        </p:nvSpPr>
        <p:spPr>
          <a:xfrm>
            <a:off x="2150110" y="3808222"/>
            <a:ext cx="722376" cy="55194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32pt</a:t>
            </a:r>
            <a:endParaRPr lang="en-US" sz="3200" dirty="0"/>
          </a:p>
        </p:txBody>
      </p:sp>
      <p:sp>
        <p:nvSpPr>
          <p:cNvPr id="40" name="TimesNewRoman_32pt_sp1_5__c57.60_t50.66"/>
          <p:cNvSpPr/>
          <p:nvPr/>
        </p:nvSpPr>
        <p:spPr>
          <a:xfrm>
            <a:off x="3934460" y="3808222"/>
            <a:ext cx="722376" cy="64338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32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32pt</a:t>
            </a:r>
            <a:endParaRPr lang="en-US" sz="3200" dirty="0"/>
          </a:p>
        </p:txBody>
      </p:sp>
      <p:sp>
        <p:nvSpPr>
          <p:cNvPr id="41" name="TimesNewRoman_32pt_sp1_75__c67.20_t57.86"/>
          <p:cNvSpPr/>
          <p:nvPr/>
        </p:nvSpPr>
        <p:spPr>
          <a:xfrm>
            <a:off x="5718810" y="3808222"/>
            <a:ext cx="722376" cy="73482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32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32pt</a:t>
            </a:r>
            <a:endParaRPr lang="en-US" sz="3200" dirty="0"/>
          </a:p>
        </p:txBody>
      </p:sp>
      <p:sp>
        <p:nvSpPr>
          <p:cNvPr id="42" name="TimesNewRoman_32pt_sp2__c76.80_t65.06"/>
          <p:cNvSpPr/>
          <p:nvPr/>
        </p:nvSpPr>
        <p:spPr>
          <a:xfrm>
            <a:off x="7503160" y="3808222"/>
            <a:ext cx="722376" cy="82626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32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32pt</a:t>
            </a:r>
            <a:endParaRPr lang="en-US" sz="3200" dirty="0"/>
          </a:p>
        </p:txBody>
      </p:sp>
      <p:sp>
        <p:nvSpPr>
          <p:cNvPr id="43" name="TimesNewRoman_40pt_sp1__c48.00_t46.95"/>
          <p:cNvSpPr/>
          <p:nvPr/>
        </p:nvSpPr>
        <p:spPr>
          <a:xfrm>
            <a:off x="365760" y="4736084"/>
            <a:ext cx="903351" cy="59626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40pt</a:t>
            </a:r>
            <a:endParaRPr lang="en-US" sz="4000" dirty="0"/>
          </a:p>
        </p:txBody>
      </p:sp>
      <p:sp>
        <p:nvSpPr>
          <p:cNvPr id="44" name="TimesNewRoman_40pt_sp1_25__c60.00_t54.33"/>
          <p:cNvSpPr/>
          <p:nvPr/>
        </p:nvSpPr>
        <p:spPr>
          <a:xfrm>
            <a:off x="2150110" y="4736084"/>
            <a:ext cx="903351" cy="68999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40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40pt</a:t>
            </a:r>
            <a:endParaRPr lang="en-US" sz="4000" dirty="0"/>
          </a:p>
        </p:txBody>
      </p:sp>
      <p:sp>
        <p:nvSpPr>
          <p:cNvPr id="45" name="TimesNewRoman_40pt_sp1_5__c72.00_t63.33"/>
          <p:cNvSpPr/>
          <p:nvPr/>
        </p:nvSpPr>
        <p:spPr>
          <a:xfrm>
            <a:off x="3934460" y="4736084"/>
            <a:ext cx="903351" cy="80429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40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40pt</a:t>
            </a:r>
            <a:endParaRPr lang="en-US" sz="4000" dirty="0"/>
          </a:p>
        </p:txBody>
      </p:sp>
      <p:sp>
        <p:nvSpPr>
          <p:cNvPr id="46" name="TimesNewRoman_40pt_sp1_75__c84.00_t72.33"/>
          <p:cNvSpPr/>
          <p:nvPr/>
        </p:nvSpPr>
        <p:spPr>
          <a:xfrm>
            <a:off x="5718810" y="4736084"/>
            <a:ext cx="903351" cy="91859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40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40pt</a:t>
            </a:r>
            <a:endParaRPr lang="en-US" sz="4000" dirty="0"/>
          </a:p>
        </p:txBody>
      </p:sp>
      <p:sp>
        <p:nvSpPr>
          <p:cNvPr id="47" name="TimesNewRoman_40pt_sp2__c96.00_t81.33"/>
          <p:cNvSpPr/>
          <p:nvPr/>
        </p:nvSpPr>
        <p:spPr>
          <a:xfrm>
            <a:off x="7503160" y="4736084"/>
            <a:ext cx="903351" cy="103289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40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40pt</a:t>
            </a:r>
            <a:endParaRPr lang="en-US" sz="4000" dirty="0"/>
          </a:p>
        </p:txBody>
      </p:sp>
      <p:sp>
        <p:nvSpPr>
          <p:cNvPr id="48" name="TimesNewRoman_56pt_sp1__c67.20_t65.72"/>
          <p:cNvSpPr/>
          <p:nvPr/>
        </p:nvSpPr>
        <p:spPr>
          <a:xfrm>
            <a:off x="365760" y="5870575"/>
            <a:ext cx="1263650" cy="83464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6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56pt</a:t>
            </a:r>
            <a:endParaRPr lang="en-US" sz="5600" dirty="0"/>
          </a:p>
        </p:txBody>
      </p:sp>
      <p:sp>
        <p:nvSpPr>
          <p:cNvPr id="49" name="TimesNewRoman_56pt_sp1_25__c84.00_t76.06"/>
          <p:cNvSpPr/>
          <p:nvPr/>
        </p:nvSpPr>
        <p:spPr>
          <a:xfrm>
            <a:off x="2150110" y="5870575"/>
            <a:ext cx="1263650" cy="96596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56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56pt</a:t>
            </a:r>
            <a:endParaRPr lang="en-US" sz="5600" dirty="0"/>
          </a:p>
        </p:txBody>
      </p:sp>
      <p:sp>
        <p:nvSpPr>
          <p:cNvPr id="50" name="TimesNewRoman_56pt_sp1_5__c100.80_t88.66"/>
          <p:cNvSpPr/>
          <p:nvPr/>
        </p:nvSpPr>
        <p:spPr>
          <a:xfrm>
            <a:off x="3934460" y="5870575"/>
            <a:ext cx="1263650" cy="112598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56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56pt</a:t>
            </a:r>
            <a:endParaRPr lang="en-US" sz="5600" dirty="0"/>
          </a:p>
        </p:txBody>
      </p:sp>
      <p:sp>
        <p:nvSpPr>
          <p:cNvPr id="51" name="TimesNewRoman_56pt_sp1_75__c117.60_t101.26"/>
          <p:cNvSpPr/>
          <p:nvPr/>
        </p:nvSpPr>
        <p:spPr>
          <a:xfrm>
            <a:off x="5718810" y="5870575"/>
            <a:ext cx="1263650" cy="128600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56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56pt</a:t>
            </a:r>
            <a:endParaRPr lang="en-US" sz="5600" dirty="0"/>
          </a:p>
        </p:txBody>
      </p:sp>
      <p:sp>
        <p:nvSpPr>
          <p:cNvPr id="52" name="TimesNewRoman_56pt_sp2__c134.40_t113.86"/>
          <p:cNvSpPr/>
          <p:nvPr/>
        </p:nvSpPr>
        <p:spPr>
          <a:xfrm>
            <a:off x="7503160" y="5870575"/>
            <a:ext cx="1263650" cy="144602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56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56pt</a:t>
            </a:r>
            <a:endParaRPr lang="en-US" sz="5600" dirty="0"/>
          </a:p>
        </p:txBody>
      </p:sp>
      <p:sp>
        <p:nvSpPr>
          <p:cNvPr id="53" name="TimesNewRoman_70pt_sp1__c84.00_t82.15"/>
          <p:cNvSpPr/>
          <p:nvPr/>
        </p:nvSpPr>
        <p:spPr>
          <a:xfrm>
            <a:off x="365760" y="7418197"/>
            <a:ext cx="1581150" cy="1043305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0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70pt</a:t>
            </a:r>
            <a:endParaRPr lang="en-US" sz="7000" dirty="0"/>
          </a:p>
        </p:txBody>
      </p:sp>
      <p:sp>
        <p:nvSpPr>
          <p:cNvPr id="54" name="TimesNewRoman_70pt_sp1_25__c105.00_t95.07"/>
          <p:cNvSpPr/>
          <p:nvPr/>
        </p:nvSpPr>
        <p:spPr>
          <a:xfrm>
            <a:off x="2150110" y="7418197"/>
            <a:ext cx="1581150" cy="120738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70pt</a:t>
            </a:r>
            <a:endParaRPr lang="en-US" sz="7000" dirty="0"/>
          </a:p>
        </p:txBody>
      </p:sp>
      <p:sp>
        <p:nvSpPr>
          <p:cNvPr id="55" name="TimesNewRoman_70pt_sp1_5__c126.00_t110.82"/>
          <p:cNvSpPr/>
          <p:nvPr/>
        </p:nvSpPr>
        <p:spPr>
          <a:xfrm>
            <a:off x="3934460" y="7418197"/>
            <a:ext cx="1581150" cy="140741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70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70pt</a:t>
            </a:r>
            <a:endParaRPr lang="en-US" sz="7000" dirty="0"/>
          </a:p>
        </p:txBody>
      </p:sp>
      <p:sp>
        <p:nvSpPr>
          <p:cNvPr id="56" name="TimesNewRoman_70pt_sp1_75__c147.00_t126.57"/>
          <p:cNvSpPr/>
          <p:nvPr/>
        </p:nvSpPr>
        <p:spPr>
          <a:xfrm>
            <a:off x="5718810" y="7418197"/>
            <a:ext cx="1581150" cy="160743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175000"/>
              </a:lnSpc>
              <a:buNone/>
            </a:pPr>
            <a:r>
              <a:rPr lang="en-US" sz="70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70pt</a:t>
            </a:r>
            <a:endParaRPr lang="en-US" sz="7000" dirty="0"/>
          </a:p>
        </p:txBody>
      </p:sp>
      <p:sp>
        <p:nvSpPr>
          <p:cNvPr id="57" name="TimesNewRoman_70pt_sp2__c168.00_t142.32"/>
          <p:cNvSpPr/>
          <p:nvPr/>
        </p:nvSpPr>
        <p:spPr>
          <a:xfrm>
            <a:off x="7503160" y="7418197"/>
            <a:ext cx="1581150" cy="1807464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txBody>
          <a:bodyPr wrap="none" lIns="0" tIns="0" rIns="0" bIns="0" rtlCol="0" anchor="t"/>
          <a:lstStyle/>
          <a:p>
            <a:pPr indent="0" marL="0">
              <a:lnSpc>
                <a:spcPct val="200000"/>
              </a:lnSpc>
              <a:buNone/>
            </a:pPr>
            <a:r>
              <a:rPr lang="en-US" sz="7000" u="sng" dirty="0">
                <a:solidFill>
                  <a:srgbClr val="000000"/>
                </a:solidFill>
                <a:highlight>
                  <a:srgbClr val="FFFF00"/>
                </a:highlight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70pt</a:t>
            </a:r>
            <a:endParaRPr lang="en-US" sz="7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2026-09-20T15:08:05Z</dcterms:created>
  <dcterms:modified xsi:type="dcterms:W3CDTF">2026-09-20T15:08:05Z</dcterms:modified>
</cp:coreProperties>
</file>